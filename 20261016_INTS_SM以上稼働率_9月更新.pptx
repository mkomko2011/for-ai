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88" r:id="rId5"/>
  </p:sldMasterIdLst>
  <p:notesMasterIdLst>
    <p:notesMasterId r:id="rId8"/>
  </p:notesMasterIdLst>
  <p:sldIdLst>
    <p:sldId id="2147482852" r:id="rId6"/>
    <p:sldId id="2147482853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0099CC"/>
    <a:srgbClr val="80C4FC"/>
    <a:srgbClr val="128FF8"/>
    <a:srgbClr val="01A9FD"/>
    <a:srgbClr val="F2F2F2"/>
    <a:srgbClr val="FFFFFF"/>
    <a:srgbClr val="FFBFBF"/>
    <a:srgbClr val="B0D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A60D66-2B20-4114-8A07-7CDDF938B39B}" v="6" dt="2026-10-16T03:48:17.8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8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小出 匡範" userId="55ba5b32-d2ba-41a9-b36d-829226e30e5c" providerId="ADAL" clId="{607A8ABE-5CB0-407C-AFC6-3F3CD2423EAD}"/>
    <pc:docChg chg="addSld modSld">
      <pc:chgData name="小出 匡範" userId="55ba5b32-d2ba-41a9-b36d-829226e30e5c" providerId="ADAL" clId="{607A8ABE-5CB0-407C-AFC6-3F3CD2423EAD}" dt="2026-10-16T03:48:17.869" v="9"/>
      <pc:docMkLst>
        <pc:docMk/>
      </pc:docMkLst>
      <pc:sldChg chg="modSp add">
        <pc:chgData name="小出 匡範" userId="55ba5b32-d2ba-41a9-b36d-829226e30e5c" providerId="ADAL" clId="{607A8ABE-5CB0-407C-AFC6-3F3CD2423EAD}" dt="2026-10-16T03:48:17.869" v="9"/>
        <pc:sldMkLst>
          <pc:docMk/>
          <pc:sldMk cId="1778822776" sldId="2147482853"/>
        </pc:sldMkLst>
        <pc:spChg chg="mod">
          <ac:chgData name="小出 匡範" userId="55ba5b32-d2ba-41a9-b36d-829226e30e5c" providerId="ADAL" clId="{607A8ABE-5CB0-407C-AFC6-3F3CD2423EAD}" dt="2026-10-16T03:48:17.869" v="9"/>
          <ac:spMkLst>
            <pc:docMk/>
            <pc:sldMk cId="1778822776" sldId="2147482853"/>
            <ac:spMk id="8" creationId="{EE80C83A-CF9A-B8AF-7AFF-9F78A4F4831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D945C-1212-0946-9C90-D637DBE07A34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9C79E-89DA-FD41-A360-7F9957E5B5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902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5F0FF-778F-FACC-9297-4EEF9BA5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4B167-2A8A-40EF-C56E-2E342213B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868D1-8FC8-AAF4-03A0-CA6AA2DFE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B26F9-05D7-1AE7-22C3-C469CFCB0B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681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685E2-CD44-50FB-005F-DE97B747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42F4F-5069-5847-1E14-B5162ABE4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7AA2D-AD54-2C5B-173C-5A297EDBE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6B65F-32CF-6713-2209-F7FC0FB9F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02533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86EEB661-9897-8A44-C81C-D1E4255E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7" y="2103437"/>
            <a:ext cx="6397200" cy="1325563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4B2921CC-A1B2-E9DF-009A-ABBCC8C9A8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537" y="3728621"/>
            <a:ext cx="5400675" cy="86084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+mj-lt"/>
              </a:defRPr>
            </a:lvl1pPr>
          </a:lstStyle>
          <a:p>
            <a:pPr lvl="0"/>
            <a:r>
              <a:rPr kumimoji="1" lang="en-US" altLang="ja-JP" sz="2000">
                <a:latin typeface="+mj-lt"/>
              </a:rPr>
              <a:t>INTLOOP</a:t>
            </a:r>
            <a:r>
              <a:rPr kumimoji="1" lang="ja-JP" altLang="en-US" sz="2000">
                <a:latin typeface="+mj-lt"/>
              </a:rPr>
              <a:t> </a:t>
            </a:r>
            <a:r>
              <a:rPr kumimoji="1" lang="en-US" altLang="ja-JP" sz="2000">
                <a:latin typeface="+mj-lt"/>
              </a:rPr>
              <a:t>Strategy</a:t>
            </a:r>
            <a:r>
              <a:rPr kumimoji="1" lang="ja-JP" altLang="en-US" sz="2000">
                <a:latin typeface="+mj-lt"/>
              </a:rPr>
              <a:t> 株式会社</a:t>
            </a:r>
            <a:endParaRPr kumimoji="1" lang="en-US" altLang="ja-JP" sz="2000">
              <a:latin typeface="+mj-lt"/>
            </a:endParaRPr>
          </a:p>
          <a:p>
            <a:pPr lvl="0"/>
            <a:r>
              <a:rPr kumimoji="1" lang="en-US" altLang="ja-JP" err="1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D65CB81-12BB-4200-AC60-DA684D6698D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019" y="6502370"/>
            <a:ext cx="10955663" cy="360000"/>
          </a:xfrm>
          <a:prstGeom prst="rect">
            <a:avLst/>
          </a:prstGeom>
          <a:noFill/>
          <a:ln>
            <a:noFill/>
          </a:ln>
        </p:spPr>
        <p:txBody>
          <a:bodyPr wrap="none" lIns="71594" tIns="37229" rIns="71594" bIns="37229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© INTLOOP INC All rights, reserved.</a:t>
            </a:r>
            <a:r>
              <a:rPr lang="ja-JP" altLang="en-US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Proprietary and Confidential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DCB2787-3A75-5334-F18D-936C8C25B22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  <p:sp>
        <p:nvSpPr>
          <p:cNvPr id="8" name="スライド番号プレースホルダー 2">
            <a:extLst>
              <a:ext uri="{FF2B5EF4-FFF2-40B4-BE49-F238E27FC236}">
                <a16:creationId xmlns:a16="http://schemas.microsoft.com/office/drawing/2014/main" id="{EA389AFD-51AC-45A7-B56B-A2A808A7A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8630" y="64895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5444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FD65CB81-12BB-4200-AC60-DA684D6698D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019" y="6502370"/>
            <a:ext cx="10955663" cy="360000"/>
          </a:xfrm>
          <a:prstGeom prst="rect">
            <a:avLst/>
          </a:prstGeom>
          <a:noFill/>
          <a:ln>
            <a:noFill/>
          </a:ln>
        </p:spPr>
        <p:txBody>
          <a:bodyPr wrap="none" lIns="71594" tIns="37229" rIns="71594" bIns="37229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© INTLOOP INC All rights, reserved.</a:t>
            </a:r>
            <a:r>
              <a:rPr lang="ja-JP" altLang="en-US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Proprietary and Confidential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66A714-71CB-DFA3-41D1-8929E128813C}"/>
              </a:ext>
            </a:extLst>
          </p:cNvPr>
          <p:cNvSpPr txBox="1"/>
          <p:nvPr userDrawn="1"/>
        </p:nvSpPr>
        <p:spPr>
          <a:xfrm>
            <a:off x="9312965" y="3299791"/>
            <a:ext cx="0" cy="0"/>
          </a:xfrm>
          <a:prstGeom prst="rect">
            <a:avLst/>
          </a:prstGeom>
          <a:noFill/>
        </p:spPr>
        <p:txBody>
          <a:bodyPr wrap="none" rtlCol="0" anchor="t" anchorCtr="0">
            <a:no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SzPct val="100000"/>
            </a:pPr>
            <a:endParaRPr kumimoji="1" lang="ja-JP" altLang="en-US" sz="18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5D6A02-84A0-ED09-E2ED-D8B50229AE3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78A7F5DD-B6FC-136A-B476-AA2388BFB11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537" y="3728621"/>
            <a:ext cx="5400675" cy="86084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+mj-lt"/>
              </a:defRPr>
            </a:lvl1pPr>
          </a:lstStyle>
          <a:p>
            <a:pPr lvl="0"/>
            <a:r>
              <a:rPr kumimoji="1" lang="en-US" altLang="ja-JP" sz="2000">
                <a:latin typeface="+mj-lt"/>
              </a:rPr>
              <a:t>INTLOOP</a:t>
            </a:r>
            <a:r>
              <a:rPr kumimoji="1" lang="ja-JP" altLang="en-US" sz="2000">
                <a:latin typeface="+mj-lt"/>
              </a:rPr>
              <a:t> </a:t>
            </a:r>
            <a:r>
              <a:rPr kumimoji="1" lang="en-US" altLang="ja-JP" sz="2000">
                <a:latin typeface="+mj-lt"/>
              </a:rPr>
              <a:t>Strategy</a:t>
            </a:r>
            <a:r>
              <a:rPr kumimoji="1" lang="ja-JP" altLang="en-US" sz="2000">
                <a:latin typeface="+mj-lt"/>
              </a:rPr>
              <a:t> 株式会社</a:t>
            </a:r>
            <a:endParaRPr kumimoji="1" lang="en-US" altLang="ja-JP" sz="2000">
              <a:latin typeface="+mj-lt"/>
            </a:endParaRPr>
          </a:p>
          <a:p>
            <a:pPr lvl="0"/>
            <a:r>
              <a:rPr kumimoji="1" lang="en-US" altLang="ja-JP" err="1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7" name="スライド番号プレースホルダー 2">
            <a:extLst>
              <a:ext uri="{FF2B5EF4-FFF2-40B4-BE49-F238E27FC236}">
                <a16:creationId xmlns:a16="http://schemas.microsoft.com/office/drawing/2014/main" id="{34114EE6-4A1D-6294-637E-EB9D998A4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8630" y="64895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タイトル 4">
            <a:extLst>
              <a:ext uri="{FF2B5EF4-FFF2-40B4-BE49-F238E27FC236}">
                <a16:creationId xmlns:a16="http://schemas.microsoft.com/office/drawing/2014/main" id="{8D221E5D-0AB2-A7DA-D5E3-82F2EC580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7" y="2103437"/>
            <a:ext cx="6397200" cy="1325563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772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FD65CB81-12BB-4200-AC60-DA684D6698D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019" y="6502370"/>
            <a:ext cx="10955663" cy="360000"/>
          </a:xfrm>
          <a:prstGeom prst="rect">
            <a:avLst/>
          </a:prstGeom>
          <a:noFill/>
          <a:ln>
            <a:noFill/>
          </a:ln>
        </p:spPr>
        <p:txBody>
          <a:bodyPr wrap="none" lIns="71594" tIns="37229" rIns="71594" bIns="37229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© INTLOOP INC All rights, reserved.</a:t>
            </a:r>
            <a:r>
              <a:rPr lang="ja-JP" altLang="en-US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Proprietary and Confidential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537E608-195C-81DA-097B-2E702BD43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35611" y="6361475"/>
            <a:ext cx="2743200" cy="360000"/>
          </a:xfrm>
        </p:spPr>
        <p:txBody>
          <a:bodyPr/>
          <a:lstStyle/>
          <a:p>
            <a:fld id="{3344C913-8B6A-184F-9D73-5173E441A3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9F049E-DC04-5E4C-F86E-493676C1C2C5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29D71687-3540-012F-3F36-46F73CF60F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537" y="3728621"/>
            <a:ext cx="5400675" cy="86084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+mj-lt"/>
              </a:defRPr>
            </a:lvl1pPr>
          </a:lstStyle>
          <a:p>
            <a:pPr lvl="0"/>
            <a:r>
              <a:rPr kumimoji="1" lang="en-US" altLang="ja-JP" sz="2000">
                <a:latin typeface="+mj-lt"/>
              </a:rPr>
              <a:t>INTLOOP</a:t>
            </a:r>
            <a:r>
              <a:rPr kumimoji="1" lang="ja-JP" altLang="en-US" sz="2000">
                <a:latin typeface="+mj-lt"/>
              </a:rPr>
              <a:t> </a:t>
            </a:r>
            <a:r>
              <a:rPr kumimoji="1" lang="en-US" altLang="ja-JP" sz="2000">
                <a:latin typeface="+mj-lt"/>
              </a:rPr>
              <a:t>Strategy</a:t>
            </a:r>
            <a:r>
              <a:rPr kumimoji="1" lang="ja-JP" altLang="en-US" sz="2000">
                <a:latin typeface="+mj-lt"/>
              </a:rPr>
              <a:t> 株式会社</a:t>
            </a:r>
            <a:endParaRPr kumimoji="1" lang="en-US" altLang="ja-JP" sz="2000">
              <a:latin typeface="+mj-lt"/>
            </a:endParaRPr>
          </a:p>
          <a:p>
            <a:pPr lvl="0"/>
            <a:r>
              <a:rPr kumimoji="1" lang="en-US" altLang="ja-JP" err="1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99067286-7CDD-06F5-2E69-0B4D8F05A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7" y="2103437"/>
            <a:ext cx="6397200" cy="1325563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2521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FD65CB81-12BB-4200-AC60-DA684D6698D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019" y="6502370"/>
            <a:ext cx="10955663" cy="360000"/>
          </a:xfrm>
          <a:prstGeom prst="rect">
            <a:avLst/>
          </a:prstGeom>
          <a:noFill/>
          <a:ln>
            <a:noFill/>
          </a:ln>
        </p:spPr>
        <p:txBody>
          <a:bodyPr wrap="none" lIns="71594" tIns="37229" rIns="71594" bIns="37229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© INTLOOP INC All rights, reserved.</a:t>
            </a:r>
            <a:r>
              <a:rPr lang="ja-JP" altLang="en-US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Proprietary and Confidential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0A72968-F5C5-B5C6-6C9D-822183191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E4B17A-D5E4-D580-13C8-F4BA070F84BC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B906012B-1778-F750-6FBB-FBA89B0CF9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537" y="3728621"/>
            <a:ext cx="5400675" cy="86084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+mj-lt"/>
              </a:defRPr>
            </a:lvl1pPr>
          </a:lstStyle>
          <a:p>
            <a:pPr lvl="0"/>
            <a:r>
              <a:rPr kumimoji="1" lang="en-US" altLang="ja-JP" sz="2000">
                <a:latin typeface="+mj-lt"/>
              </a:rPr>
              <a:t>INTLOOP</a:t>
            </a:r>
            <a:r>
              <a:rPr kumimoji="1" lang="ja-JP" altLang="en-US" sz="2000">
                <a:latin typeface="+mj-lt"/>
              </a:rPr>
              <a:t> </a:t>
            </a:r>
            <a:r>
              <a:rPr kumimoji="1" lang="en-US" altLang="ja-JP" sz="2000">
                <a:latin typeface="+mj-lt"/>
              </a:rPr>
              <a:t>Strategy</a:t>
            </a:r>
            <a:r>
              <a:rPr kumimoji="1" lang="ja-JP" altLang="en-US" sz="2000">
                <a:latin typeface="+mj-lt"/>
              </a:rPr>
              <a:t> 株式会社</a:t>
            </a:r>
            <a:endParaRPr kumimoji="1" lang="en-US" altLang="ja-JP" sz="2000">
              <a:latin typeface="+mj-lt"/>
            </a:endParaRPr>
          </a:p>
          <a:p>
            <a:pPr lvl="0"/>
            <a:r>
              <a:rPr kumimoji="1" lang="en-US" altLang="ja-JP" err="1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40C6099-3985-D44C-F5D4-1ADFF5B1F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7" y="2103437"/>
            <a:ext cx="6397200" cy="1325563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45296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FD65CB81-12BB-4200-AC60-DA684D6698D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019" y="6502370"/>
            <a:ext cx="10955663" cy="360000"/>
          </a:xfrm>
          <a:prstGeom prst="rect">
            <a:avLst/>
          </a:prstGeom>
          <a:noFill/>
          <a:ln>
            <a:noFill/>
          </a:ln>
        </p:spPr>
        <p:txBody>
          <a:bodyPr wrap="none" lIns="71594" tIns="37229" rIns="71594" bIns="37229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© INTLOOP INC All rights, reserved.</a:t>
            </a:r>
            <a:r>
              <a:rPr lang="ja-JP" altLang="en-US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Proprietary and Confidential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893E3D5-65D3-5BBF-D300-72F73D7B0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C4550CD-89F7-1341-FD78-C971658A6F8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  <p:sp>
        <p:nvSpPr>
          <p:cNvPr id="6" name="テキスト プレースホルダー 10">
            <a:extLst>
              <a:ext uri="{FF2B5EF4-FFF2-40B4-BE49-F238E27FC236}">
                <a16:creationId xmlns:a16="http://schemas.microsoft.com/office/drawing/2014/main" id="{7A130A03-BB43-D7F3-AF7C-C1433A6D0E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537" y="3728621"/>
            <a:ext cx="5400675" cy="86084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+mj-lt"/>
              </a:defRPr>
            </a:lvl1pPr>
          </a:lstStyle>
          <a:p>
            <a:pPr lvl="0"/>
            <a:r>
              <a:rPr kumimoji="1" lang="en-US" altLang="ja-JP" sz="2000">
                <a:latin typeface="+mj-lt"/>
              </a:rPr>
              <a:t>INTLOOP</a:t>
            </a:r>
            <a:r>
              <a:rPr kumimoji="1" lang="ja-JP" altLang="en-US" sz="2000">
                <a:latin typeface="+mj-lt"/>
              </a:rPr>
              <a:t> </a:t>
            </a:r>
            <a:r>
              <a:rPr kumimoji="1" lang="en-US" altLang="ja-JP" sz="2000">
                <a:latin typeface="+mj-lt"/>
              </a:rPr>
              <a:t>Strategy</a:t>
            </a:r>
            <a:r>
              <a:rPr kumimoji="1" lang="ja-JP" altLang="en-US" sz="2000">
                <a:latin typeface="+mj-lt"/>
              </a:rPr>
              <a:t> 株式会社</a:t>
            </a:r>
            <a:endParaRPr kumimoji="1" lang="en-US" altLang="ja-JP" sz="2000">
              <a:latin typeface="+mj-lt"/>
            </a:endParaRPr>
          </a:p>
          <a:p>
            <a:pPr lvl="0"/>
            <a:r>
              <a:rPr kumimoji="1" lang="en-US" altLang="ja-JP" err="1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7" name="タイトル 4">
            <a:extLst>
              <a:ext uri="{FF2B5EF4-FFF2-40B4-BE49-F238E27FC236}">
                <a16:creationId xmlns:a16="http://schemas.microsoft.com/office/drawing/2014/main" id="{FE026DCD-9091-C338-97FE-0BD3FAD6E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7" y="2103437"/>
            <a:ext cx="6397200" cy="1325563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2327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FD65CB81-12BB-4200-AC60-DA684D6698D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019" y="6502370"/>
            <a:ext cx="10955663" cy="360000"/>
          </a:xfrm>
          <a:prstGeom prst="rect">
            <a:avLst/>
          </a:prstGeom>
          <a:noFill/>
          <a:ln>
            <a:noFill/>
          </a:ln>
        </p:spPr>
        <p:txBody>
          <a:bodyPr wrap="none" lIns="71594" tIns="37229" rIns="71594" bIns="37229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© INTLOOP INC All rights, reserved.</a:t>
            </a:r>
            <a:r>
              <a:rPr lang="ja-JP" altLang="en-US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637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Proprietary and Confidential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C0D0D71-6226-C742-7C9A-094AF5EDF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0290D33-A3CA-75C8-7C64-95FB3933AB2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BA4B9CCD-369E-8273-1B80-0587B8E674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537" y="3728621"/>
            <a:ext cx="5400675" cy="86084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+mj-lt"/>
              </a:defRPr>
            </a:lvl1pPr>
          </a:lstStyle>
          <a:p>
            <a:pPr lvl="0"/>
            <a:r>
              <a:rPr kumimoji="1" lang="en-US" altLang="ja-JP" sz="2000">
                <a:latin typeface="+mj-lt"/>
              </a:rPr>
              <a:t>INTLOOP</a:t>
            </a:r>
            <a:r>
              <a:rPr kumimoji="1" lang="ja-JP" altLang="en-US" sz="2000">
                <a:latin typeface="+mj-lt"/>
              </a:rPr>
              <a:t> </a:t>
            </a:r>
            <a:r>
              <a:rPr kumimoji="1" lang="en-US" altLang="ja-JP" sz="2000">
                <a:latin typeface="+mj-lt"/>
              </a:rPr>
              <a:t>Strategy</a:t>
            </a:r>
            <a:r>
              <a:rPr kumimoji="1" lang="ja-JP" altLang="en-US" sz="2000">
                <a:latin typeface="+mj-lt"/>
              </a:rPr>
              <a:t> 株式会社</a:t>
            </a:r>
            <a:endParaRPr kumimoji="1" lang="en-US" altLang="ja-JP" sz="2000">
              <a:latin typeface="+mj-lt"/>
            </a:endParaRPr>
          </a:p>
          <a:p>
            <a:pPr lvl="0"/>
            <a:r>
              <a:rPr kumimoji="1" lang="en-US" altLang="ja-JP" err="1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90DA5AE7-E9C1-5473-C072-D8CA76CB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537" y="2103437"/>
            <a:ext cx="6397200" cy="1325563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effectLst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6700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ECF1A7B-2006-0E5C-44EB-C054FE73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576" y="3176757"/>
            <a:ext cx="8280920" cy="607758"/>
          </a:xfrm>
          <a:prstGeom prst="rect">
            <a:avLst/>
          </a:prstGeom>
        </p:spPr>
        <p:txBody>
          <a:bodyPr/>
          <a:lstStyle>
            <a:lvl1pPr>
              <a:defRPr sz="2800" b="1" spc="0">
                <a:solidFill>
                  <a:schemeClr val="bg1"/>
                </a:solidFill>
                <a:effectLst/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F7D648-059A-C185-4160-A6FB5526F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7E72D7-AD7F-AB80-F103-443714F4155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solidFill>
                  <a:schemeClr val="bg1"/>
                </a:solidFill>
                <a:latin typeface="+mn-lt"/>
              </a:rPr>
              <a:t>© INTLOOP</a:t>
            </a:r>
            <a:r>
              <a:rPr lang="ja-JP" altLang="en-US" sz="783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ja-JP" sz="783">
                <a:solidFill>
                  <a:schemeClr val="bg1"/>
                </a:solidFill>
                <a:latin typeface="+mn-lt"/>
              </a:rPr>
              <a:t>Strategy Inc. All rights, reserved.</a:t>
            </a:r>
            <a:r>
              <a:rPr lang="ja-JP" altLang="en-US" sz="783">
                <a:solidFill>
                  <a:schemeClr val="bg1"/>
                </a:solidFill>
                <a:latin typeface="+mn-lt"/>
              </a:rPr>
              <a:t>　</a:t>
            </a:r>
            <a:r>
              <a:rPr lang="en-US" altLang="ja-JP" sz="783">
                <a:solidFill>
                  <a:schemeClr val="bg1"/>
                </a:solidFill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0204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セクション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7" y="2573910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 sz="3500" b="1" u="sng" baseline="0">
                <a:solidFill>
                  <a:schemeClr val="bg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99835BB-875A-75C9-0537-A4D644216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B441B3-86D7-5D76-E1FF-4DCB5F84DFFE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solidFill>
                  <a:schemeClr val="bg1"/>
                </a:solidFill>
                <a:latin typeface="+mn-lt"/>
              </a:rPr>
              <a:t>© INTLOOP</a:t>
            </a:r>
            <a:r>
              <a:rPr lang="ja-JP" altLang="en-US" sz="783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ja-JP" sz="783">
                <a:solidFill>
                  <a:schemeClr val="bg1"/>
                </a:solidFill>
                <a:latin typeface="+mn-lt"/>
              </a:rPr>
              <a:t>Strategy Inc. All rights, reserved.</a:t>
            </a:r>
            <a:r>
              <a:rPr lang="ja-JP" altLang="en-US" sz="783">
                <a:solidFill>
                  <a:schemeClr val="bg1"/>
                </a:solidFill>
                <a:latin typeface="+mn-lt"/>
              </a:rPr>
              <a:t>　</a:t>
            </a:r>
            <a:r>
              <a:rPr lang="en-US" altLang="ja-JP" sz="783">
                <a:solidFill>
                  <a:schemeClr val="bg1"/>
                </a:solidFill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61510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1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コンテンツ プレースホルダー 13">
            <a:extLst>
              <a:ext uri="{FF2B5EF4-FFF2-40B4-BE49-F238E27FC236}">
                <a16:creationId xmlns:a16="http://schemas.microsoft.com/office/drawing/2014/main" id="{02036579-93AF-89DB-C446-4C75A25A3BD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18263" y="1701002"/>
            <a:ext cx="4234941" cy="3456000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 sz="2800"/>
            </a:lvl1pPr>
            <a:lvl2pPr marL="727376" indent="-279760">
              <a:buFont typeface="Wingdings" panose="05000000000000000000" pitchFamily="2" charset="2"/>
              <a:buChar char="Ø"/>
              <a:defRPr sz="2800"/>
            </a:lvl2pPr>
            <a:lvl3pPr marL="1119038" indent="-223807">
              <a:buFont typeface="Wingdings" panose="05000000000000000000" pitchFamily="2" charset="2"/>
              <a:buChar char="ü"/>
              <a:defRPr sz="2800"/>
            </a:lvl3pPr>
            <a:lvl4pPr marL="1566655" indent="-223807">
              <a:buFont typeface="Arial" panose="020B0604020202020204" pitchFamily="34" charset="0"/>
              <a:buChar char="•"/>
              <a:defRPr sz="2800"/>
            </a:lvl4pPr>
            <a:lvl5pPr marL="2014272" indent="-223807">
              <a:buFont typeface="Wingdings" panose="05000000000000000000" pitchFamily="2" charset="2"/>
              <a:buChar char="u"/>
              <a:defRPr sz="28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D0A344-4898-B31C-6099-4F1741F0D17E}"/>
              </a:ext>
            </a:extLst>
          </p:cNvPr>
          <p:cNvSpPr txBox="1"/>
          <p:nvPr userDrawn="1"/>
        </p:nvSpPr>
        <p:spPr>
          <a:xfrm>
            <a:off x="2071688" y="2743200"/>
            <a:ext cx="0" cy="0"/>
          </a:xfrm>
          <a:prstGeom prst="rect">
            <a:avLst/>
          </a:prstGeom>
          <a:noFill/>
        </p:spPr>
        <p:txBody>
          <a:bodyPr wrap="none" rtlCol="0" anchor="t" anchorCtr="0">
            <a:no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SzPct val="100000"/>
            </a:pPr>
            <a:endParaRPr kumimoji="1" lang="ja-JP" altLang="en-US" sz="18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4A97225F-5917-B5FA-45EA-E2C28BE23579}"/>
              </a:ext>
            </a:extLst>
          </p:cNvPr>
          <p:cNvSpPr txBox="1">
            <a:spLocks/>
          </p:cNvSpPr>
          <p:nvPr userDrawn="1"/>
        </p:nvSpPr>
        <p:spPr>
          <a:xfrm>
            <a:off x="963931" y="2900363"/>
            <a:ext cx="2510790" cy="7135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Agenda</a:t>
            </a:r>
            <a:endParaRPr lang="ja-JP" altLang="en-US" b="1"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FF27C93-0925-0A01-4049-B923B8684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69753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2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D0A344-4898-B31C-6099-4F1741F0D17E}"/>
              </a:ext>
            </a:extLst>
          </p:cNvPr>
          <p:cNvSpPr txBox="1"/>
          <p:nvPr userDrawn="1"/>
        </p:nvSpPr>
        <p:spPr>
          <a:xfrm>
            <a:off x="2071688" y="2743200"/>
            <a:ext cx="0" cy="0"/>
          </a:xfrm>
          <a:prstGeom prst="rect">
            <a:avLst/>
          </a:prstGeom>
          <a:noFill/>
        </p:spPr>
        <p:txBody>
          <a:bodyPr wrap="none" rtlCol="0" anchor="t" anchorCtr="0">
            <a:no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SzPct val="100000"/>
            </a:pPr>
            <a:endParaRPr kumimoji="1" lang="ja-JP" altLang="en-US" sz="18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07E1754-6CC5-0910-53F9-8F9A5196F8F6}"/>
              </a:ext>
            </a:extLst>
          </p:cNvPr>
          <p:cNvSpPr txBox="1">
            <a:spLocks/>
          </p:cNvSpPr>
          <p:nvPr userDrawn="1"/>
        </p:nvSpPr>
        <p:spPr>
          <a:xfrm>
            <a:off x="981075" y="804536"/>
            <a:ext cx="2493645" cy="7135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Agenda</a:t>
            </a:r>
            <a:endParaRPr lang="ja-JP" altLang="en-US" b="1"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139C8F-7CAC-F07E-991F-41B388B06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BEB13203-D4E8-E005-1D5D-B29E257AC8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1625" y="1838325"/>
            <a:ext cx="9020175" cy="3470275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 sz="2800">
                <a:solidFill>
                  <a:schemeClr val="bg1"/>
                </a:solidFill>
              </a:defRPr>
            </a:lvl1pPr>
            <a:lvl2pPr marL="904816" indent="-457200">
              <a:buFont typeface="Wingdings" panose="05000000000000000000" pitchFamily="2" charset="2"/>
              <a:buChar char="Ø"/>
              <a:defRPr sz="2800">
                <a:solidFill>
                  <a:schemeClr val="bg1"/>
                </a:solidFill>
              </a:defRPr>
            </a:lvl2pPr>
            <a:lvl3pPr marL="1352431" indent="-457200">
              <a:buFont typeface="Wingdings" panose="05000000000000000000" pitchFamily="2" charset="2"/>
              <a:buChar char="ü"/>
              <a:defRPr sz="2800">
                <a:solidFill>
                  <a:schemeClr val="bg1"/>
                </a:solidFill>
              </a:defRPr>
            </a:lvl3pPr>
            <a:lvl4pPr marL="1800048" indent="-457200"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</a:defRPr>
            </a:lvl4pPr>
            <a:lvl5pPr marL="2247665" indent="-457200">
              <a:buFont typeface="Wingdings" panose="05000000000000000000" pitchFamily="2" charset="2"/>
              <a:buChar char="u"/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B0423FF-5DE9-91AE-09A7-D48AC863A975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solidFill>
                  <a:schemeClr val="bg1"/>
                </a:solidFill>
                <a:latin typeface="+mn-lt"/>
              </a:rPr>
              <a:t>© INTLOOP</a:t>
            </a:r>
            <a:r>
              <a:rPr lang="ja-JP" altLang="en-US" sz="783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ja-JP" sz="783">
                <a:solidFill>
                  <a:schemeClr val="bg1"/>
                </a:solidFill>
                <a:latin typeface="+mn-lt"/>
              </a:rPr>
              <a:t>Strategy Inc. All rights, reserved.</a:t>
            </a:r>
            <a:r>
              <a:rPr lang="ja-JP" altLang="en-US" sz="783">
                <a:solidFill>
                  <a:schemeClr val="bg1"/>
                </a:solidFill>
                <a:latin typeface="+mn-lt"/>
              </a:rPr>
              <a:t>　</a:t>
            </a:r>
            <a:r>
              <a:rPr lang="en-US" altLang="ja-JP" sz="783">
                <a:solidFill>
                  <a:schemeClr val="bg1"/>
                </a:solidFill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937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アジェンダ3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D0A344-4898-B31C-6099-4F1741F0D17E}"/>
              </a:ext>
            </a:extLst>
          </p:cNvPr>
          <p:cNvSpPr txBox="1"/>
          <p:nvPr userDrawn="1"/>
        </p:nvSpPr>
        <p:spPr>
          <a:xfrm>
            <a:off x="2071688" y="2743200"/>
            <a:ext cx="0" cy="0"/>
          </a:xfrm>
          <a:prstGeom prst="rect">
            <a:avLst/>
          </a:prstGeom>
          <a:noFill/>
        </p:spPr>
        <p:txBody>
          <a:bodyPr wrap="none" rtlCol="0" anchor="t" anchorCtr="0">
            <a:no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buSzPct val="100000"/>
            </a:pPr>
            <a:endParaRPr kumimoji="1" lang="ja-JP" altLang="en-US" sz="18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07E1754-6CC5-0910-53F9-8F9A5196F8F6}"/>
              </a:ext>
            </a:extLst>
          </p:cNvPr>
          <p:cNvSpPr txBox="1">
            <a:spLocks/>
          </p:cNvSpPr>
          <p:nvPr userDrawn="1"/>
        </p:nvSpPr>
        <p:spPr>
          <a:xfrm>
            <a:off x="981075" y="804536"/>
            <a:ext cx="2493645" cy="7135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Agenda</a:t>
            </a:r>
            <a:endParaRPr lang="ja-JP" altLang="en-US" b="1">
              <a:solidFill>
                <a:schemeClr val="bg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38E5FC-0617-AC65-2E8E-5BBB230B7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6">
            <a:extLst>
              <a:ext uri="{FF2B5EF4-FFF2-40B4-BE49-F238E27FC236}">
                <a16:creationId xmlns:a16="http://schemas.microsoft.com/office/drawing/2014/main" id="{ED28FA7A-5BA5-99B7-0033-778A4E35C8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1625" y="1838325"/>
            <a:ext cx="9020175" cy="3470275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 sz="2800">
                <a:solidFill>
                  <a:schemeClr val="bg1"/>
                </a:solidFill>
              </a:defRPr>
            </a:lvl1pPr>
            <a:lvl2pPr marL="727376" indent="-279760">
              <a:buFont typeface="Wingdings" panose="05000000000000000000" pitchFamily="2" charset="2"/>
              <a:buChar char="Ø"/>
              <a:defRPr sz="2800">
                <a:solidFill>
                  <a:schemeClr val="bg1"/>
                </a:solidFill>
              </a:defRPr>
            </a:lvl2pPr>
            <a:lvl3pPr marL="1119038" indent="-223807">
              <a:buFont typeface="Wingdings" panose="05000000000000000000" pitchFamily="2" charset="2"/>
              <a:buChar char="ü"/>
              <a:defRPr sz="2800">
                <a:solidFill>
                  <a:schemeClr val="bg1"/>
                </a:solidFill>
              </a:defRPr>
            </a:lvl3pPr>
            <a:lvl4pPr marL="1566655" indent="-223807">
              <a:buFont typeface="Arial" panose="020B0604020202020204" pitchFamily="34" charset="0"/>
              <a:buChar char="•"/>
              <a:defRPr sz="2800">
                <a:solidFill>
                  <a:schemeClr val="bg1"/>
                </a:solidFill>
              </a:defRPr>
            </a:lvl4pPr>
            <a:lvl5pPr marL="2014272" indent="-223807">
              <a:buFont typeface="Wingdings" panose="05000000000000000000" pitchFamily="2" charset="2"/>
              <a:buChar char="u"/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719314-F66E-CAAA-ED39-20619F0D4E7F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solidFill>
                  <a:schemeClr val="bg1"/>
                </a:solidFill>
                <a:latin typeface="+mn-lt"/>
              </a:rPr>
              <a:t>© INTLOOP</a:t>
            </a:r>
            <a:r>
              <a:rPr lang="ja-JP" altLang="en-US" sz="783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ja-JP" sz="783">
                <a:solidFill>
                  <a:schemeClr val="bg1"/>
                </a:solidFill>
                <a:latin typeface="+mn-lt"/>
              </a:rPr>
              <a:t>Strategy Inc. All rights, reserved.</a:t>
            </a:r>
            <a:r>
              <a:rPr lang="ja-JP" altLang="en-US" sz="783">
                <a:solidFill>
                  <a:schemeClr val="bg1"/>
                </a:solidFill>
                <a:latin typeface="+mn-lt"/>
              </a:rPr>
              <a:t>　</a:t>
            </a:r>
            <a:r>
              <a:rPr lang="en-US" altLang="ja-JP" sz="783">
                <a:solidFill>
                  <a:schemeClr val="bg1"/>
                </a:solidFill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87092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(リード文付)_画像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B1B9D6A-4F3C-4578-8BE3-625FD8D786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382" y="895959"/>
            <a:ext cx="3862986" cy="5606403"/>
          </a:xfrm>
          <a:prstGeom prst="rect">
            <a:avLst/>
          </a:prstGeom>
        </p:spPr>
      </p:pic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C7BB2BFD-44AE-6684-1E13-ACBAD32F37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352" y="823328"/>
            <a:ext cx="7538585" cy="72104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9A9028B8-3F07-6F39-142C-D338DB42D7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2685" y="1761274"/>
            <a:ext cx="6739254" cy="4369291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</a:defRPr>
            </a:lvl1pPr>
            <a:lvl2pPr marL="727376" indent="-279760"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</a:defRPr>
            </a:lvl2pPr>
            <a:lvl3pPr marL="1119038" indent="-223807">
              <a:buFont typeface="Wingdings" panose="05000000000000000000" pitchFamily="2" charset="2"/>
              <a:buChar char="ü"/>
              <a:defRPr sz="2000">
                <a:solidFill>
                  <a:schemeClr val="tx1"/>
                </a:solidFill>
              </a:defRPr>
            </a:lvl3pPr>
            <a:lvl4pPr marL="1566655" indent="-223807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4pPr>
            <a:lvl5pPr marL="2014272" indent="-223807"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C9DD2C-213D-0001-4F55-9A2B7B30B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0991" y="115890"/>
            <a:ext cx="10420347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89A2C4-60C8-6156-9C77-96DBD191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19DEB5-A4F6-11F5-80EA-BD4AEBF02D6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97575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_画像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A938DD-044C-43C0-B5CB-6E3CFFA0B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1959" y="1801768"/>
            <a:ext cx="6680497" cy="4700592"/>
          </a:xfrm>
          <a:prstGeom prst="rect">
            <a:avLst/>
          </a:prstGeom>
          <a:noFill/>
        </p:spPr>
        <p:txBody>
          <a:bodyPr anchor="ctr"/>
          <a:lstStyle>
            <a:lvl1pPr marL="311081" marR="0" indent="-489892" algn="l" defTabSz="82945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2800" b="1">
                <a:solidFill>
                  <a:schemeClr val="tx1"/>
                </a:solidFill>
              </a:defRPr>
            </a:lvl1pPr>
            <a:lvl2pPr marL="862391" indent="-414775">
              <a:buFont typeface="+mj-lt"/>
              <a:buAutoNum type="alphaLcPeriod"/>
              <a:defRPr sz="2000"/>
            </a:lvl2pPr>
            <a:lvl3pPr>
              <a:defRPr sz="2540"/>
            </a:lvl3pPr>
          </a:lstStyle>
          <a:p>
            <a:pPr lvl="0"/>
            <a:r>
              <a:rPr kumimoji="1" lang="ja-JP" altLang="en-US"/>
              <a:t>目次</a:t>
            </a:r>
            <a:r>
              <a:rPr kumimoji="1" lang="en-US" altLang="ja-JP"/>
              <a:t> 1</a:t>
            </a:r>
          </a:p>
          <a:p>
            <a:pPr lvl="1"/>
            <a:r>
              <a:rPr kumimoji="1" lang="ja-JP" altLang="en-US"/>
              <a:t>目次 </a:t>
            </a:r>
            <a:r>
              <a:rPr kumimoji="1" lang="en-US" altLang="ja-JP"/>
              <a:t>1-a</a:t>
            </a:r>
          </a:p>
          <a:p>
            <a:pPr lvl="2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1B9D6A-4F3C-4578-8BE3-625FD8D786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382" y="895959"/>
            <a:ext cx="3862986" cy="5606403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B658ED80-6BEA-846A-4C7F-BC7B9F464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0991" y="115890"/>
            <a:ext cx="10420347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D440A8-515C-AC97-47A3-0857E599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4ECA56-7481-9DA5-FAFD-C326F2E5C8C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19078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31493F-ADBA-411B-B213-9EDC4BA8801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66666" y="1101819"/>
            <a:ext cx="10837523" cy="5399358"/>
          </a:xfrm>
          <a:prstGeom prst="rect">
            <a:avLst/>
          </a:prstGeom>
        </p:spPr>
        <p:txBody>
          <a:bodyPr/>
          <a:lstStyle>
            <a:lvl1pPr marL="414727" indent="-414727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758661" indent="-311045">
              <a:lnSpc>
                <a:spcPct val="120000"/>
              </a:lnSpc>
              <a:spcBef>
                <a:spcPts val="0"/>
              </a:spcBef>
              <a:buFont typeface="+mj-lt"/>
              <a:buAutoNum type="alphaLcPeriod"/>
              <a:defRPr sz="2000">
                <a:latin typeface="+mn-ea"/>
                <a:ea typeface="+mn-ea"/>
              </a:defRPr>
            </a:lvl2pPr>
          </a:lstStyle>
          <a:p>
            <a:pPr lvl="0"/>
            <a:r>
              <a:rPr kumimoji="1" lang="ja-JP" altLang="en-US"/>
              <a:t>目次</a:t>
            </a:r>
            <a:r>
              <a:rPr kumimoji="1" lang="en-US" altLang="ja-JP"/>
              <a:t> 1</a:t>
            </a:r>
          </a:p>
          <a:p>
            <a:pPr lvl="1"/>
            <a:r>
              <a:rPr kumimoji="1" lang="ja-JP" altLang="en-US"/>
              <a:t>目次 </a:t>
            </a:r>
            <a:r>
              <a:rPr kumimoji="1" lang="en-US" altLang="ja-JP"/>
              <a:t>1-a</a:t>
            </a:r>
            <a:endParaRPr kumimoji="1" lang="ja-JP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5653BE-5BE8-89BF-660B-12FC56AD0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0991" y="115890"/>
            <a:ext cx="10420347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DC0F866-C8AA-66A1-A4AC-2FCE711295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B62B65-91F6-081D-0096-8D1FBAA49B7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51237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リー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A938DD-044C-43C0-B5CB-6E3CFFA0B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2285" y="816027"/>
            <a:ext cx="11691453" cy="5356173"/>
          </a:xfrm>
          <a:prstGeom prst="rect">
            <a:avLst/>
          </a:prstGeom>
        </p:spPr>
        <p:txBody>
          <a:bodyPr/>
          <a:lstStyle>
            <a:lvl1pPr marL="259233" marR="0" indent="-259233" algn="l" defTabSz="82945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2000"/>
            </a:lvl1pPr>
            <a:lvl2pPr marL="727376" indent="-279760">
              <a:buFont typeface="Wingdings" panose="05000000000000000000" pitchFamily="2" charset="2"/>
              <a:buChar char="Ø"/>
              <a:defRPr sz="2000"/>
            </a:lvl2pPr>
            <a:lvl3pPr>
              <a:defRPr sz="2000"/>
            </a:lvl3pPr>
          </a:lstStyle>
          <a:p>
            <a:pPr lvl="0"/>
            <a:r>
              <a:rPr kumimoji="1" lang="ja-JP" altLang="en-US"/>
              <a:t>リード文の挿入１</a:t>
            </a:r>
            <a:endParaRPr kumimoji="1" lang="en-US" altLang="ja-JP"/>
          </a:p>
          <a:p>
            <a:pPr lvl="1"/>
            <a:r>
              <a:rPr kumimoji="1" lang="en-US" altLang="ja-JP"/>
              <a:t>X</a:t>
            </a:r>
          </a:p>
          <a:p>
            <a:pPr lvl="2"/>
            <a:r>
              <a:rPr kumimoji="1" lang="en-US" altLang="ja-JP" err="1"/>
              <a:t>Xxx</a:t>
            </a:r>
            <a:endParaRPr kumimoji="1" lang="en-US" altLang="ja-JP"/>
          </a:p>
          <a:p>
            <a:pPr marL="259233" marR="0" lvl="0" indent="-259233" algn="l" defTabSz="82945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ja-JP" altLang="en-US"/>
              <a:t>リード文の挿入２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E62B9B-6535-9D76-74E1-3F9C0EF17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0991" y="115890"/>
            <a:ext cx="10420347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A968EC3-0B28-C9A4-F01B-84586DB0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E197D6-5F66-6D1C-1DB9-7B3F15CF16D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61517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423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リード文とコンテンツ リ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B378224D-D166-2019-56FC-47F2E20DF7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2285" y="816027"/>
            <a:ext cx="11691453" cy="728346"/>
          </a:xfrm>
          <a:prstGeom prst="rect">
            <a:avLst/>
          </a:prstGeom>
        </p:spPr>
        <p:txBody>
          <a:bodyPr/>
          <a:lstStyle>
            <a:lvl1pPr marL="0" marR="0" indent="0" algn="l" defTabSz="82945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sz="2000"/>
            </a:lvl1pPr>
            <a:lvl2pPr marL="447616" indent="0">
              <a:buFont typeface="Wingdings" panose="05000000000000000000" pitchFamily="2" charset="2"/>
              <a:buNone/>
              <a:defRPr sz="2000"/>
            </a:lvl2pPr>
            <a:lvl3pPr marL="895231" indent="0">
              <a:buNone/>
              <a:defRPr sz="2000"/>
            </a:lvl3pPr>
          </a:lstStyle>
          <a:p>
            <a:pPr lvl="0"/>
            <a:r>
              <a:rPr kumimoji="1" lang="ja-JP" altLang="en-US"/>
              <a:t>リード文の挿入１</a:t>
            </a:r>
            <a:endParaRPr kumimoji="1" lang="en-US" altLang="ja-JP"/>
          </a:p>
          <a:p>
            <a:pPr lvl="0"/>
            <a:endParaRPr kumimoji="1" lang="en-US" altLang="ja-JP"/>
          </a:p>
          <a:p>
            <a:pPr lvl="0"/>
            <a:endParaRPr kumimoji="1" lang="en-US" altLang="ja-JP"/>
          </a:p>
        </p:txBody>
      </p:sp>
      <p:sp>
        <p:nvSpPr>
          <p:cNvPr id="5" name="コンテンツ プレースホルダー 15">
            <a:extLst>
              <a:ext uri="{FF2B5EF4-FFF2-40B4-BE49-F238E27FC236}">
                <a16:creationId xmlns:a16="http://schemas.microsoft.com/office/drawing/2014/main" id="{09D99E4F-AF0E-12A7-500D-3AFD564569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80991" y="1633491"/>
            <a:ext cx="11691453" cy="4767307"/>
          </a:xfrm>
          <a:prstGeom prst="rect">
            <a:avLst/>
          </a:prstGeom>
        </p:spPr>
        <p:txBody>
          <a:bodyPr/>
          <a:lstStyle>
            <a:lvl1pPr marL="259204" indent="-259204">
              <a:lnSpc>
                <a:spcPct val="120000"/>
              </a:lnSpc>
              <a:spcBef>
                <a:spcPts val="544"/>
              </a:spcBef>
              <a:buFont typeface="Wingdings" panose="05000000000000000000" pitchFamily="2" charset="2"/>
              <a:buChar char="n"/>
              <a:defRPr sz="2000"/>
            </a:lvl1pPr>
            <a:lvl2pPr marL="568811" marR="0" indent="-279365" algn="l" defTabSz="82945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 sz="2000"/>
            </a:lvl2pPr>
            <a:lvl3pPr marL="810736" marR="0" indent="-259204" algn="l" defTabSz="82945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 sz="2000"/>
            </a:lvl3pPr>
            <a:lvl4pPr marL="1061300" marR="0" indent="-279365" algn="l" defTabSz="82945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Meiryo UI" panose="020B0604030504040204" pitchFamily="50" charset="-128"/>
              <a:buChar char="–"/>
              <a:tabLst/>
              <a:defRPr sz="2000"/>
            </a:lvl4pPr>
            <a:lvl5pPr marL="1301785" marR="0" indent="-259204" algn="l" defTabSz="82945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Meiryo UI" panose="020B0604030504040204" pitchFamily="50" charset="-128"/>
              <a:buChar char="»"/>
              <a:tabLst/>
              <a:defRPr sz="2000"/>
            </a:lvl5pPr>
          </a:lstStyle>
          <a:p>
            <a:pPr lvl="0"/>
            <a:r>
              <a:rPr lang="ja-JP" altLang="en-US"/>
              <a:t>第１レベル</a:t>
            </a:r>
            <a:endParaRPr lang="en-US" altLang="ja-JP"/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  <a:endParaRPr lang="en-US" altLang="ja-JP"/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  <a:endParaRPr lang="en-US" altLang="ja-JP"/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  <a:endParaRPr lang="en-US" altLang="ja-JP"/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altLang="ja-JP"/>
          </a:p>
          <a:p>
            <a:pPr marL="1340666" marR="0" lvl="3" indent="-279365" algn="l" defTabSz="829455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US" altLang="ja-JP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28387B5-484B-51CB-2120-38FAC2A80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0991" y="115890"/>
            <a:ext cx="10420347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F0AC5D8-BE7A-333C-085F-F118B5BB0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087174-2010-37E8-BF50-4CB5EB3B7055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75475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23B54B0-61A7-2EEB-2043-7E0326F70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5A0698-E03E-3779-606A-BFD3209710B2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" y="6659573"/>
            <a:ext cx="12192000" cy="225425"/>
          </a:xfrm>
          <a:prstGeom prst="rect">
            <a:avLst/>
          </a:prstGeom>
          <a:noFill/>
          <a:ln>
            <a:noFill/>
          </a:ln>
        </p:spPr>
        <p:txBody>
          <a:bodyPr wrap="none" lIns="88118" tIns="45821" rIns="88118" bIns="45821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5pPr>
            <a:lvl6pPr marL="25146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6pPr>
            <a:lvl7pPr marL="29718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7pPr>
            <a:lvl8pPr marL="34290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8pPr>
            <a:lvl9pPr marL="3886200" indent="-228600" algn="ctr" eaLnBrk="0" fontAlgn="base" hangingPunct="0">
              <a:spcBef>
                <a:spcPct val="5000"/>
              </a:spcBef>
              <a:spcAft>
                <a:spcPct val="0"/>
              </a:spcAft>
              <a:buSzPct val="50000"/>
              <a:buChar char="•"/>
              <a:defRPr kumimoji="1" sz="1000">
                <a:solidFill>
                  <a:schemeClr val="tx1"/>
                </a:solidFill>
                <a:latin typeface="HGS創英角ｺﾞｼｯｸUB" pitchFamily="50" charset="-128"/>
                <a:ea typeface="HGS創英角ｺﾞｼｯｸUB" pitchFamily="50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20000"/>
              </a:spcBef>
              <a:defRPr/>
            </a:pPr>
            <a:r>
              <a:rPr lang="en-US" altLang="ja-JP" sz="783">
                <a:latin typeface="+mn-lt"/>
              </a:rPr>
              <a:t>© INTLOOP</a:t>
            </a:r>
            <a:r>
              <a:rPr lang="ja-JP" altLang="en-US" sz="783">
                <a:latin typeface="+mn-lt"/>
              </a:rPr>
              <a:t> </a:t>
            </a:r>
            <a:r>
              <a:rPr lang="en-US" altLang="ja-JP" sz="783">
                <a:latin typeface="+mn-lt"/>
              </a:rPr>
              <a:t>Strategy Inc. All rights, reserved.</a:t>
            </a:r>
            <a:r>
              <a:rPr lang="ja-JP" altLang="en-US" sz="783">
                <a:latin typeface="+mn-lt"/>
              </a:rPr>
              <a:t>　</a:t>
            </a:r>
            <a:r>
              <a:rPr lang="en-US" altLang="ja-JP" sz="783">
                <a:latin typeface="+mn-lt"/>
              </a:rPr>
              <a:t>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51148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7649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tags" Target="../tags/tag1.xml"/><Relationship Id="rId20" Type="http://schemas.openxmlformats.org/officeDocument/2006/relationships/image" Target="../media/image1.jpeg"/><Relationship Id="rId21" Type="http://schemas.openxmlformats.org/officeDocument/2006/relationships/oleObject" Target="../embeddings/oleObject1.bin"/><Relationship Id="rId22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4302BD8-8467-23CF-20D4-877775ABBA6B}"/>
              </a:ext>
            </a:extLst>
          </p:cNvPr>
          <p:cNvGraphicFramePr>
            <a:graphicFrameLocks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454628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1" imgW="606" imgH="608" progId="TCLayout.ActiveDocument.1">
                  <p:embed/>
                </p:oleObj>
              </mc:Choice>
              <mc:Fallback>
                <p:oleObj name="thinkcellスライド" r:id="rId21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302BD8-8467-23CF-20D4-877775ABBA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A7B9C1-3DEA-15F0-C9B9-A9132B7C8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8630" y="64895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3344C913-8B6A-184F-9D73-5173E441A31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6201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3" r:id="rId10"/>
    <p:sldLayoutId id="2147483677" r:id="rId11"/>
    <p:sldLayoutId id="2147483681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35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GS創英角ｺﾞｼｯｸUB" pitchFamily="50" charset="-128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35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GS創英角ｺﾞｼｯｸUB" pitchFamily="50" charset="-128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35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GS創英角ｺﾞｼｯｸUB" pitchFamily="50" charset="-128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35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GS創英角ｺﾞｼｯｸUB" pitchFamily="50" charset="-128"/>
          <a:ea typeface="ＭＳ Ｐゴシック" pitchFamily="50" charset="-128"/>
        </a:defRPr>
      </a:lvl5pPr>
      <a:lvl6pPr marL="447615" algn="l" rtl="0" eaLnBrk="1" fontAlgn="base" hangingPunct="1">
        <a:spcBef>
          <a:spcPct val="0"/>
        </a:spcBef>
        <a:spcAft>
          <a:spcPct val="0"/>
        </a:spcAft>
        <a:defRPr kumimoji="1" sz="235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GS創英角ｺﾞｼｯｸUB" pitchFamily="50" charset="-128"/>
          <a:ea typeface="ＭＳ Ｐゴシック" pitchFamily="50" charset="-128"/>
        </a:defRPr>
      </a:lvl6pPr>
      <a:lvl7pPr marL="895231" algn="l" rtl="0" eaLnBrk="1" fontAlgn="base" hangingPunct="1">
        <a:spcBef>
          <a:spcPct val="0"/>
        </a:spcBef>
        <a:spcAft>
          <a:spcPct val="0"/>
        </a:spcAft>
        <a:defRPr kumimoji="1" sz="235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GS創英角ｺﾞｼｯｸUB" pitchFamily="50" charset="-128"/>
          <a:ea typeface="ＭＳ Ｐゴシック" pitchFamily="50" charset="-128"/>
        </a:defRPr>
      </a:lvl7pPr>
      <a:lvl8pPr marL="1342847" algn="l" rtl="0" eaLnBrk="1" fontAlgn="base" hangingPunct="1">
        <a:spcBef>
          <a:spcPct val="0"/>
        </a:spcBef>
        <a:spcAft>
          <a:spcPct val="0"/>
        </a:spcAft>
        <a:defRPr kumimoji="1" sz="235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GS創英角ｺﾞｼｯｸUB" pitchFamily="50" charset="-128"/>
          <a:ea typeface="ＭＳ Ｐゴシック" pitchFamily="50" charset="-128"/>
        </a:defRPr>
      </a:lvl8pPr>
      <a:lvl9pPr marL="1790463" algn="l" rtl="0" eaLnBrk="1" fontAlgn="base" hangingPunct="1">
        <a:spcBef>
          <a:spcPct val="0"/>
        </a:spcBef>
        <a:spcAft>
          <a:spcPct val="0"/>
        </a:spcAft>
        <a:defRPr kumimoji="1" sz="235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HGS創英角ｺﾞｼｯｸUB" pitchFamily="50" charset="-128"/>
          <a:ea typeface="ＭＳ Ｐゴシック" pitchFamily="50" charset="-128"/>
        </a:defRPr>
      </a:lvl9pPr>
    </p:titleStyle>
    <p:bodyStyle>
      <a:lvl1pPr marL="0" marR="0" indent="0" algn="l" defTabSz="829455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None/>
        <a:tabLst/>
        <a:defRPr kumimoji="1" sz="1633">
          <a:solidFill>
            <a:schemeClr val="tx1"/>
          </a:solidFill>
          <a:latin typeface="+mn-lt"/>
          <a:ea typeface="+mn-ea"/>
          <a:cs typeface="+mn-cs"/>
        </a:defRPr>
      </a:lvl1pPr>
      <a:lvl2pPr marL="727376" marR="0" indent="-279760" algn="l" defTabSz="829455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Wingdings" panose="05000000000000000000" pitchFamily="2" charset="2"/>
        <a:buChar char="l"/>
        <a:tabLst/>
        <a:defRPr kumimoji="1" sz="1633">
          <a:solidFill>
            <a:schemeClr val="tx1"/>
          </a:solidFill>
          <a:latin typeface="+mn-lt"/>
          <a:ea typeface="+mn-ea"/>
        </a:defRPr>
      </a:lvl2pPr>
      <a:lvl3pPr marL="1119038" marR="0" indent="-223807" algn="l" defTabSz="829455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tabLst/>
        <a:defRPr kumimoji="1" sz="1633">
          <a:solidFill>
            <a:schemeClr val="tx1"/>
          </a:solidFill>
          <a:latin typeface="+mn-lt"/>
          <a:ea typeface="+mn-ea"/>
        </a:defRPr>
      </a:lvl3pPr>
      <a:lvl4pPr marL="1566655" marR="0" indent="-223807" algn="l" defTabSz="829455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tabLst/>
        <a:defRPr kumimoji="1" sz="1633">
          <a:solidFill>
            <a:schemeClr val="tx1"/>
          </a:solidFill>
          <a:latin typeface="+mn-lt"/>
          <a:ea typeface="+mn-ea"/>
        </a:defRPr>
      </a:lvl4pPr>
      <a:lvl5pPr marL="2014272" marR="0" indent="-223807" algn="l" defTabSz="829455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tabLst/>
        <a:defRPr kumimoji="1" sz="1633">
          <a:solidFill>
            <a:schemeClr val="tx1"/>
          </a:solidFill>
          <a:latin typeface="+mn-lt"/>
          <a:ea typeface="+mn-ea"/>
        </a:defRPr>
      </a:lvl5pPr>
      <a:lvl6pPr marL="2461886" indent="-223807" algn="l" rtl="0" eaLnBrk="1" fontAlgn="base" hangingPunct="1">
        <a:spcBef>
          <a:spcPct val="20000"/>
        </a:spcBef>
        <a:spcAft>
          <a:spcPct val="0"/>
        </a:spcAft>
        <a:buChar char="»"/>
        <a:defRPr kumimoji="1" sz="1959">
          <a:solidFill>
            <a:schemeClr val="tx1"/>
          </a:solidFill>
          <a:latin typeface="+mn-lt"/>
          <a:ea typeface="+mn-ea"/>
        </a:defRPr>
      </a:lvl6pPr>
      <a:lvl7pPr marL="2909502" indent="-223807" algn="l" rtl="0" eaLnBrk="1" fontAlgn="base" hangingPunct="1">
        <a:spcBef>
          <a:spcPct val="20000"/>
        </a:spcBef>
        <a:spcAft>
          <a:spcPct val="0"/>
        </a:spcAft>
        <a:buChar char="»"/>
        <a:defRPr kumimoji="1" sz="1959">
          <a:solidFill>
            <a:schemeClr val="tx1"/>
          </a:solidFill>
          <a:latin typeface="+mn-lt"/>
          <a:ea typeface="+mn-ea"/>
        </a:defRPr>
      </a:lvl7pPr>
      <a:lvl8pPr marL="3357117" indent="-223807" algn="l" rtl="0" eaLnBrk="1" fontAlgn="base" hangingPunct="1">
        <a:spcBef>
          <a:spcPct val="20000"/>
        </a:spcBef>
        <a:spcAft>
          <a:spcPct val="0"/>
        </a:spcAft>
        <a:buChar char="»"/>
        <a:defRPr kumimoji="1" sz="1959">
          <a:solidFill>
            <a:schemeClr val="tx1"/>
          </a:solidFill>
          <a:latin typeface="+mn-lt"/>
          <a:ea typeface="+mn-ea"/>
        </a:defRPr>
      </a:lvl8pPr>
      <a:lvl9pPr marL="3804733" indent="-223807" algn="l" rtl="0" eaLnBrk="1" fontAlgn="base" hangingPunct="1">
        <a:spcBef>
          <a:spcPct val="20000"/>
        </a:spcBef>
        <a:spcAft>
          <a:spcPct val="0"/>
        </a:spcAft>
        <a:buChar char="»"/>
        <a:defRPr kumimoji="1" sz="1959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895231" rtl="0" eaLnBrk="1" latinLnBrk="0" hangingPunct="1">
        <a:defRPr kumimoji="1" sz="1763" kern="1200">
          <a:solidFill>
            <a:schemeClr val="tx1"/>
          </a:solidFill>
          <a:latin typeface="+mn-lt"/>
          <a:ea typeface="+mn-ea"/>
          <a:cs typeface="+mn-cs"/>
        </a:defRPr>
      </a:lvl1pPr>
      <a:lvl2pPr marL="447615" algn="l" defTabSz="895231" rtl="0" eaLnBrk="1" latinLnBrk="0" hangingPunct="1">
        <a:defRPr kumimoji="1" sz="1763" kern="1200">
          <a:solidFill>
            <a:schemeClr val="tx1"/>
          </a:solidFill>
          <a:latin typeface="+mn-lt"/>
          <a:ea typeface="+mn-ea"/>
          <a:cs typeface="+mn-cs"/>
        </a:defRPr>
      </a:lvl2pPr>
      <a:lvl3pPr marL="895231" algn="l" defTabSz="895231" rtl="0" eaLnBrk="1" latinLnBrk="0" hangingPunct="1">
        <a:defRPr kumimoji="1" sz="1763" kern="1200">
          <a:solidFill>
            <a:schemeClr val="tx1"/>
          </a:solidFill>
          <a:latin typeface="+mn-lt"/>
          <a:ea typeface="+mn-ea"/>
          <a:cs typeface="+mn-cs"/>
        </a:defRPr>
      </a:lvl3pPr>
      <a:lvl4pPr marL="1342847" algn="l" defTabSz="895231" rtl="0" eaLnBrk="1" latinLnBrk="0" hangingPunct="1">
        <a:defRPr kumimoji="1" sz="1763" kern="1200">
          <a:solidFill>
            <a:schemeClr val="tx1"/>
          </a:solidFill>
          <a:latin typeface="+mn-lt"/>
          <a:ea typeface="+mn-ea"/>
          <a:cs typeface="+mn-cs"/>
        </a:defRPr>
      </a:lvl4pPr>
      <a:lvl5pPr marL="1790463" algn="l" defTabSz="895231" rtl="0" eaLnBrk="1" latinLnBrk="0" hangingPunct="1">
        <a:defRPr kumimoji="1" sz="1763" kern="1200">
          <a:solidFill>
            <a:schemeClr val="tx1"/>
          </a:solidFill>
          <a:latin typeface="+mn-lt"/>
          <a:ea typeface="+mn-ea"/>
          <a:cs typeface="+mn-cs"/>
        </a:defRPr>
      </a:lvl5pPr>
      <a:lvl6pPr marL="2238078" algn="l" defTabSz="895231" rtl="0" eaLnBrk="1" latinLnBrk="0" hangingPunct="1">
        <a:defRPr kumimoji="1" sz="1763" kern="1200">
          <a:solidFill>
            <a:schemeClr val="tx1"/>
          </a:solidFill>
          <a:latin typeface="+mn-lt"/>
          <a:ea typeface="+mn-ea"/>
          <a:cs typeface="+mn-cs"/>
        </a:defRPr>
      </a:lvl6pPr>
      <a:lvl7pPr marL="2685695" algn="l" defTabSz="895231" rtl="0" eaLnBrk="1" latinLnBrk="0" hangingPunct="1">
        <a:defRPr kumimoji="1" sz="1763" kern="1200">
          <a:solidFill>
            <a:schemeClr val="tx1"/>
          </a:solidFill>
          <a:latin typeface="+mn-lt"/>
          <a:ea typeface="+mn-ea"/>
          <a:cs typeface="+mn-cs"/>
        </a:defRPr>
      </a:lvl7pPr>
      <a:lvl8pPr marL="3133309" algn="l" defTabSz="895231" rtl="0" eaLnBrk="1" latinLnBrk="0" hangingPunct="1">
        <a:defRPr kumimoji="1" sz="1763" kern="1200">
          <a:solidFill>
            <a:schemeClr val="tx1"/>
          </a:solidFill>
          <a:latin typeface="+mn-lt"/>
          <a:ea typeface="+mn-ea"/>
          <a:cs typeface="+mn-cs"/>
        </a:defRPr>
      </a:lvl8pPr>
      <a:lvl9pPr marL="3580925" algn="l" defTabSz="895231" rtl="0" eaLnBrk="1" latinLnBrk="0" hangingPunct="1">
        <a:defRPr kumimoji="1" sz="17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>
          <p15:clr>
            <a:srgbClr val="F26B43"/>
          </p15:clr>
        </p15:guide>
        <p15:guide id="2" pos="423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81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370B-263A-DFB2-7EAD-32AEF543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B451CD-6725-EF30-A898-515841A8F78B}"/>
              </a:ext>
            </a:extLst>
          </p:cNvPr>
          <p:cNvSpPr/>
          <p:nvPr/>
        </p:nvSpPr>
        <p:spPr>
          <a:xfrm>
            <a:off x="9189720" y="182880"/>
            <a:ext cx="15544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INTS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assets/intloop_logo.png">
            <a:extLst>
              <a:ext uri="{FF2B5EF4-FFF2-40B4-BE49-F238E27FC236}">
                <a16:creationId xmlns:a16="http://schemas.microsoft.com/office/drawing/2014/main" id="{71048822-656D-F993-EF67-AC2A12794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64592"/>
            <a:ext cx="1005840" cy="384048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7DA283F2-3CBF-6754-8B6B-3E8741C8F255}"/>
              </a:ext>
            </a:extLst>
          </p:cNvPr>
          <p:cNvSpPr/>
          <p:nvPr/>
        </p:nvSpPr>
        <p:spPr>
          <a:xfrm>
            <a:off x="338328" y="91440"/>
            <a:ext cx="2587752" cy="274320"/>
          </a:xfrm>
          <a:prstGeom prst="rect">
            <a:avLst/>
          </a:prstGeom>
          <a:solidFill>
            <a:srgbClr val="00396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0C883CC-B353-A2B7-4CB3-5AC57F6CAC4F}"/>
              </a:ext>
            </a:extLst>
          </p:cNvPr>
          <p:cNvSpPr/>
          <p:nvPr/>
        </p:nvSpPr>
        <p:spPr>
          <a:xfrm>
            <a:off x="338328" y="91440"/>
            <a:ext cx="2587752" cy="274320"/>
          </a:xfrm>
          <a:prstGeom prst="rect">
            <a:avLst/>
          </a:prstGeom>
          <a:noFill/>
          <a:ln/>
        </p:spPr>
        <p:txBody>
          <a:bodyPr wrap="none" lIns="0" tIns="1016" rIns="1016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９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. </a:t>
            </a: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タイトル別稼働率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9E0AA4A-688F-2AC1-B3E2-6B401DDC8D26}"/>
              </a:ext>
            </a:extLst>
          </p:cNvPr>
          <p:cNvSpPr/>
          <p:nvPr/>
        </p:nvSpPr>
        <p:spPr>
          <a:xfrm>
            <a:off x="3383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SM</a:t>
            </a:r>
            <a:r>
              <a:rPr kumimoji="0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以上タイトル別個人別稼働率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assets/gradient_bar_horizontal.png">
            <a:extLst>
              <a:ext uri="{FF2B5EF4-FFF2-40B4-BE49-F238E27FC236}">
                <a16:creationId xmlns:a16="http://schemas.microsoft.com/office/drawing/2014/main" id="{A5CCCC26-DDC9-5007-E279-8DB5B79C4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1695"/>
            <a:ext cx="12191695" cy="10973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D2B4D312-DD58-AD7F-B9AF-18A1A8A4CE8F}"/>
              </a:ext>
            </a:extLst>
          </p:cNvPr>
          <p:cNvSpPr/>
          <p:nvPr/>
        </p:nvSpPr>
        <p:spPr>
          <a:xfrm>
            <a:off x="338328" y="859536"/>
            <a:ext cx="1147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月は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MD</a:t>
            </a:r>
            <a:r>
              <a:rPr kumimoji="0" lang="ja-JP" altLang="en-US" sz="1400" b="1">
                <a:solidFill>
                  <a:srgbClr val="003965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39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％と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</a:t>
            </a:r>
            <a:r>
              <a:rPr kumimoji="0" lang="ja-JP" altLang="en-US" sz="1400" b="1">
                <a:solidFill>
                  <a:srgbClr val="003965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28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％が目標を下回っているが、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9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月中旬からどちらも目標達成の見込み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E3A72F7-0127-6DA5-DCF8-BD8DBA1C5435}"/>
              </a:ext>
            </a:extLst>
          </p:cNvPr>
          <p:cNvSpPr/>
          <p:nvPr/>
        </p:nvSpPr>
        <p:spPr>
          <a:xfrm>
            <a:off x="338328" y="6492240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5DC4E07-7E5F-64BE-65A3-CC586D61B5EB}"/>
              </a:ext>
            </a:extLst>
          </p:cNvPr>
          <p:cNvSpPr/>
          <p:nvPr/>
        </p:nvSpPr>
        <p:spPr>
          <a:xfrm>
            <a:off x="338328" y="651967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進捗率＝実績÷比較値。値は記入例。来年度以降も同フォーマットで昨年同月実績を継続表示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E18D638-35C3-CB1E-1A4A-B3487954D4DA}"/>
              </a:ext>
            </a:extLst>
          </p:cNvPr>
          <p:cNvSpPr/>
          <p:nvPr/>
        </p:nvSpPr>
        <p:spPr>
          <a:xfrm>
            <a:off x="338328" y="668426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© INTLOOP　Inc.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5BF32F3-85D5-15CF-CCB6-00A8B4F0512B}"/>
              </a:ext>
            </a:extLst>
          </p:cNvPr>
          <p:cNvSpPr/>
          <p:nvPr/>
        </p:nvSpPr>
        <p:spPr>
          <a:xfrm>
            <a:off x="11521440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1BBBF40-3936-3A5D-1C0E-D739385BF35E}"/>
              </a:ext>
            </a:extLst>
          </p:cNvPr>
          <p:cNvSpPr/>
          <p:nvPr/>
        </p:nvSpPr>
        <p:spPr>
          <a:xfrm>
            <a:off x="9418320" y="1280160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（単位：百万円）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C6507752-25EC-FE34-AD5C-718C3F495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757027"/>
              </p:ext>
            </p:extLst>
          </p:nvPr>
        </p:nvGraphicFramePr>
        <p:xfrm>
          <a:off x="516466" y="1261872"/>
          <a:ext cx="11159067" cy="5120628"/>
        </p:xfrm>
        <a:graphic>
          <a:graphicData uri="http://schemas.openxmlformats.org/drawingml/2006/table">
            <a:tbl>
              <a:tblPr/>
              <a:tblGrid>
                <a:gridCol w="1330645">
                  <a:extLst>
                    <a:ext uri="{9D8B030D-6E8A-4147-A177-3AD203B41FA5}">
                      <a16:colId xmlns:a16="http://schemas.microsoft.com/office/drawing/2014/main" val="1510504414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3703265375"/>
                    </a:ext>
                  </a:extLst>
                </a:gridCol>
                <a:gridCol w="369053">
                  <a:extLst>
                    <a:ext uri="{9D8B030D-6E8A-4147-A177-3AD203B41FA5}">
                      <a16:colId xmlns:a16="http://schemas.microsoft.com/office/drawing/2014/main" val="884767331"/>
                    </a:ext>
                  </a:extLst>
                </a:gridCol>
                <a:gridCol w="628311">
                  <a:extLst>
                    <a:ext uri="{9D8B030D-6E8A-4147-A177-3AD203B41FA5}">
                      <a16:colId xmlns:a16="http://schemas.microsoft.com/office/drawing/2014/main" val="3063573209"/>
                    </a:ext>
                  </a:extLst>
                </a:gridCol>
                <a:gridCol w="759209">
                  <a:extLst>
                    <a:ext uri="{9D8B030D-6E8A-4147-A177-3AD203B41FA5}">
                      <a16:colId xmlns:a16="http://schemas.microsoft.com/office/drawing/2014/main" val="1478863306"/>
                    </a:ext>
                  </a:extLst>
                </a:gridCol>
                <a:gridCol w="410151">
                  <a:extLst>
                    <a:ext uri="{9D8B030D-6E8A-4147-A177-3AD203B41FA5}">
                      <a16:colId xmlns:a16="http://schemas.microsoft.com/office/drawing/2014/main" val="883212246"/>
                    </a:ext>
                  </a:extLst>
                </a:gridCol>
                <a:gridCol w="6638713">
                  <a:extLst>
                    <a:ext uri="{9D8B030D-6E8A-4147-A177-3AD203B41FA5}">
                      <a16:colId xmlns:a16="http://schemas.microsoft.com/office/drawing/2014/main" val="187685687"/>
                    </a:ext>
                  </a:extLst>
                </a:gridCol>
              </a:tblGrid>
              <a:tr h="17132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Practice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名前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役職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稼働率</a:t>
                      </a:r>
                      <a:r>
                        <a:rPr lang="en-US" alt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ja-JP" sz="1000" b="0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000" b="1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未達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indent="0" algn="l" fontAlgn="ctr">
                        <a:buNone/>
                      </a:pPr>
                      <a:r>
                        <a:rPr lang="ja-JP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状況説明（</a:t>
                      </a:r>
                      <a:r>
                        <a:rPr lang="ja-JP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稼働見込み、</a:t>
                      </a:r>
                      <a:r>
                        <a:rPr lang="ja-JP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営業活動中のパイプライン）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313796"/>
                  </a:ext>
                </a:extLst>
              </a:tr>
              <a:tr h="17132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目標</a:t>
                      </a:r>
                      <a:endParaRPr lang="ja-JP" sz="1000" b="0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ja-JP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月実績</a:t>
                      </a:r>
                      <a:endParaRPr lang="ja-JP" sz="1000" b="1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1836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MD平均 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MD</a:t>
                      </a:r>
                      <a:r>
                        <a:rPr lang="ja-JP" altLang="en-US" sz="1000" b="0" i="0" u="none" strike="noStrike" kern="1200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292565"/>
                  </a:ext>
                </a:extLst>
              </a:tr>
              <a:tr h="196179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Transportation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深谷 匡隆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179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Technology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加藤 節雄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910253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Telecom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渋谷 賢吾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351538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Corporate Finance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池田 正昭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02060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Technology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藤川 真一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11月達成見込み：11月日立検討中 40%、10月エアウオーター20％提案中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140739"/>
                  </a:ext>
                </a:extLst>
              </a:tr>
              <a:tr h="194831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Cyber Security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吉田 卓史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9月達成済　54％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60897"/>
                  </a:ext>
                </a:extLst>
              </a:tr>
              <a:tr h="178458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Public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大塩 大輔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10月達成見込み：年金9/28~3%  NTTデータアイ 10/1~ 10%  東京水道10/1~3%　国税10月~ +5%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40748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D</a:t>
                      </a:r>
                      <a:r>
                        <a:rPr lang="ja-JP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平均 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220035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Finance Service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藤澤 賢成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936876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Construction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高橋 敦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313515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AI &amp; Data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高橋 聖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297026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Automotive Mobility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高橋 新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9793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Technology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福島 毅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07733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Consumer &amp;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中尾 亮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JRH14%、博報堂10中~+25%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935660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Public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玉井 俊行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９月達成済　65％：東京水道10/1~15%  プレステージ 10/1~ 10%  IBM 10/1~ 1%  METI 10/1~ 15%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19322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Public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上瀬 剛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10月達成見込み：観光庁 各国調査40%  旅館業法30%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086123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SM</a:t>
                      </a:r>
                      <a:r>
                        <a:rPr lang="ja-JP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平均 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782452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Transportation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青山 太郎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890943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Public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與儀 博紀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848486"/>
                  </a:ext>
                </a:extLst>
              </a:tr>
              <a:tr h="238232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Corporate Finance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平田 健太郎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73887"/>
                  </a:ext>
                </a:extLst>
              </a:tr>
              <a:tr h="242383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AI &amp; Data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上野 務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473870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Corporate Finance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Abe Tomoyuki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969696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Technology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宮下 晃一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97160"/>
                  </a:ext>
                </a:extLst>
              </a:tr>
            </a:tbl>
          </a:graphicData>
        </a:graphic>
      </p:graphicFrame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0705789-EDD3-0321-97C1-E7D9706EB9C8}"/>
              </a:ext>
            </a:extLst>
          </p:cNvPr>
          <p:cNvSpPr/>
          <p:nvPr/>
        </p:nvSpPr>
        <p:spPr>
          <a:xfrm>
            <a:off x="9361169" y="962025"/>
            <a:ext cx="18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516033D-B45A-134F-DAC8-F1DC4E006AA4}"/>
              </a:ext>
            </a:extLst>
          </p:cNvPr>
          <p:cNvSpPr txBox="1"/>
          <p:nvPr/>
        </p:nvSpPr>
        <p:spPr>
          <a:xfrm>
            <a:off x="8872633" y="926287"/>
            <a:ext cx="35328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凡例：　　　　稼働率　目標未達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313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6AD60-8745-5756-ACE1-54888F31A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2948B1-7B74-E3D0-A546-B4220BF74A93}"/>
              </a:ext>
            </a:extLst>
          </p:cNvPr>
          <p:cNvSpPr/>
          <p:nvPr/>
        </p:nvSpPr>
        <p:spPr>
          <a:xfrm>
            <a:off x="9189720" y="182880"/>
            <a:ext cx="155448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INTS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assets/intloop_logo.png">
            <a:extLst>
              <a:ext uri="{FF2B5EF4-FFF2-40B4-BE49-F238E27FC236}">
                <a16:creationId xmlns:a16="http://schemas.microsoft.com/office/drawing/2014/main" id="{BE93E5D7-0E31-C52C-89B9-82639FE8A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64592"/>
            <a:ext cx="1005840" cy="384048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9DC40EED-D5F4-92B3-48DE-1BFAA288B75E}"/>
              </a:ext>
            </a:extLst>
          </p:cNvPr>
          <p:cNvSpPr/>
          <p:nvPr/>
        </p:nvSpPr>
        <p:spPr>
          <a:xfrm>
            <a:off x="338328" y="91440"/>
            <a:ext cx="2587752" cy="274320"/>
          </a:xfrm>
          <a:prstGeom prst="rect">
            <a:avLst/>
          </a:prstGeom>
          <a:solidFill>
            <a:srgbClr val="00396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2F931C1-02D5-F59B-6384-C3A17BB0882D}"/>
              </a:ext>
            </a:extLst>
          </p:cNvPr>
          <p:cNvSpPr/>
          <p:nvPr/>
        </p:nvSpPr>
        <p:spPr>
          <a:xfrm>
            <a:off x="338328" y="91440"/>
            <a:ext cx="2587752" cy="274320"/>
          </a:xfrm>
          <a:prstGeom prst="rect">
            <a:avLst/>
          </a:prstGeom>
          <a:noFill/>
          <a:ln/>
        </p:spPr>
        <p:txBody>
          <a:bodyPr wrap="none" lIns="0" tIns="1016" rIns="1016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９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. </a:t>
            </a:r>
            <a:r>
              <a:rPr kumimoji="0" lang="ja-JP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タイトル別稼働率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1938E6-DD5E-551B-8DFD-3F31A3450F58}"/>
              </a:ext>
            </a:extLst>
          </p:cNvPr>
          <p:cNvSpPr/>
          <p:nvPr/>
        </p:nvSpPr>
        <p:spPr>
          <a:xfrm>
            <a:off x="338328" y="384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SM</a:t>
            </a:r>
            <a:r>
              <a:rPr kumimoji="0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965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以上タイトル別個人別稼働率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assets/gradient_bar_horizontal.png">
            <a:extLst>
              <a:ext uri="{FF2B5EF4-FFF2-40B4-BE49-F238E27FC236}">
                <a16:creationId xmlns:a16="http://schemas.microsoft.com/office/drawing/2014/main" id="{351C243D-9A35-F9E4-B392-9FD05516D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1695"/>
            <a:ext cx="12191695" cy="10973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E80C83A-CF9A-B8AF-7AFF-9F78A4F48311}"/>
              </a:ext>
            </a:extLst>
          </p:cNvPr>
          <p:cNvSpPr/>
          <p:nvPr/>
        </p:nvSpPr>
        <p:spPr>
          <a:xfrm>
            <a:off x="338328" y="859536"/>
            <a:ext cx="1147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dirty="0">
                <a:solidFill>
                  <a:srgbClr val="003965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9月はD　46％が目標を下回り、個人では5名が未達。うち3名は12月までに達成見込み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8571ABF-83D1-D850-799D-DC4D340DA321}"/>
              </a:ext>
            </a:extLst>
          </p:cNvPr>
          <p:cNvSpPr/>
          <p:nvPr/>
        </p:nvSpPr>
        <p:spPr>
          <a:xfrm>
            <a:off x="338328" y="6492240"/>
            <a:ext cx="115214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8724012-DD0B-62E7-9B61-7F61671BA2F9}"/>
              </a:ext>
            </a:extLst>
          </p:cNvPr>
          <p:cNvSpPr/>
          <p:nvPr/>
        </p:nvSpPr>
        <p:spPr>
          <a:xfrm>
            <a:off x="338328" y="6519672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進捗率＝実績÷比較値。値は記入例。来年度以降も同フォーマットで昨年同月実績を継続表示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90E03B7-66EC-F2B3-DE2E-FA464CC7C490}"/>
              </a:ext>
            </a:extLst>
          </p:cNvPr>
          <p:cNvSpPr/>
          <p:nvPr/>
        </p:nvSpPr>
        <p:spPr>
          <a:xfrm>
            <a:off x="338328" y="668426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© INTLOOP　Inc.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2E5F464-892D-A41A-D73E-E008A7006A1E}"/>
              </a:ext>
            </a:extLst>
          </p:cNvPr>
          <p:cNvSpPr/>
          <p:nvPr/>
        </p:nvSpPr>
        <p:spPr>
          <a:xfrm>
            <a:off x="11521440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C5114AF-E222-D31E-BF72-17B3D5E01501}"/>
              </a:ext>
            </a:extLst>
          </p:cNvPr>
          <p:cNvSpPr/>
          <p:nvPr/>
        </p:nvSpPr>
        <p:spPr>
          <a:xfrm>
            <a:off x="9418320" y="1280160"/>
            <a:ext cx="2441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（単位：百万円）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1E71DEBD-9884-C034-01CE-2B867B0CD28F}"/>
              </a:ext>
            </a:extLst>
          </p:cNvPr>
          <p:cNvGraphicFramePr>
            <a:graphicFrameLocks noGrp="1"/>
          </p:cNvGraphicFramePr>
          <p:nvPr/>
        </p:nvGraphicFramePr>
        <p:xfrm>
          <a:off x="516466" y="1261872"/>
          <a:ext cx="11159067" cy="5120628"/>
        </p:xfrm>
        <a:graphic>
          <a:graphicData uri="http://schemas.openxmlformats.org/drawingml/2006/table">
            <a:tbl>
              <a:tblPr/>
              <a:tblGrid>
                <a:gridCol w="1330645">
                  <a:extLst>
                    <a:ext uri="{9D8B030D-6E8A-4147-A177-3AD203B41FA5}">
                      <a16:colId xmlns:a16="http://schemas.microsoft.com/office/drawing/2014/main" val="1510504414"/>
                    </a:ext>
                  </a:extLst>
                </a:gridCol>
                <a:gridCol w="1022985">
                  <a:extLst>
                    <a:ext uri="{9D8B030D-6E8A-4147-A177-3AD203B41FA5}">
                      <a16:colId xmlns:a16="http://schemas.microsoft.com/office/drawing/2014/main" val="3703265375"/>
                    </a:ext>
                  </a:extLst>
                </a:gridCol>
                <a:gridCol w="369053">
                  <a:extLst>
                    <a:ext uri="{9D8B030D-6E8A-4147-A177-3AD203B41FA5}">
                      <a16:colId xmlns:a16="http://schemas.microsoft.com/office/drawing/2014/main" val="884767331"/>
                    </a:ext>
                  </a:extLst>
                </a:gridCol>
                <a:gridCol w="628311">
                  <a:extLst>
                    <a:ext uri="{9D8B030D-6E8A-4147-A177-3AD203B41FA5}">
                      <a16:colId xmlns:a16="http://schemas.microsoft.com/office/drawing/2014/main" val="3063573209"/>
                    </a:ext>
                  </a:extLst>
                </a:gridCol>
                <a:gridCol w="759209">
                  <a:extLst>
                    <a:ext uri="{9D8B030D-6E8A-4147-A177-3AD203B41FA5}">
                      <a16:colId xmlns:a16="http://schemas.microsoft.com/office/drawing/2014/main" val="1478863306"/>
                    </a:ext>
                  </a:extLst>
                </a:gridCol>
                <a:gridCol w="759209">
                  <a:extLst>
                    <a:ext uri="{9D8B030D-6E8A-4147-A177-3AD203B41FA5}">
                      <a16:colId xmlns:a16="http://schemas.microsoft.com/office/drawing/2014/main" val="1478863306"/>
                    </a:ext>
                  </a:extLst>
                </a:gridCol>
                <a:gridCol w="410151">
                  <a:extLst>
                    <a:ext uri="{9D8B030D-6E8A-4147-A177-3AD203B41FA5}">
                      <a16:colId xmlns:a16="http://schemas.microsoft.com/office/drawing/2014/main" val="883212246"/>
                    </a:ext>
                  </a:extLst>
                </a:gridCol>
                <a:gridCol w="5879504">
                  <a:extLst>
                    <a:ext uri="{9D8B030D-6E8A-4147-A177-3AD203B41FA5}">
                      <a16:colId xmlns:a16="http://schemas.microsoft.com/office/drawing/2014/main" val="187685687"/>
                    </a:ext>
                  </a:extLst>
                </a:gridCol>
              </a:tblGrid>
              <a:tr h="17132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Practice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名前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役職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稼働率</a:t>
                      </a:r>
                      <a:r>
                        <a:rPr lang="en-US" alt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(%)</a:t>
                      </a:r>
                      <a:endParaRPr lang="ja-JP" sz="1000" b="0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000" b="1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000" b="1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未達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 indent="0" algn="l" fontAlgn="ctr">
                        <a:buNone/>
                      </a:pPr>
                      <a:r>
                        <a:rPr lang="ja-JP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状況説明（</a:t>
                      </a:r>
                      <a:r>
                        <a:rPr lang="ja-JP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稼働見込み、</a:t>
                      </a:r>
                      <a:r>
                        <a:rPr lang="ja-JP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営業活動中のパイプライン）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313796"/>
                  </a:ext>
                </a:extLst>
              </a:tr>
              <a:tr h="17132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目標</a:t>
                      </a:r>
                      <a:endParaRPr lang="ja-JP" sz="1000" b="0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ja-JP" alt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月実績</a:t>
                      </a:r>
                      <a:endParaRPr lang="ja-JP" sz="1000" b="1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9月実績</a:t>
                      </a:r>
                      <a:endParaRPr lang="ja-JP" sz="1000" b="1" i="0" u="none" strike="noStrike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1836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MD平均 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MD</a:t>
                      </a:r>
                      <a:r>
                        <a:rPr lang="ja-JP" altLang="en-US" sz="1000" b="0" i="0" u="none" strike="noStrike" kern="1200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FFFFFF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292565"/>
                  </a:ext>
                </a:extLst>
              </a:tr>
              <a:tr h="196179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Telecom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渋谷 賢吾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179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Technology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加藤 節雄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Transportation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深谷 匡隆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Cyber Security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吉田 卓史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Corporate Finance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池田 正昭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4831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Technology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藤川 真一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11月達成見込み：11月~日立 40%確定、10月エアウオーター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60897"/>
                  </a:ext>
                </a:extLst>
              </a:tr>
              <a:tr h="178458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Public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大塩 大輔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10月達成見込み：10/12~ 48%、中小機構10/7~ 15%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608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D</a:t>
                      </a:r>
                      <a:r>
                        <a:rPr lang="ja-JP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平均 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220035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Automotive Mobility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高橋 新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52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Construction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高橋 敦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Public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玉井 俊行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AI &amp; Data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高橋 聖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Finance Service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藤澤 賢成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59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Consumer &amp;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中尾 亮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12月達成見込み：10/12~ HD営業戦略20%、12月~ JRH20%・博報堂+25%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608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Technology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福島 毅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パイプライン：富士通経由 パナ案件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608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Public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上瀬 剛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D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✓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11/1~ ドコモビジネス 15%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9608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defTabSz="914400" rtl="0" eaLnBrk="1" fontAlgn="ctr" latinLnBrk="0" hangingPunct="1">
                        <a:buNone/>
                      </a:pPr>
                      <a:r>
                        <a:rPr lang="en-US" altLang="ja-JP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SM</a:t>
                      </a:r>
                      <a:r>
                        <a:rPr lang="ja-JP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平均 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1" i="0" u="none" strike="noStrike">
                          <a:solidFill>
                            <a:schemeClr val="bg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782452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AI &amp; Data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上野 務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126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Public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與儀 博紀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238232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Transportation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青山 太郎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242383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Corporate Finance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平田 健太郎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Corporate Finance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Abe Tomoyuki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  <a:tr h="196207">
                <a:tc>
                  <a:txBody>
                    <a:bodyPr/>
                    <a:lstStyle/>
                    <a:p>
                      <a:pPr marL="85725" indent="0"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Technology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宮下 晃一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10月以降稼働なし：11月~日立(真一さん)30%</a:t>
                      </a:r>
                      <a:endParaRPr lang="ja-JP" sz="10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59197"/>
                  </a:ext>
                </a:extLst>
              </a:tr>
            </a:tbl>
          </a:graphicData>
        </a:graphic>
      </p:graphicFrame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A14B3B1-0C23-B3D3-7D22-323DF2228876}"/>
              </a:ext>
            </a:extLst>
          </p:cNvPr>
          <p:cNvSpPr/>
          <p:nvPr/>
        </p:nvSpPr>
        <p:spPr>
          <a:xfrm>
            <a:off x="9361169" y="962025"/>
            <a:ext cx="18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ECCE3F3-7CE9-B890-427F-6F577F774525}"/>
              </a:ext>
            </a:extLst>
          </p:cNvPr>
          <p:cNvSpPr txBox="1"/>
          <p:nvPr/>
        </p:nvSpPr>
        <p:spPr>
          <a:xfrm>
            <a:off x="8872633" y="926287"/>
            <a:ext cx="35328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凡例：　　　　稼働率　目標未達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88227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Strategy_ver1.0">
  <a:themeElements>
    <a:clrScheme name="INTLOOP colors">
      <a:dk1>
        <a:srgbClr val="000000"/>
      </a:dk1>
      <a:lt1>
        <a:srgbClr val="FFFFFF"/>
      </a:lt1>
      <a:dk2>
        <a:srgbClr val="033865"/>
      </a:dk2>
      <a:lt2>
        <a:srgbClr val="7F7F7F"/>
      </a:lt2>
      <a:accent1>
        <a:srgbClr val="0099CC"/>
      </a:accent1>
      <a:accent2>
        <a:srgbClr val="0087C5"/>
      </a:accent2>
      <a:accent3>
        <a:srgbClr val="6666FF"/>
      </a:accent3>
      <a:accent4>
        <a:srgbClr val="C00000"/>
      </a:accent4>
      <a:accent5>
        <a:srgbClr val="FF9900"/>
      </a:accent5>
      <a:accent6>
        <a:srgbClr val="FFC000"/>
      </a:accent6>
      <a:hlink>
        <a:srgbClr val="2D2D8A"/>
      </a:hlink>
      <a:folHlink>
        <a:srgbClr val="99CC00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175">
          <a:solidFill>
            <a:schemeClr val="tx1"/>
          </a:solidFill>
        </a:ln>
      </a:spPr>
      <a:bodyPr wrap="none" lIns="36000" tIns="36000" rIns="36000" bIns="36000" rtlCol="0" anchor="ctr">
        <a:noAutofit/>
      </a:bodyPr>
      <a:lstStyle>
        <a:defPPr algn="l">
          <a:defRPr sz="1800" dirty="0" smtClean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Pct val="50000"/>
          <a:buFontTx/>
          <a:buChar char="•"/>
          <a:tabLst/>
          <a:defRPr kumimoji="1" lang="ja-JP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GS創英角ｺﾞｼｯｸUB" pitchFamily="50" charset="-128"/>
            <a:ea typeface="HGS創英角ｺﾞｼｯｸUB" pitchFamily="50" charset="-128"/>
          </a:defRPr>
        </a:defPPr>
      </a:lstStyle>
    </a:lnDef>
    <a:txDef>
      <a:spPr>
        <a:noFill/>
      </a:spPr>
      <a:bodyPr wrap="square" rtlCol="0" anchor="t" anchorCtr="0">
        <a:noAutofit/>
      </a:bodyPr>
      <a:lstStyle>
        <a:defPPr algn="l">
          <a:spcBef>
            <a:spcPts val="600"/>
          </a:spcBef>
          <a:spcAft>
            <a:spcPts val="600"/>
          </a:spcAft>
          <a:buSzPct val="100000"/>
          <a:defRPr sz="1800" dirty="0" smtClean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2_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Sパワーポイントテンプレート_ver2" id="{595A56E1-E10C-4657-A908-1D7C61ED7D91}" vid="{B4235D12-C5A0-48E9-A7EB-3F28742A5C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82010BD85E5F14C8FB463E574287D3A" ma:contentTypeVersion="12" ma:contentTypeDescription="新しいドキュメントを作成します。" ma:contentTypeScope="" ma:versionID="eb573a6a6623fc03dbc50a823a8c9f65">
  <xsd:schema xmlns:xsd="http://www.w3.org/2001/XMLSchema" xmlns:xs="http://www.w3.org/2001/XMLSchema" xmlns:p="http://schemas.microsoft.com/office/2006/metadata/properties" xmlns:ns2="09e4370b-02e8-4186-a848-bc979d8223b9" xmlns:ns3="8e9f487b-6ed7-492e-b710-3fe1a5a7c1b8" targetNamespace="http://schemas.microsoft.com/office/2006/metadata/properties" ma:root="true" ma:fieldsID="e3899c7c20f12ac1c7c4da5eb28f914a" ns2:_="" ns3:_="">
    <xsd:import namespace="09e4370b-02e8-4186-a848-bc979d8223b9"/>
    <xsd:import namespace="8e9f487b-6ed7-492e-b710-3fe1a5a7c1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e4370b-02e8-4186-a848-bc979d8223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3a51758a-f41d-49cd-b39d-03773b5dfc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9f487b-6ed7-492e-b710-3fe1a5a7c1b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3375d80-7f4b-4767-b5ed-08d96c030009}" ma:internalName="TaxCatchAll" ma:showField="CatchAllData" ma:web="8e9f487b-6ed7-492e-b710-3fe1a5a7c1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e9f487b-6ed7-492e-b710-3fe1a5a7c1b8" xsi:nil="true"/>
    <lcf76f155ced4ddcb4097134ff3c332f xmlns="09e4370b-02e8-4186-a848-bc979d8223b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0118C54-1EEC-49DA-B9C4-5F6628ED962A}">
  <ds:schemaRefs>
    <ds:schemaRef ds:uri="09e4370b-02e8-4186-a848-bc979d8223b9"/>
    <ds:schemaRef ds:uri="8e9f487b-6ed7-492e-b710-3fe1a5a7c1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67AEB18-29AC-4CC9-BBF1-018A23B053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35348A-BAA2-439C-8E75-CD8A749B8E73}">
  <ds:schemaRefs>
    <ds:schemaRef ds:uri="09e4370b-02e8-4186-a848-bc979d8223b9"/>
    <ds:schemaRef ds:uri="3e806c6e-024f-4c1b-9ce5-6f248384c0ea"/>
    <ds:schemaRef ds:uri="512da5ce-aa93-4908-b08e-b74dbf47218f"/>
    <ds:schemaRef ds:uri="8e9f487b-6ed7-492e-b710-3fe1a5a7c1b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6a1496a9-1734-45c4-a0c9-b31163a7b386}" enabled="0" method="" siteId="{6a1496a9-1734-45c4-a0c9-b31163a7b3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20250428開催分_QBR報告フォーマット</Template>
  <TotalTime>1</TotalTime>
  <Words>676</Words>
  <Application>Microsoft Office PowerPoint</Application>
  <PresentationFormat>ワイド画面</PresentationFormat>
  <Paragraphs>300</Paragraphs>
  <Slides>2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12" baseType="lpstr">
      <vt:lpstr>BIZ UDPゴシック</vt:lpstr>
      <vt:lpstr>HGS創英角ｺﾞｼｯｸUB</vt:lpstr>
      <vt:lpstr>Meiryo UI</vt:lpstr>
      <vt:lpstr>游ゴシック</vt:lpstr>
      <vt:lpstr>Arial</vt:lpstr>
      <vt:lpstr>Calibri</vt:lpstr>
      <vt:lpstr>Wingdings</vt:lpstr>
      <vt:lpstr>1_Strategy_ver1.0</vt:lpstr>
      <vt:lpstr>Office Theme</vt:lpstr>
      <vt:lpstr>thinkcellスライド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大岡 真輝</dc:creator>
  <cp:lastModifiedBy>PC1954</cp:lastModifiedBy>
  <cp:revision>1</cp:revision>
  <cp:lastPrinted>2025-10-12T14:04:38Z</cp:lastPrinted>
  <dcterms:created xsi:type="dcterms:W3CDTF">2025-04-21T01:46:40Z</dcterms:created>
  <dcterms:modified xsi:type="dcterms:W3CDTF">2026-10-16T03:48:18Z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0x010100382010BD85E5F14C8FB463E574287D3A</vt:lpwstr>
  </property>
</Properties>
</file>