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12"/>
  </p:notesMasterIdLst>
  <p:handoutMasterIdLst>
    <p:handoutMasterId r:id="rId13"/>
  </p:handoutMasterIdLst>
  <p:sldIdLst>
    <p:sldId id="281" r:id="rId5"/>
    <p:sldId id="287" r:id="rId18"/>
    <p:sldId id="288" r:id="rId19"/>
    <p:sldId id="289" r:id="rId20"/>
    <p:sldId id="290" r:id="rId21"/>
    <p:sldId id="291" r:id="rId22"/>
    <p:sldId id="292" r:id="rId23"/>
    <p:sldId id="293" r:id="rId24"/>
    <p:sldId id="294" r:id="rId25"/>
    <p:sldId id="295" r:id="rId26"/>
    <p:sldId id="296" r:id="rId27"/>
    <p:sldId id="297" r:id="rId28"/>
    <p:sldId id="298" r:id="rId29"/>
    <p:sldId id="299" r:id="rId30"/>
    <p:sldId id="300" r:id="rId31"/>
    <p:sldId id="301" r:id="rId32"/>
    <p:sldId id="302" r:id="rId33"/>
    <p:sldId id="303" r:id="rId34"/>
    <p:sldId id="304" r:id="rId35"/>
    <p:sldId id="305" r:id="rId36"/>
    <p:sldId id="306" r:id="rId37"/>
    <p:sldId id="307" r:id="rId38"/>
    <p:sldId id="308" r:id="rId39"/>
    <p:sldId id="309" r:id="rId40"/>
    <p:sldId id="310" r:id="rId41"/>
    <p:sldId id="311" r:id="rId42"/>
    <p:sldId id="312" r:id="rId43"/>
    <p:sldId id="285" r:id="rId10"/>
    <p:sldId id="286" r:id="rId11"/>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5"/>
    <p:restoredTop sz="96327"/>
  </p:normalViewPr>
  <p:slideViewPr>
    <p:cSldViewPr snapToGrid="0">
      <p:cViewPr varScale="1">
        <p:scale>
          <a:sx n="75" d="100"/>
          <a:sy n="75" d="100"/>
        </p:scale>
        <p:origin x="300" y="36"/>
      </p:cViewPr>
      <p:guideLst/>
    </p:cSldViewPr>
  </p:slideViewPr>
  <p:notesTextViewPr>
    <p:cViewPr>
      <p:scale>
        <a:sx n="1" d="1"/>
        <a:sy n="1" d="1"/>
      </p:scale>
      <p:origin x="0" y="0"/>
    </p:cViewPr>
  </p:notesTextViewPr>
  <p:notesViewPr>
    <p:cSldViewPr snapToGrid="0">
      <p:cViewPr varScale="1">
        <p:scale>
          <a:sx n="56" d="100"/>
          <a:sy n="56" d="100"/>
        </p:scale>
        <p:origin x="2588" y="5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notesMaster" Target="notesMasters/notesMaster1.xml"/><Relationship Id="rId13" Type="http://schemas.openxmlformats.org/officeDocument/2006/relationships/handoutMaster" Target="handoutMasters/handout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a:extLst>
              <a:ext uri="{FF2B5EF4-FFF2-40B4-BE49-F238E27FC236}">
                <a16:creationId xmlns:a16="http://schemas.microsoft.com/office/drawing/2014/main" id="{AE5CAA1C-C7BA-82EC-7E87-E3D24118A26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a:extLst>
              <a:ext uri="{FF2B5EF4-FFF2-40B4-BE49-F238E27FC236}">
                <a16:creationId xmlns:a16="http://schemas.microsoft.com/office/drawing/2014/main" id="{BDBB74CF-FC8B-4172-1B5B-E9076C79C85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35A473A-E3C9-49C9-B30C-95E0442FD256}" type="datetimeFigureOut">
              <a:rPr kumimoji="1" lang="ja-JP" altLang="en-US" smtClean="0"/>
              <a:t>2026/4/13</a:t>
            </a:fld>
            <a:endParaRPr kumimoji="1" lang="ja-JP" altLang="en-US"/>
          </a:p>
        </p:txBody>
      </p:sp>
      <p:sp>
        <p:nvSpPr>
          <p:cNvPr id="4" name="フッター プレースホルダー 3">
            <a:extLst>
              <a:ext uri="{FF2B5EF4-FFF2-40B4-BE49-F238E27FC236}">
                <a16:creationId xmlns:a16="http://schemas.microsoft.com/office/drawing/2014/main" id="{7FE92328-F7A0-6C59-DDDF-85C4957F273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5" name="スライド番号プレースホルダー 4">
            <a:extLst>
              <a:ext uri="{FF2B5EF4-FFF2-40B4-BE49-F238E27FC236}">
                <a16:creationId xmlns:a16="http://schemas.microsoft.com/office/drawing/2014/main" id="{FA658CBF-F943-705E-1FCF-4E77B79B4B22}"/>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4F9B11F-CBED-4125-A22A-4A8000ACAA65}" type="slidenum">
              <a:rPr kumimoji="1" lang="ja-JP" altLang="en-US" smtClean="0"/>
              <a:t>‹#›</a:t>
            </a:fld>
            <a:endParaRPr kumimoji="1" lang="ja-JP" altLang="en-US"/>
          </a:p>
        </p:txBody>
      </p:sp>
    </p:spTree>
    <p:extLst>
      <p:ext uri="{BB962C8B-B14F-4D97-AF65-F5344CB8AC3E}">
        <p14:creationId xmlns:p14="http://schemas.microsoft.com/office/powerpoint/2010/main" val="12693249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1D945C-1212-0946-9C90-D637DBE07A34}" type="datetimeFigureOut">
              <a:rPr kumimoji="1" lang="ja-JP" altLang="en-US" smtClean="0"/>
              <a:t>2026/4/13</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5E9C79E-89DA-FD41-A360-7F9957E5B525}" type="slidenum">
              <a:rPr kumimoji="1" lang="ja-JP" altLang="en-US" smtClean="0"/>
              <a:t>‹#›</a:t>
            </a:fld>
            <a:endParaRPr kumimoji="1" lang="ja-JP" altLang="en-US"/>
          </a:p>
        </p:txBody>
      </p:sp>
    </p:spTree>
    <p:extLst>
      <p:ext uri="{BB962C8B-B14F-4D97-AF65-F5344CB8AC3E}">
        <p14:creationId xmlns:p14="http://schemas.microsoft.com/office/powerpoint/2010/main" val="2249025952"/>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1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表紙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86EEB661-9897-8A44-C81C-D1E4255E1A00}"/>
              </a:ext>
            </a:extLst>
          </p:cNvPr>
          <p:cNvSpPr>
            <a:spLocks noGrp="1"/>
          </p:cNvSpPr>
          <p:nvPr>
            <p:ph type="title"/>
          </p:nvPr>
        </p:nvSpPr>
        <p:spPr>
          <a:xfrm>
            <a:off x="821537" y="2103437"/>
            <a:ext cx="6397200" cy="1325563"/>
          </a:xfrm>
          <a:prstGeom prst="rect">
            <a:avLst/>
          </a:prstGeom>
        </p:spPr>
        <p:txBody>
          <a:bodyPr anchor="ctr"/>
          <a:lstStyle>
            <a:lvl1pPr>
              <a:defRPr sz="4000" b="1">
                <a:effectLst/>
              </a:defRPr>
            </a:lvl1pPr>
          </a:lstStyle>
          <a:p>
            <a:r>
              <a:rPr kumimoji="1" lang="ja-JP" altLang="en-US" dirty="0"/>
              <a:t>マスター タイトルの書式設定</a:t>
            </a:r>
          </a:p>
        </p:txBody>
      </p:sp>
      <p:sp>
        <p:nvSpPr>
          <p:cNvPr id="11" name="テキスト プレースホルダー 10">
            <a:extLst>
              <a:ext uri="{FF2B5EF4-FFF2-40B4-BE49-F238E27FC236}">
                <a16:creationId xmlns:a16="http://schemas.microsoft.com/office/drawing/2014/main" id="{4B2921CC-A1B2-E9DF-009A-ABBCC8C9A854}"/>
              </a:ext>
            </a:extLst>
          </p:cNvPr>
          <p:cNvSpPr>
            <a:spLocks noGrp="1"/>
          </p:cNvSpPr>
          <p:nvPr>
            <p:ph type="body" sz="quarter" idx="12" hasCustomPrompt="1"/>
          </p:nvPr>
        </p:nvSpPr>
        <p:spPr>
          <a:xfrm>
            <a:off x="821537" y="3728621"/>
            <a:ext cx="5400675" cy="860841"/>
          </a:xfrm>
          <a:prstGeom prst="rect">
            <a:avLst/>
          </a:prstGeom>
        </p:spPr>
        <p:txBody>
          <a:bodyPr/>
          <a:lstStyle>
            <a:lvl1pPr>
              <a:defRPr sz="2000">
                <a:latin typeface="+mj-lt"/>
              </a:defRPr>
            </a:lvl1pPr>
          </a:lstStyle>
          <a:p>
            <a:pPr lvl="0"/>
            <a:r>
              <a:rPr kumimoji="1" lang="en-US" altLang="ja-JP" sz="2000" dirty="0">
                <a:latin typeface="+mj-lt"/>
              </a:rPr>
              <a:t>INTLOOP</a:t>
            </a:r>
            <a:r>
              <a:rPr kumimoji="1" lang="ja-JP" altLang="en-US" sz="2000" dirty="0">
                <a:latin typeface="+mj-lt"/>
              </a:rPr>
              <a:t> </a:t>
            </a:r>
            <a:r>
              <a:rPr kumimoji="1" lang="en-US" altLang="ja-JP" sz="2000" dirty="0">
                <a:latin typeface="+mj-lt"/>
              </a:rPr>
              <a:t>Strategy</a:t>
            </a:r>
            <a:r>
              <a:rPr kumimoji="1" lang="ja-JP" altLang="en-US" sz="2000" dirty="0">
                <a:latin typeface="+mj-lt"/>
              </a:rPr>
              <a:t> 株式会社</a:t>
            </a:r>
            <a:endParaRPr kumimoji="1" lang="en-US" altLang="ja-JP" sz="2000" dirty="0">
              <a:latin typeface="+mj-lt"/>
            </a:endParaRPr>
          </a:p>
          <a:p>
            <a:pPr lvl="0"/>
            <a:r>
              <a:rPr kumimoji="1" lang="en-US" altLang="ja-JP" dirty="0" err="1"/>
              <a:t>yyyy</a:t>
            </a:r>
            <a:r>
              <a:rPr kumimoji="1" lang="ja-JP" altLang="en-US" dirty="0"/>
              <a:t>年</a:t>
            </a:r>
            <a:r>
              <a:rPr kumimoji="1" lang="en-US" altLang="ja-JP" dirty="0"/>
              <a:t>mm</a:t>
            </a:r>
            <a:r>
              <a:rPr kumimoji="1" lang="ja-JP" altLang="en-US" dirty="0"/>
              <a:t>月</a:t>
            </a:r>
            <a:r>
              <a:rPr kumimoji="1" lang="en-US" altLang="ja-JP" dirty="0"/>
              <a:t>dd</a:t>
            </a:r>
            <a:r>
              <a:rPr kumimoji="1" lang="ja-JP" altLang="en-US" dirty="0"/>
              <a:t>日</a:t>
            </a:r>
          </a:p>
        </p:txBody>
      </p:sp>
      <p:sp>
        <p:nvSpPr>
          <p:cNvPr id="10" name="Rectangle 6">
            <a:extLst>
              <a:ext uri="{FF2B5EF4-FFF2-40B4-BE49-F238E27FC236}">
                <a16:creationId xmlns:a16="http://schemas.microsoft.com/office/drawing/2014/main" id="{FD65CB81-12BB-4200-AC60-DA684D6698DA}"/>
              </a:ext>
            </a:extLst>
          </p:cNvPr>
          <p:cNvSpPr>
            <a:spLocks noChangeArrowheads="1"/>
          </p:cNvSpPr>
          <p:nvPr userDrawn="1"/>
        </p:nvSpPr>
        <p:spPr bwMode="gray">
          <a:xfrm>
            <a:off x="3019" y="6502370"/>
            <a:ext cx="10955663" cy="360000"/>
          </a:xfrm>
          <a:prstGeom prst="rect">
            <a:avLst/>
          </a:prstGeom>
          <a:noFill/>
          <a:ln>
            <a:noFill/>
          </a:ln>
        </p:spPr>
        <p:txBody>
          <a:bodyPr wrap="none" lIns="71594" tIns="37229" rIns="71594" bIns="37229" anchor="ctr"/>
          <a:lstStyle>
            <a:lvl1pPr eaLnBrk="0" hangingPunct="0">
              <a:defRPr kumimoji="1" sz="1000">
                <a:solidFill>
                  <a:schemeClr val="tx1"/>
                </a:solidFill>
                <a:latin typeface="Meiryo UI" pitchFamily="50" charset="-128"/>
                <a:ea typeface="Meiryo UI" pitchFamily="50" charset="-128"/>
              </a:defRPr>
            </a:lvl1pPr>
            <a:lvl2pPr marL="742950" indent="-285750" eaLnBrk="0" hangingPunct="0">
              <a:defRPr kumimoji="1" sz="1000">
                <a:solidFill>
                  <a:schemeClr val="tx1"/>
                </a:solidFill>
                <a:latin typeface="Meiryo UI" pitchFamily="50" charset="-128"/>
                <a:ea typeface="Meiryo UI" pitchFamily="50" charset="-128"/>
              </a:defRPr>
            </a:lvl2pPr>
            <a:lvl3pPr marL="1143000" indent="-228600" eaLnBrk="0" hangingPunct="0">
              <a:defRPr kumimoji="1" sz="1000">
                <a:solidFill>
                  <a:schemeClr val="tx1"/>
                </a:solidFill>
                <a:latin typeface="Meiryo UI" pitchFamily="50" charset="-128"/>
                <a:ea typeface="Meiryo UI" pitchFamily="50" charset="-128"/>
              </a:defRPr>
            </a:lvl3pPr>
            <a:lvl4pPr marL="1600200" indent="-228600" eaLnBrk="0" hangingPunct="0">
              <a:defRPr kumimoji="1" sz="1000">
                <a:solidFill>
                  <a:schemeClr val="tx1"/>
                </a:solidFill>
                <a:latin typeface="Meiryo UI" pitchFamily="50" charset="-128"/>
                <a:ea typeface="Meiryo UI" pitchFamily="50" charset="-128"/>
              </a:defRPr>
            </a:lvl4pPr>
            <a:lvl5pPr marL="2057400" indent="-228600" eaLnBrk="0" hangingPunct="0">
              <a:defRPr kumimoji="1" sz="1000">
                <a:solidFill>
                  <a:schemeClr val="tx1"/>
                </a:solidFill>
                <a:latin typeface="Meiryo UI" pitchFamily="50" charset="-128"/>
                <a:ea typeface="Meiryo UI" pitchFamily="50" charset="-128"/>
              </a:defRPr>
            </a:lvl5pPr>
            <a:lvl6pPr marL="25146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6pPr>
            <a:lvl7pPr marL="29718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7pPr>
            <a:lvl8pPr marL="34290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8pPr>
            <a:lvl9pPr marL="38862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9pPr>
          </a:lstStyle>
          <a:p>
            <a:pPr eaLnBrk="1" hangingPunct="1">
              <a:lnSpc>
                <a:spcPct val="70000"/>
              </a:lnSpc>
              <a:spcBef>
                <a:spcPct val="20000"/>
              </a:spcBef>
              <a:defRPr/>
            </a:pPr>
            <a:r>
              <a:rPr lang="en-US" altLang="ja-JP" sz="637">
                <a:solidFill>
                  <a:schemeClr val="bg1"/>
                </a:solidFill>
                <a:latin typeface="Meiryo UI" panose="020B0604030504040204" pitchFamily="50" charset="-128"/>
                <a:ea typeface="Meiryo UI" panose="020B0604030504040204" pitchFamily="50" charset="-128"/>
              </a:rPr>
              <a:t>© INTLOOP INC All rights, reserved.</a:t>
            </a:r>
            <a:r>
              <a:rPr lang="ja-JP" altLang="en-US" sz="637">
                <a:solidFill>
                  <a:schemeClr val="bg1"/>
                </a:solidFill>
                <a:latin typeface="Meiryo UI" panose="020B0604030504040204" pitchFamily="50" charset="-128"/>
                <a:ea typeface="Meiryo UI" panose="020B0604030504040204" pitchFamily="50" charset="-128"/>
              </a:rPr>
              <a:t>　</a:t>
            </a:r>
            <a:r>
              <a:rPr lang="en-US" altLang="ja-JP" sz="637">
                <a:solidFill>
                  <a:schemeClr val="bg1"/>
                </a:solidFill>
                <a:latin typeface="Meiryo UI" panose="020B0604030504040204" pitchFamily="50" charset="-128"/>
                <a:ea typeface="Meiryo UI" panose="020B0604030504040204" pitchFamily="50" charset="-128"/>
              </a:rPr>
              <a:t>Proprietary and Confidential</a:t>
            </a:r>
          </a:p>
        </p:txBody>
      </p:sp>
      <p:sp>
        <p:nvSpPr>
          <p:cNvPr id="4" name="Rectangle 6">
            <a:extLst>
              <a:ext uri="{FF2B5EF4-FFF2-40B4-BE49-F238E27FC236}">
                <a16:creationId xmlns:a16="http://schemas.microsoft.com/office/drawing/2014/main" id="{EDCB2787-3A75-5334-F18D-936C8C25B227}"/>
              </a:ext>
            </a:extLst>
          </p:cNvPr>
          <p:cNvSpPr>
            <a:spLocks noChangeArrowheads="1"/>
          </p:cNvSpPr>
          <p:nvPr userDrawn="1"/>
        </p:nvSpPr>
        <p:spPr bwMode="gray">
          <a:xfrm>
            <a:off x="7" y="6659573"/>
            <a:ext cx="12192000" cy="225425"/>
          </a:xfrm>
          <a:prstGeom prst="rect">
            <a:avLst/>
          </a:prstGeom>
          <a:noFill/>
          <a:ln>
            <a:noFill/>
          </a:ln>
        </p:spPr>
        <p:txBody>
          <a:bodyPr wrap="none" lIns="88118" tIns="45821" rIns="88118" bIns="45821" anchor="ctr"/>
          <a:lstStyle>
            <a:lvl1pPr eaLnBrk="0" hangingPunct="0">
              <a:defRPr kumimoji="1" sz="1000">
                <a:solidFill>
                  <a:schemeClr val="tx1"/>
                </a:solidFill>
                <a:latin typeface="Meiryo UI" pitchFamily="50" charset="-128"/>
                <a:ea typeface="Meiryo UI" pitchFamily="50" charset="-128"/>
              </a:defRPr>
            </a:lvl1pPr>
            <a:lvl2pPr marL="742950" indent="-285750" eaLnBrk="0" hangingPunct="0">
              <a:defRPr kumimoji="1" sz="1000">
                <a:solidFill>
                  <a:schemeClr val="tx1"/>
                </a:solidFill>
                <a:latin typeface="Meiryo UI" pitchFamily="50" charset="-128"/>
                <a:ea typeface="Meiryo UI" pitchFamily="50" charset="-128"/>
              </a:defRPr>
            </a:lvl2pPr>
            <a:lvl3pPr marL="1143000" indent="-228600" eaLnBrk="0" hangingPunct="0">
              <a:defRPr kumimoji="1" sz="1000">
                <a:solidFill>
                  <a:schemeClr val="tx1"/>
                </a:solidFill>
                <a:latin typeface="Meiryo UI" pitchFamily="50" charset="-128"/>
                <a:ea typeface="Meiryo UI" pitchFamily="50" charset="-128"/>
              </a:defRPr>
            </a:lvl3pPr>
            <a:lvl4pPr marL="1600200" indent="-228600" eaLnBrk="0" hangingPunct="0">
              <a:defRPr kumimoji="1" sz="1000">
                <a:solidFill>
                  <a:schemeClr val="tx1"/>
                </a:solidFill>
                <a:latin typeface="Meiryo UI" pitchFamily="50" charset="-128"/>
                <a:ea typeface="Meiryo UI" pitchFamily="50" charset="-128"/>
              </a:defRPr>
            </a:lvl4pPr>
            <a:lvl5pPr marL="2057400" indent="-228600" eaLnBrk="0" hangingPunct="0">
              <a:defRPr kumimoji="1" sz="1000">
                <a:solidFill>
                  <a:schemeClr val="tx1"/>
                </a:solidFill>
                <a:latin typeface="Meiryo UI" pitchFamily="50" charset="-128"/>
                <a:ea typeface="Meiryo UI" pitchFamily="50" charset="-128"/>
              </a:defRPr>
            </a:lvl5pPr>
            <a:lvl6pPr marL="25146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6pPr>
            <a:lvl7pPr marL="29718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7pPr>
            <a:lvl8pPr marL="34290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8pPr>
            <a:lvl9pPr marL="38862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9pPr>
          </a:lstStyle>
          <a:p>
            <a:pPr eaLnBrk="1" hangingPunct="1">
              <a:lnSpc>
                <a:spcPct val="70000"/>
              </a:lnSpc>
              <a:spcBef>
                <a:spcPct val="20000"/>
              </a:spcBef>
              <a:defRPr/>
            </a:pPr>
            <a:r>
              <a:rPr lang="en-US" altLang="ja-JP" sz="783" dirty="0">
                <a:latin typeface="+mn-lt"/>
              </a:rPr>
              <a:t>© INTLOOP</a:t>
            </a:r>
            <a:r>
              <a:rPr lang="ja-JP" altLang="en-US" sz="783" dirty="0">
                <a:latin typeface="+mn-lt"/>
              </a:rPr>
              <a:t> </a:t>
            </a:r>
            <a:r>
              <a:rPr lang="en-US" altLang="ja-JP" sz="783" dirty="0">
                <a:latin typeface="+mn-lt"/>
              </a:rPr>
              <a:t>Strategy Inc. All rights, reserved.</a:t>
            </a:r>
            <a:r>
              <a:rPr lang="ja-JP" altLang="en-US" sz="783" dirty="0">
                <a:latin typeface="+mn-lt"/>
              </a:rPr>
              <a:t>　</a:t>
            </a:r>
            <a:r>
              <a:rPr lang="en-US" altLang="ja-JP" sz="783" dirty="0">
                <a:latin typeface="+mn-lt"/>
              </a:rPr>
              <a:t>Proprietary and Confidential</a:t>
            </a:r>
          </a:p>
        </p:txBody>
      </p:sp>
      <p:sp>
        <p:nvSpPr>
          <p:cNvPr id="8" name="スライド番号プレースホルダー 2">
            <a:extLst>
              <a:ext uri="{FF2B5EF4-FFF2-40B4-BE49-F238E27FC236}">
                <a16:creationId xmlns:a16="http://schemas.microsoft.com/office/drawing/2014/main" id="{EA389AFD-51AC-45A7-B56B-A2A808A7AFAD}"/>
              </a:ext>
            </a:extLst>
          </p:cNvPr>
          <p:cNvSpPr>
            <a:spLocks noGrp="1"/>
          </p:cNvSpPr>
          <p:nvPr>
            <p:ph type="sldNum" sz="quarter" idx="4"/>
          </p:nvPr>
        </p:nvSpPr>
        <p:spPr>
          <a:xfrm>
            <a:off x="9338630" y="6489520"/>
            <a:ext cx="2743200" cy="365125"/>
          </a:xfrm>
          <a:prstGeom prst="rect">
            <a:avLst/>
          </a:prstGeom>
        </p:spPr>
        <p:txBody>
          <a:bodyPr vert="horz" lIns="91440" tIns="45720" rIns="91440" bIns="45720" rtlCol="0" anchor="ctr"/>
          <a:lstStyle>
            <a:lvl1pPr algn="r">
              <a:defRPr sz="1200" b="1">
                <a:solidFill>
                  <a:schemeClr val="tx1"/>
                </a:solidFill>
              </a:defRPr>
            </a:lvl1pPr>
          </a:lstStyle>
          <a:p>
            <a:fld id="{3344C913-8B6A-184F-9D73-5173E441A31D}" type="slidenum">
              <a:rPr lang="ja-JP" altLang="en-US" smtClean="0"/>
              <a:pPr/>
              <a:t>‹#›</a:t>
            </a:fld>
            <a:endParaRPr lang="ja-JP" altLang="en-US"/>
          </a:p>
        </p:txBody>
      </p:sp>
    </p:spTree>
    <p:extLst>
      <p:ext uri="{BB962C8B-B14F-4D97-AF65-F5344CB8AC3E}">
        <p14:creationId xmlns:p14="http://schemas.microsoft.com/office/powerpoint/2010/main" val="10544454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表紙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Rectangle 6">
            <a:extLst>
              <a:ext uri="{FF2B5EF4-FFF2-40B4-BE49-F238E27FC236}">
                <a16:creationId xmlns:a16="http://schemas.microsoft.com/office/drawing/2014/main" id="{FD65CB81-12BB-4200-AC60-DA684D6698DA}"/>
              </a:ext>
            </a:extLst>
          </p:cNvPr>
          <p:cNvSpPr>
            <a:spLocks noChangeArrowheads="1"/>
          </p:cNvSpPr>
          <p:nvPr userDrawn="1"/>
        </p:nvSpPr>
        <p:spPr bwMode="gray">
          <a:xfrm>
            <a:off x="3019" y="6502370"/>
            <a:ext cx="10955663" cy="360000"/>
          </a:xfrm>
          <a:prstGeom prst="rect">
            <a:avLst/>
          </a:prstGeom>
          <a:noFill/>
          <a:ln>
            <a:noFill/>
          </a:ln>
        </p:spPr>
        <p:txBody>
          <a:bodyPr wrap="none" lIns="71594" tIns="37229" rIns="71594" bIns="37229" anchor="ctr"/>
          <a:lstStyle>
            <a:lvl1pPr eaLnBrk="0" hangingPunct="0">
              <a:defRPr kumimoji="1" sz="1000">
                <a:solidFill>
                  <a:schemeClr val="tx1"/>
                </a:solidFill>
                <a:latin typeface="Meiryo UI" pitchFamily="50" charset="-128"/>
                <a:ea typeface="Meiryo UI" pitchFamily="50" charset="-128"/>
              </a:defRPr>
            </a:lvl1pPr>
            <a:lvl2pPr marL="742950" indent="-285750" eaLnBrk="0" hangingPunct="0">
              <a:defRPr kumimoji="1" sz="1000">
                <a:solidFill>
                  <a:schemeClr val="tx1"/>
                </a:solidFill>
                <a:latin typeface="Meiryo UI" pitchFamily="50" charset="-128"/>
                <a:ea typeface="Meiryo UI" pitchFamily="50" charset="-128"/>
              </a:defRPr>
            </a:lvl2pPr>
            <a:lvl3pPr marL="1143000" indent="-228600" eaLnBrk="0" hangingPunct="0">
              <a:defRPr kumimoji="1" sz="1000">
                <a:solidFill>
                  <a:schemeClr val="tx1"/>
                </a:solidFill>
                <a:latin typeface="Meiryo UI" pitchFamily="50" charset="-128"/>
                <a:ea typeface="Meiryo UI" pitchFamily="50" charset="-128"/>
              </a:defRPr>
            </a:lvl3pPr>
            <a:lvl4pPr marL="1600200" indent="-228600" eaLnBrk="0" hangingPunct="0">
              <a:defRPr kumimoji="1" sz="1000">
                <a:solidFill>
                  <a:schemeClr val="tx1"/>
                </a:solidFill>
                <a:latin typeface="Meiryo UI" pitchFamily="50" charset="-128"/>
                <a:ea typeface="Meiryo UI" pitchFamily="50" charset="-128"/>
              </a:defRPr>
            </a:lvl4pPr>
            <a:lvl5pPr marL="2057400" indent="-228600" eaLnBrk="0" hangingPunct="0">
              <a:defRPr kumimoji="1" sz="1000">
                <a:solidFill>
                  <a:schemeClr val="tx1"/>
                </a:solidFill>
                <a:latin typeface="Meiryo UI" pitchFamily="50" charset="-128"/>
                <a:ea typeface="Meiryo UI" pitchFamily="50" charset="-128"/>
              </a:defRPr>
            </a:lvl5pPr>
            <a:lvl6pPr marL="25146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6pPr>
            <a:lvl7pPr marL="29718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7pPr>
            <a:lvl8pPr marL="34290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8pPr>
            <a:lvl9pPr marL="38862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9pPr>
          </a:lstStyle>
          <a:p>
            <a:pPr eaLnBrk="1" hangingPunct="1">
              <a:lnSpc>
                <a:spcPct val="70000"/>
              </a:lnSpc>
              <a:spcBef>
                <a:spcPct val="20000"/>
              </a:spcBef>
              <a:defRPr/>
            </a:pPr>
            <a:r>
              <a:rPr lang="en-US" altLang="ja-JP" sz="637">
                <a:solidFill>
                  <a:schemeClr val="bg1"/>
                </a:solidFill>
                <a:latin typeface="Meiryo UI" panose="020B0604030504040204" pitchFamily="50" charset="-128"/>
                <a:ea typeface="Meiryo UI" panose="020B0604030504040204" pitchFamily="50" charset="-128"/>
              </a:rPr>
              <a:t>© INTLOOP INC All rights, reserved.</a:t>
            </a:r>
            <a:r>
              <a:rPr lang="ja-JP" altLang="en-US" sz="637">
                <a:solidFill>
                  <a:schemeClr val="bg1"/>
                </a:solidFill>
                <a:latin typeface="Meiryo UI" panose="020B0604030504040204" pitchFamily="50" charset="-128"/>
                <a:ea typeface="Meiryo UI" panose="020B0604030504040204" pitchFamily="50" charset="-128"/>
              </a:rPr>
              <a:t>　</a:t>
            </a:r>
            <a:r>
              <a:rPr lang="en-US" altLang="ja-JP" sz="637">
                <a:solidFill>
                  <a:schemeClr val="bg1"/>
                </a:solidFill>
                <a:latin typeface="Meiryo UI" panose="020B0604030504040204" pitchFamily="50" charset="-128"/>
                <a:ea typeface="Meiryo UI" panose="020B0604030504040204" pitchFamily="50" charset="-128"/>
              </a:rPr>
              <a:t>Proprietary and Confidential</a:t>
            </a:r>
          </a:p>
        </p:txBody>
      </p:sp>
      <p:sp>
        <p:nvSpPr>
          <p:cNvPr id="2" name="テキスト ボックス 1">
            <a:extLst>
              <a:ext uri="{FF2B5EF4-FFF2-40B4-BE49-F238E27FC236}">
                <a16:creationId xmlns:a16="http://schemas.microsoft.com/office/drawing/2014/main" id="{8C66A714-71CB-DFA3-41D1-8929E128813C}"/>
              </a:ext>
            </a:extLst>
          </p:cNvPr>
          <p:cNvSpPr txBox="1"/>
          <p:nvPr userDrawn="1"/>
        </p:nvSpPr>
        <p:spPr>
          <a:xfrm>
            <a:off x="9312965" y="3299791"/>
            <a:ext cx="0" cy="0"/>
          </a:xfrm>
          <a:prstGeom prst="rect">
            <a:avLst/>
          </a:prstGeom>
          <a:noFill/>
        </p:spPr>
        <p:txBody>
          <a:bodyPr wrap="none" rtlCol="0" anchor="t" anchorCtr="0">
            <a:noAutofit/>
          </a:bodyPr>
          <a:lstStyle/>
          <a:p>
            <a:pPr algn="l">
              <a:spcBef>
                <a:spcPts val="600"/>
              </a:spcBef>
              <a:spcAft>
                <a:spcPts val="600"/>
              </a:spcAft>
              <a:buSzPct val="100000"/>
            </a:pPr>
            <a:endParaRPr kumimoji="1" lang="ja-JP" altLang="en-US" sz="1800" dirty="0">
              <a:solidFill>
                <a:schemeClr val="tx1"/>
              </a:solidFill>
              <a:latin typeface="Meiryo UI" panose="020B0604030504040204" pitchFamily="50" charset="-128"/>
              <a:ea typeface="Meiryo UI" panose="020B0604030504040204" pitchFamily="50" charset="-128"/>
            </a:endParaRPr>
          </a:p>
        </p:txBody>
      </p:sp>
      <p:sp>
        <p:nvSpPr>
          <p:cNvPr id="5" name="Rectangle 6">
            <a:extLst>
              <a:ext uri="{FF2B5EF4-FFF2-40B4-BE49-F238E27FC236}">
                <a16:creationId xmlns:a16="http://schemas.microsoft.com/office/drawing/2014/main" id="{055D6A02-84A0-ED09-E2ED-D8B50229AE39}"/>
              </a:ext>
            </a:extLst>
          </p:cNvPr>
          <p:cNvSpPr>
            <a:spLocks noChangeArrowheads="1"/>
          </p:cNvSpPr>
          <p:nvPr userDrawn="1"/>
        </p:nvSpPr>
        <p:spPr bwMode="gray">
          <a:xfrm>
            <a:off x="7" y="6659573"/>
            <a:ext cx="12192000" cy="225425"/>
          </a:xfrm>
          <a:prstGeom prst="rect">
            <a:avLst/>
          </a:prstGeom>
          <a:noFill/>
          <a:ln>
            <a:noFill/>
          </a:ln>
        </p:spPr>
        <p:txBody>
          <a:bodyPr wrap="none" lIns="88118" tIns="45821" rIns="88118" bIns="45821" anchor="ctr"/>
          <a:lstStyle>
            <a:lvl1pPr eaLnBrk="0" hangingPunct="0">
              <a:defRPr kumimoji="1" sz="1000">
                <a:solidFill>
                  <a:schemeClr val="tx1"/>
                </a:solidFill>
                <a:latin typeface="Meiryo UI" pitchFamily="50" charset="-128"/>
                <a:ea typeface="Meiryo UI" pitchFamily="50" charset="-128"/>
              </a:defRPr>
            </a:lvl1pPr>
            <a:lvl2pPr marL="742950" indent="-285750" eaLnBrk="0" hangingPunct="0">
              <a:defRPr kumimoji="1" sz="1000">
                <a:solidFill>
                  <a:schemeClr val="tx1"/>
                </a:solidFill>
                <a:latin typeface="Meiryo UI" pitchFamily="50" charset="-128"/>
                <a:ea typeface="Meiryo UI" pitchFamily="50" charset="-128"/>
              </a:defRPr>
            </a:lvl2pPr>
            <a:lvl3pPr marL="1143000" indent="-228600" eaLnBrk="0" hangingPunct="0">
              <a:defRPr kumimoji="1" sz="1000">
                <a:solidFill>
                  <a:schemeClr val="tx1"/>
                </a:solidFill>
                <a:latin typeface="Meiryo UI" pitchFamily="50" charset="-128"/>
                <a:ea typeface="Meiryo UI" pitchFamily="50" charset="-128"/>
              </a:defRPr>
            </a:lvl3pPr>
            <a:lvl4pPr marL="1600200" indent="-228600" eaLnBrk="0" hangingPunct="0">
              <a:defRPr kumimoji="1" sz="1000">
                <a:solidFill>
                  <a:schemeClr val="tx1"/>
                </a:solidFill>
                <a:latin typeface="Meiryo UI" pitchFamily="50" charset="-128"/>
                <a:ea typeface="Meiryo UI" pitchFamily="50" charset="-128"/>
              </a:defRPr>
            </a:lvl4pPr>
            <a:lvl5pPr marL="2057400" indent="-228600" eaLnBrk="0" hangingPunct="0">
              <a:defRPr kumimoji="1" sz="1000">
                <a:solidFill>
                  <a:schemeClr val="tx1"/>
                </a:solidFill>
                <a:latin typeface="Meiryo UI" pitchFamily="50" charset="-128"/>
                <a:ea typeface="Meiryo UI" pitchFamily="50" charset="-128"/>
              </a:defRPr>
            </a:lvl5pPr>
            <a:lvl6pPr marL="25146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6pPr>
            <a:lvl7pPr marL="29718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7pPr>
            <a:lvl8pPr marL="34290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8pPr>
            <a:lvl9pPr marL="38862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9pPr>
          </a:lstStyle>
          <a:p>
            <a:pPr eaLnBrk="1" hangingPunct="1">
              <a:lnSpc>
                <a:spcPct val="70000"/>
              </a:lnSpc>
              <a:spcBef>
                <a:spcPct val="20000"/>
              </a:spcBef>
              <a:defRPr/>
            </a:pPr>
            <a:r>
              <a:rPr lang="en-US" altLang="ja-JP" sz="783" dirty="0">
                <a:latin typeface="+mn-lt"/>
              </a:rPr>
              <a:t>© INTLOOP</a:t>
            </a:r>
            <a:r>
              <a:rPr lang="ja-JP" altLang="en-US" sz="783" dirty="0">
                <a:latin typeface="+mn-lt"/>
              </a:rPr>
              <a:t> </a:t>
            </a:r>
            <a:r>
              <a:rPr lang="en-US" altLang="ja-JP" sz="783" dirty="0">
                <a:latin typeface="+mn-lt"/>
              </a:rPr>
              <a:t>Strategy Inc. All rights, reserved.</a:t>
            </a:r>
            <a:r>
              <a:rPr lang="ja-JP" altLang="en-US" sz="783" dirty="0">
                <a:latin typeface="+mn-lt"/>
              </a:rPr>
              <a:t>　</a:t>
            </a:r>
            <a:r>
              <a:rPr lang="en-US" altLang="ja-JP" sz="783" dirty="0">
                <a:latin typeface="+mn-lt"/>
              </a:rPr>
              <a:t>Proprietary and Confidential</a:t>
            </a:r>
          </a:p>
        </p:txBody>
      </p:sp>
      <p:sp>
        <p:nvSpPr>
          <p:cNvPr id="6" name="テキスト プレースホルダー 10">
            <a:extLst>
              <a:ext uri="{FF2B5EF4-FFF2-40B4-BE49-F238E27FC236}">
                <a16:creationId xmlns:a16="http://schemas.microsoft.com/office/drawing/2014/main" id="{78A7F5DD-B6FC-136A-B476-AA2388BFB113}"/>
              </a:ext>
            </a:extLst>
          </p:cNvPr>
          <p:cNvSpPr>
            <a:spLocks noGrp="1"/>
          </p:cNvSpPr>
          <p:nvPr>
            <p:ph type="body" sz="quarter" idx="12" hasCustomPrompt="1"/>
          </p:nvPr>
        </p:nvSpPr>
        <p:spPr>
          <a:xfrm>
            <a:off x="821537" y="3728621"/>
            <a:ext cx="5400675" cy="860841"/>
          </a:xfrm>
          <a:prstGeom prst="rect">
            <a:avLst/>
          </a:prstGeom>
        </p:spPr>
        <p:txBody>
          <a:bodyPr/>
          <a:lstStyle>
            <a:lvl1pPr>
              <a:defRPr sz="2000">
                <a:latin typeface="+mj-lt"/>
              </a:defRPr>
            </a:lvl1pPr>
          </a:lstStyle>
          <a:p>
            <a:pPr lvl="0"/>
            <a:r>
              <a:rPr kumimoji="1" lang="en-US" altLang="ja-JP" sz="2000" dirty="0">
                <a:latin typeface="+mj-lt"/>
              </a:rPr>
              <a:t>INTLOOP</a:t>
            </a:r>
            <a:r>
              <a:rPr kumimoji="1" lang="ja-JP" altLang="en-US" sz="2000" dirty="0">
                <a:latin typeface="+mj-lt"/>
              </a:rPr>
              <a:t> </a:t>
            </a:r>
            <a:r>
              <a:rPr kumimoji="1" lang="en-US" altLang="ja-JP" sz="2000" dirty="0">
                <a:latin typeface="+mj-lt"/>
              </a:rPr>
              <a:t>Strategy</a:t>
            </a:r>
            <a:r>
              <a:rPr kumimoji="1" lang="ja-JP" altLang="en-US" sz="2000" dirty="0">
                <a:latin typeface="+mj-lt"/>
              </a:rPr>
              <a:t> 株式会社</a:t>
            </a:r>
            <a:endParaRPr kumimoji="1" lang="en-US" altLang="ja-JP" sz="2000" dirty="0">
              <a:latin typeface="+mj-lt"/>
            </a:endParaRPr>
          </a:p>
          <a:p>
            <a:pPr lvl="0"/>
            <a:r>
              <a:rPr kumimoji="1" lang="en-US" altLang="ja-JP" dirty="0" err="1"/>
              <a:t>yyyy</a:t>
            </a:r>
            <a:r>
              <a:rPr kumimoji="1" lang="ja-JP" altLang="en-US" dirty="0"/>
              <a:t>年</a:t>
            </a:r>
            <a:r>
              <a:rPr kumimoji="1" lang="en-US" altLang="ja-JP" dirty="0"/>
              <a:t>mm</a:t>
            </a:r>
            <a:r>
              <a:rPr kumimoji="1" lang="ja-JP" altLang="en-US" dirty="0"/>
              <a:t>月</a:t>
            </a:r>
            <a:r>
              <a:rPr kumimoji="1" lang="en-US" altLang="ja-JP" dirty="0"/>
              <a:t>dd</a:t>
            </a:r>
            <a:r>
              <a:rPr kumimoji="1" lang="ja-JP" altLang="en-US" dirty="0"/>
              <a:t>日</a:t>
            </a:r>
          </a:p>
        </p:txBody>
      </p:sp>
      <p:sp>
        <p:nvSpPr>
          <p:cNvPr id="7" name="スライド番号プレースホルダー 2">
            <a:extLst>
              <a:ext uri="{FF2B5EF4-FFF2-40B4-BE49-F238E27FC236}">
                <a16:creationId xmlns:a16="http://schemas.microsoft.com/office/drawing/2014/main" id="{34114EE6-4A1D-6294-637E-EB9D998A41EF}"/>
              </a:ext>
            </a:extLst>
          </p:cNvPr>
          <p:cNvSpPr>
            <a:spLocks noGrp="1"/>
          </p:cNvSpPr>
          <p:nvPr>
            <p:ph type="sldNum" sz="quarter" idx="4"/>
          </p:nvPr>
        </p:nvSpPr>
        <p:spPr>
          <a:xfrm>
            <a:off x="9338630" y="6489520"/>
            <a:ext cx="2743200" cy="365125"/>
          </a:xfrm>
          <a:prstGeom prst="rect">
            <a:avLst/>
          </a:prstGeom>
        </p:spPr>
        <p:txBody>
          <a:bodyPr vert="horz" lIns="91440" tIns="45720" rIns="91440" bIns="45720" rtlCol="0" anchor="ctr"/>
          <a:lstStyle>
            <a:lvl1pPr algn="r">
              <a:defRPr sz="1200" b="1">
                <a:solidFill>
                  <a:schemeClr val="tx1"/>
                </a:solidFill>
              </a:defRPr>
            </a:lvl1pPr>
          </a:lstStyle>
          <a:p>
            <a:fld id="{3344C913-8B6A-184F-9D73-5173E441A31D}" type="slidenum">
              <a:rPr lang="ja-JP" altLang="en-US" smtClean="0"/>
              <a:pPr/>
              <a:t>‹#›</a:t>
            </a:fld>
            <a:endParaRPr lang="ja-JP" altLang="en-US"/>
          </a:p>
        </p:txBody>
      </p:sp>
      <p:sp>
        <p:nvSpPr>
          <p:cNvPr id="8" name="タイトル 4">
            <a:extLst>
              <a:ext uri="{FF2B5EF4-FFF2-40B4-BE49-F238E27FC236}">
                <a16:creationId xmlns:a16="http://schemas.microsoft.com/office/drawing/2014/main" id="{8D221E5D-0AB2-A7DA-D5E3-82F2EC580A3B}"/>
              </a:ext>
            </a:extLst>
          </p:cNvPr>
          <p:cNvSpPr>
            <a:spLocks noGrp="1"/>
          </p:cNvSpPr>
          <p:nvPr>
            <p:ph type="title"/>
          </p:nvPr>
        </p:nvSpPr>
        <p:spPr>
          <a:xfrm>
            <a:off x="821537" y="2103437"/>
            <a:ext cx="6397200" cy="1325563"/>
          </a:xfrm>
          <a:prstGeom prst="rect">
            <a:avLst/>
          </a:prstGeom>
        </p:spPr>
        <p:txBody>
          <a:bodyPr anchor="ctr"/>
          <a:lstStyle>
            <a:lvl1pPr>
              <a:defRPr sz="4000" b="1">
                <a:effectLst/>
              </a:defRPr>
            </a:lvl1pPr>
          </a:lstStyle>
          <a:p>
            <a:r>
              <a:rPr kumimoji="1" lang="ja-JP" altLang="en-US" dirty="0"/>
              <a:t>マスター タイトルの書式設定</a:t>
            </a:r>
          </a:p>
        </p:txBody>
      </p:sp>
    </p:spTree>
    <p:extLst>
      <p:ext uri="{BB962C8B-B14F-4D97-AF65-F5344CB8AC3E}">
        <p14:creationId xmlns:p14="http://schemas.microsoft.com/office/powerpoint/2010/main" val="1477287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表紙3">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Rectangle 6">
            <a:extLst>
              <a:ext uri="{FF2B5EF4-FFF2-40B4-BE49-F238E27FC236}">
                <a16:creationId xmlns:a16="http://schemas.microsoft.com/office/drawing/2014/main" id="{FD65CB81-12BB-4200-AC60-DA684D6698DA}"/>
              </a:ext>
            </a:extLst>
          </p:cNvPr>
          <p:cNvSpPr>
            <a:spLocks noChangeArrowheads="1"/>
          </p:cNvSpPr>
          <p:nvPr userDrawn="1"/>
        </p:nvSpPr>
        <p:spPr bwMode="gray">
          <a:xfrm>
            <a:off x="3019" y="6502370"/>
            <a:ext cx="10955663" cy="360000"/>
          </a:xfrm>
          <a:prstGeom prst="rect">
            <a:avLst/>
          </a:prstGeom>
          <a:noFill/>
          <a:ln>
            <a:noFill/>
          </a:ln>
        </p:spPr>
        <p:txBody>
          <a:bodyPr wrap="none" lIns="71594" tIns="37229" rIns="71594" bIns="37229" anchor="ctr"/>
          <a:lstStyle>
            <a:lvl1pPr eaLnBrk="0" hangingPunct="0">
              <a:defRPr kumimoji="1" sz="1000">
                <a:solidFill>
                  <a:schemeClr val="tx1"/>
                </a:solidFill>
                <a:latin typeface="Meiryo UI" pitchFamily="50" charset="-128"/>
                <a:ea typeface="Meiryo UI" pitchFamily="50" charset="-128"/>
              </a:defRPr>
            </a:lvl1pPr>
            <a:lvl2pPr marL="742950" indent="-285750" eaLnBrk="0" hangingPunct="0">
              <a:defRPr kumimoji="1" sz="1000">
                <a:solidFill>
                  <a:schemeClr val="tx1"/>
                </a:solidFill>
                <a:latin typeface="Meiryo UI" pitchFamily="50" charset="-128"/>
                <a:ea typeface="Meiryo UI" pitchFamily="50" charset="-128"/>
              </a:defRPr>
            </a:lvl2pPr>
            <a:lvl3pPr marL="1143000" indent="-228600" eaLnBrk="0" hangingPunct="0">
              <a:defRPr kumimoji="1" sz="1000">
                <a:solidFill>
                  <a:schemeClr val="tx1"/>
                </a:solidFill>
                <a:latin typeface="Meiryo UI" pitchFamily="50" charset="-128"/>
                <a:ea typeface="Meiryo UI" pitchFamily="50" charset="-128"/>
              </a:defRPr>
            </a:lvl3pPr>
            <a:lvl4pPr marL="1600200" indent="-228600" eaLnBrk="0" hangingPunct="0">
              <a:defRPr kumimoji="1" sz="1000">
                <a:solidFill>
                  <a:schemeClr val="tx1"/>
                </a:solidFill>
                <a:latin typeface="Meiryo UI" pitchFamily="50" charset="-128"/>
                <a:ea typeface="Meiryo UI" pitchFamily="50" charset="-128"/>
              </a:defRPr>
            </a:lvl4pPr>
            <a:lvl5pPr marL="2057400" indent="-228600" eaLnBrk="0" hangingPunct="0">
              <a:defRPr kumimoji="1" sz="1000">
                <a:solidFill>
                  <a:schemeClr val="tx1"/>
                </a:solidFill>
                <a:latin typeface="Meiryo UI" pitchFamily="50" charset="-128"/>
                <a:ea typeface="Meiryo UI" pitchFamily="50" charset="-128"/>
              </a:defRPr>
            </a:lvl5pPr>
            <a:lvl6pPr marL="25146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6pPr>
            <a:lvl7pPr marL="29718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7pPr>
            <a:lvl8pPr marL="34290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8pPr>
            <a:lvl9pPr marL="38862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9pPr>
          </a:lstStyle>
          <a:p>
            <a:pPr eaLnBrk="1" hangingPunct="1">
              <a:lnSpc>
                <a:spcPct val="70000"/>
              </a:lnSpc>
              <a:spcBef>
                <a:spcPct val="20000"/>
              </a:spcBef>
              <a:defRPr/>
            </a:pPr>
            <a:r>
              <a:rPr lang="en-US" altLang="ja-JP" sz="637">
                <a:solidFill>
                  <a:schemeClr val="bg1"/>
                </a:solidFill>
                <a:latin typeface="Meiryo UI" panose="020B0604030504040204" pitchFamily="50" charset="-128"/>
                <a:ea typeface="Meiryo UI" panose="020B0604030504040204" pitchFamily="50" charset="-128"/>
              </a:rPr>
              <a:t>© INTLOOP INC All rights, reserved.</a:t>
            </a:r>
            <a:r>
              <a:rPr lang="ja-JP" altLang="en-US" sz="637">
                <a:solidFill>
                  <a:schemeClr val="bg1"/>
                </a:solidFill>
                <a:latin typeface="Meiryo UI" panose="020B0604030504040204" pitchFamily="50" charset="-128"/>
                <a:ea typeface="Meiryo UI" panose="020B0604030504040204" pitchFamily="50" charset="-128"/>
              </a:rPr>
              <a:t>　</a:t>
            </a:r>
            <a:r>
              <a:rPr lang="en-US" altLang="ja-JP" sz="637">
                <a:solidFill>
                  <a:schemeClr val="bg1"/>
                </a:solidFill>
                <a:latin typeface="Meiryo UI" panose="020B0604030504040204" pitchFamily="50" charset="-128"/>
                <a:ea typeface="Meiryo UI" panose="020B0604030504040204" pitchFamily="50" charset="-128"/>
              </a:rPr>
              <a:t>Proprietary and Confidential</a:t>
            </a:r>
          </a:p>
        </p:txBody>
      </p:sp>
      <p:sp>
        <p:nvSpPr>
          <p:cNvPr id="2" name="スライド番号プレースホルダー 1">
            <a:extLst>
              <a:ext uri="{FF2B5EF4-FFF2-40B4-BE49-F238E27FC236}">
                <a16:creationId xmlns:a16="http://schemas.microsoft.com/office/drawing/2014/main" id="{B537E608-195C-81DA-097B-2E702BD43CEF}"/>
              </a:ext>
            </a:extLst>
          </p:cNvPr>
          <p:cNvSpPr>
            <a:spLocks noGrp="1"/>
          </p:cNvSpPr>
          <p:nvPr>
            <p:ph type="sldNum" sz="quarter" idx="10"/>
          </p:nvPr>
        </p:nvSpPr>
        <p:spPr>
          <a:xfrm>
            <a:off x="9335611" y="6361475"/>
            <a:ext cx="2743200" cy="360000"/>
          </a:xfrm>
        </p:spPr>
        <p:txBody>
          <a:bodyPr/>
          <a:lstStyle/>
          <a:p>
            <a:fld id="{3344C913-8B6A-184F-9D73-5173E441A31D}" type="slidenum">
              <a:rPr kumimoji="1" lang="ja-JP" altLang="en-US" smtClean="0"/>
              <a:t>‹#›</a:t>
            </a:fld>
            <a:endParaRPr kumimoji="1" lang="ja-JP" altLang="en-US"/>
          </a:p>
        </p:txBody>
      </p:sp>
      <p:sp>
        <p:nvSpPr>
          <p:cNvPr id="6" name="Rectangle 6">
            <a:extLst>
              <a:ext uri="{FF2B5EF4-FFF2-40B4-BE49-F238E27FC236}">
                <a16:creationId xmlns:a16="http://schemas.microsoft.com/office/drawing/2014/main" id="{819F049E-DC04-5E4C-F86E-493676C1C2C5}"/>
              </a:ext>
            </a:extLst>
          </p:cNvPr>
          <p:cNvSpPr>
            <a:spLocks noChangeArrowheads="1"/>
          </p:cNvSpPr>
          <p:nvPr userDrawn="1"/>
        </p:nvSpPr>
        <p:spPr bwMode="gray">
          <a:xfrm>
            <a:off x="7" y="6659573"/>
            <a:ext cx="12192000" cy="225425"/>
          </a:xfrm>
          <a:prstGeom prst="rect">
            <a:avLst/>
          </a:prstGeom>
          <a:noFill/>
          <a:ln>
            <a:noFill/>
          </a:ln>
        </p:spPr>
        <p:txBody>
          <a:bodyPr wrap="none" lIns="88118" tIns="45821" rIns="88118" bIns="45821" anchor="ctr"/>
          <a:lstStyle>
            <a:lvl1pPr eaLnBrk="0" hangingPunct="0">
              <a:defRPr kumimoji="1" sz="1000">
                <a:solidFill>
                  <a:schemeClr val="tx1"/>
                </a:solidFill>
                <a:latin typeface="Meiryo UI" pitchFamily="50" charset="-128"/>
                <a:ea typeface="Meiryo UI" pitchFamily="50" charset="-128"/>
              </a:defRPr>
            </a:lvl1pPr>
            <a:lvl2pPr marL="742950" indent="-285750" eaLnBrk="0" hangingPunct="0">
              <a:defRPr kumimoji="1" sz="1000">
                <a:solidFill>
                  <a:schemeClr val="tx1"/>
                </a:solidFill>
                <a:latin typeface="Meiryo UI" pitchFamily="50" charset="-128"/>
                <a:ea typeface="Meiryo UI" pitchFamily="50" charset="-128"/>
              </a:defRPr>
            </a:lvl2pPr>
            <a:lvl3pPr marL="1143000" indent="-228600" eaLnBrk="0" hangingPunct="0">
              <a:defRPr kumimoji="1" sz="1000">
                <a:solidFill>
                  <a:schemeClr val="tx1"/>
                </a:solidFill>
                <a:latin typeface="Meiryo UI" pitchFamily="50" charset="-128"/>
                <a:ea typeface="Meiryo UI" pitchFamily="50" charset="-128"/>
              </a:defRPr>
            </a:lvl3pPr>
            <a:lvl4pPr marL="1600200" indent="-228600" eaLnBrk="0" hangingPunct="0">
              <a:defRPr kumimoji="1" sz="1000">
                <a:solidFill>
                  <a:schemeClr val="tx1"/>
                </a:solidFill>
                <a:latin typeface="Meiryo UI" pitchFamily="50" charset="-128"/>
                <a:ea typeface="Meiryo UI" pitchFamily="50" charset="-128"/>
              </a:defRPr>
            </a:lvl4pPr>
            <a:lvl5pPr marL="2057400" indent="-228600" eaLnBrk="0" hangingPunct="0">
              <a:defRPr kumimoji="1" sz="1000">
                <a:solidFill>
                  <a:schemeClr val="tx1"/>
                </a:solidFill>
                <a:latin typeface="Meiryo UI" pitchFamily="50" charset="-128"/>
                <a:ea typeface="Meiryo UI" pitchFamily="50" charset="-128"/>
              </a:defRPr>
            </a:lvl5pPr>
            <a:lvl6pPr marL="25146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6pPr>
            <a:lvl7pPr marL="29718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7pPr>
            <a:lvl8pPr marL="34290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8pPr>
            <a:lvl9pPr marL="38862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9pPr>
          </a:lstStyle>
          <a:p>
            <a:pPr eaLnBrk="1" hangingPunct="1">
              <a:lnSpc>
                <a:spcPct val="70000"/>
              </a:lnSpc>
              <a:spcBef>
                <a:spcPct val="20000"/>
              </a:spcBef>
              <a:defRPr/>
            </a:pPr>
            <a:r>
              <a:rPr lang="en-US" altLang="ja-JP" sz="783" dirty="0">
                <a:latin typeface="+mn-lt"/>
              </a:rPr>
              <a:t>© INTLOOP</a:t>
            </a:r>
            <a:r>
              <a:rPr lang="ja-JP" altLang="en-US" sz="783" dirty="0">
                <a:latin typeface="+mn-lt"/>
              </a:rPr>
              <a:t> </a:t>
            </a:r>
            <a:r>
              <a:rPr lang="en-US" altLang="ja-JP" sz="783" dirty="0">
                <a:latin typeface="+mn-lt"/>
              </a:rPr>
              <a:t>Strategy Inc. All rights, reserved.</a:t>
            </a:r>
            <a:r>
              <a:rPr lang="ja-JP" altLang="en-US" sz="783" dirty="0">
                <a:latin typeface="+mn-lt"/>
              </a:rPr>
              <a:t>　</a:t>
            </a:r>
            <a:r>
              <a:rPr lang="en-US" altLang="ja-JP" sz="783" dirty="0">
                <a:latin typeface="+mn-lt"/>
              </a:rPr>
              <a:t>Proprietary and Confidential</a:t>
            </a:r>
          </a:p>
        </p:txBody>
      </p:sp>
      <p:sp>
        <p:nvSpPr>
          <p:cNvPr id="4" name="テキスト プレースホルダー 10">
            <a:extLst>
              <a:ext uri="{FF2B5EF4-FFF2-40B4-BE49-F238E27FC236}">
                <a16:creationId xmlns:a16="http://schemas.microsoft.com/office/drawing/2014/main" id="{29D71687-3540-012F-3F36-46F73CF60F57}"/>
              </a:ext>
            </a:extLst>
          </p:cNvPr>
          <p:cNvSpPr>
            <a:spLocks noGrp="1"/>
          </p:cNvSpPr>
          <p:nvPr>
            <p:ph type="body" sz="quarter" idx="12" hasCustomPrompt="1"/>
          </p:nvPr>
        </p:nvSpPr>
        <p:spPr>
          <a:xfrm>
            <a:off x="821537" y="3728621"/>
            <a:ext cx="5400675" cy="860841"/>
          </a:xfrm>
          <a:prstGeom prst="rect">
            <a:avLst/>
          </a:prstGeom>
        </p:spPr>
        <p:txBody>
          <a:bodyPr/>
          <a:lstStyle>
            <a:lvl1pPr>
              <a:defRPr sz="2000">
                <a:latin typeface="+mj-lt"/>
              </a:defRPr>
            </a:lvl1pPr>
          </a:lstStyle>
          <a:p>
            <a:pPr lvl="0"/>
            <a:r>
              <a:rPr kumimoji="1" lang="en-US" altLang="ja-JP" sz="2000" dirty="0">
                <a:latin typeface="+mj-lt"/>
              </a:rPr>
              <a:t>INTLOOP</a:t>
            </a:r>
            <a:r>
              <a:rPr kumimoji="1" lang="ja-JP" altLang="en-US" sz="2000" dirty="0">
                <a:latin typeface="+mj-lt"/>
              </a:rPr>
              <a:t> </a:t>
            </a:r>
            <a:r>
              <a:rPr kumimoji="1" lang="en-US" altLang="ja-JP" sz="2000" dirty="0">
                <a:latin typeface="+mj-lt"/>
              </a:rPr>
              <a:t>Strategy</a:t>
            </a:r>
            <a:r>
              <a:rPr kumimoji="1" lang="ja-JP" altLang="en-US" sz="2000" dirty="0">
                <a:latin typeface="+mj-lt"/>
              </a:rPr>
              <a:t> 株式会社</a:t>
            </a:r>
            <a:endParaRPr kumimoji="1" lang="en-US" altLang="ja-JP" sz="2000" dirty="0">
              <a:latin typeface="+mj-lt"/>
            </a:endParaRPr>
          </a:p>
          <a:p>
            <a:pPr lvl="0"/>
            <a:r>
              <a:rPr kumimoji="1" lang="en-US" altLang="ja-JP" dirty="0" err="1"/>
              <a:t>yyyy</a:t>
            </a:r>
            <a:r>
              <a:rPr kumimoji="1" lang="ja-JP" altLang="en-US" dirty="0"/>
              <a:t>年</a:t>
            </a:r>
            <a:r>
              <a:rPr kumimoji="1" lang="en-US" altLang="ja-JP" dirty="0"/>
              <a:t>mm</a:t>
            </a:r>
            <a:r>
              <a:rPr kumimoji="1" lang="ja-JP" altLang="en-US" dirty="0"/>
              <a:t>月</a:t>
            </a:r>
            <a:r>
              <a:rPr kumimoji="1" lang="en-US" altLang="ja-JP" dirty="0"/>
              <a:t>dd</a:t>
            </a:r>
            <a:r>
              <a:rPr kumimoji="1" lang="ja-JP" altLang="en-US" dirty="0"/>
              <a:t>日</a:t>
            </a:r>
          </a:p>
        </p:txBody>
      </p:sp>
      <p:sp>
        <p:nvSpPr>
          <p:cNvPr id="5" name="タイトル 4">
            <a:extLst>
              <a:ext uri="{FF2B5EF4-FFF2-40B4-BE49-F238E27FC236}">
                <a16:creationId xmlns:a16="http://schemas.microsoft.com/office/drawing/2014/main" id="{99067286-7CDD-06F5-2E69-0B4D8F05A2A4}"/>
              </a:ext>
            </a:extLst>
          </p:cNvPr>
          <p:cNvSpPr>
            <a:spLocks noGrp="1"/>
          </p:cNvSpPr>
          <p:nvPr>
            <p:ph type="title"/>
          </p:nvPr>
        </p:nvSpPr>
        <p:spPr>
          <a:xfrm>
            <a:off x="821537" y="2103437"/>
            <a:ext cx="6397200" cy="1325563"/>
          </a:xfrm>
          <a:prstGeom prst="rect">
            <a:avLst/>
          </a:prstGeom>
        </p:spPr>
        <p:txBody>
          <a:bodyPr anchor="ctr"/>
          <a:lstStyle>
            <a:lvl1pPr>
              <a:defRPr sz="4000" b="1">
                <a:effectLst/>
              </a:defRPr>
            </a:lvl1pPr>
          </a:lstStyle>
          <a:p>
            <a:r>
              <a:rPr kumimoji="1" lang="ja-JP" altLang="en-US" dirty="0"/>
              <a:t>マスター タイトルの書式設定</a:t>
            </a:r>
          </a:p>
        </p:txBody>
      </p:sp>
    </p:spTree>
    <p:extLst>
      <p:ext uri="{BB962C8B-B14F-4D97-AF65-F5344CB8AC3E}">
        <p14:creationId xmlns:p14="http://schemas.microsoft.com/office/powerpoint/2010/main" val="3252155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表紙4">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Rectangle 6">
            <a:extLst>
              <a:ext uri="{FF2B5EF4-FFF2-40B4-BE49-F238E27FC236}">
                <a16:creationId xmlns:a16="http://schemas.microsoft.com/office/drawing/2014/main" id="{FD65CB81-12BB-4200-AC60-DA684D6698DA}"/>
              </a:ext>
            </a:extLst>
          </p:cNvPr>
          <p:cNvSpPr>
            <a:spLocks noChangeArrowheads="1"/>
          </p:cNvSpPr>
          <p:nvPr userDrawn="1"/>
        </p:nvSpPr>
        <p:spPr bwMode="gray">
          <a:xfrm>
            <a:off x="3019" y="6502370"/>
            <a:ext cx="10955663" cy="360000"/>
          </a:xfrm>
          <a:prstGeom prst="rect">
            <a:avLst/>
          </a:prstGeom>
          <a:noFill/>
          <a:ln>
            <a:noFill/>
          </a:ln>
        </p:spPr>
        <p:txBody>
          <a:bodyPr wrap="none" lIns="71594" tIns="37229" rIns="71594" bIns="37229" anchor="ctr"/>
          <a:lstStyle>
            <a:lvl1pPr eaLnBrk="0" hangingPunct="0">
              <a:defRPr kumimoji="1" sz="1000">
                <a:solidFill>
                  <a:schemeClr val="tx1"/>
                </a:solidFill>
                <a:latin typeface="Meiryo UI" pitchFamily="50" charset="-128"/>
                <a:ea typeface="Meiryo UI" pitchFamily="50" charset="-128"/>
              </a:defRPr>
            </a:lvl1pPr>
            <a:lvl2pPr marL="742950" indent="-285750" eaLnBrk="0" hangingPunct="0">
              <a:defRPr kumimoji="1" sz="1000">
                <a:solidFill>
                  <a:schemeClr val="tx1"/>
                </a:solidFill>
                <a:latin typeface="Meiryo UI" pitchFamily="50" charset="-128"/>
                <a:ea typeface="Meiryo UI" pitchFamily="50" charset="-128"/>
              </a:defRPr>
            </a:lvl2pPr>
            <a:lvl3pPr marL="1143000" indent="-228600" eaLnBrk="0" hangingPunct="0">
              <a:defRPr kumimoji="1" sz="1000">
                <a:solidFill>
                  <a:schemeClr val="tx1"/>
                </a:solidFill>
                <a:latin typeface="Meiryo UI" pitchFamily="50" charset="-128"/>
                <a:ea typeface="Meiryo UI" pitchFamily="50" charset="-128"/>
              </a:defRPr>
            </a:lvl3pPr>
            <a:lvl4pPr marL="1600200" indent="-228600" eaLnBrk="0" hangingPunct="0">
              <a:defRPr kumimoji="1" sz="1000">
                <a:solidFill>
                  <a:schemeClr val="tx1"/>
                </a:solidFill>
                <a:latin typeface="Meiryo UI" pitchFamily="50" charset="-128"/>
                <a:ea typeface="Meiryo UI" pitchFamily="50" charset="-128"/>
              </a:defRPr>
            </a:lvl4pPr>
            <a:lvl5pPr marL="2057400" indent="-228600" eaLnBrk="0" hangingPunct="0">
              <a:defRPr kumimoji="1" sz="1000">
                <a:solidFill>
                  <a:schemeClr val="tx1"/>
                </a:solidFill>
                <a:latin typeface="Meiryo UI" pitchFamily="50" charset="-128"/>
                <a:ea typeface="Meiryo UI" pitchFamily="50" charset="-128"/>
              </a:defRPr>
            </a:lvl5pPr>
            <a:lvl6pPr marL="25146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6pPr>
            <a:lvl7pPr marL="29718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7pPr>
            <a:lvl8pPr marL="34290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8pPr>
            <a:lvl9pPr marL="38862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9pPr>
          </a:lstStyle>
          <a:p>
            <a:pPr eaLnBrk="1" hangingPunct="1">
              <a:lnSpc>
                <a:spcPct val="70000"/>
              </a:lnSpc>
              <a:spcBef>
                <a:spcPct val="20000"/>
              </a:spcBef>
              <a:defRPr/>
            </a:pPr>
            <a:r>
              <a:rPr lang="en-US" altLang="ja-JP" sz="637">
                <a:solidFill>
                  <a:schemeClr val="bg1"/>
                </a:solidFill>
                <a:latin typeface="Meiryo UI" panose="020B0604030504040204" pitchFamily="50" charset="-128"/>
                <a:ea typeface="Meiryo UI" panose="020B0604030504040204" pitchFamily="50" charset="-128"/>
              </a:rPr>
              <a:t>© INTLOOP INC All rights, reserved.</a:t>
            </a:r>
            <a:r>
              <a:rPr lang="ja-JP" altLang="en-US" sz="637">
                <a:solidFill>
                  <a:schemeClr val="bg1"/>
                </a:solidFill>
                <a:latin typeface="Meiryo UI" panose="020B0604030504040204" pitchFamily="50" charset="-128"/>
                <a:ea typeface="Meiryo UI" panose="020B0604030504040204" pitchFamily="50" charset="-128"/>
              </a:rPr>
              <a:t>　</a:t>
            </a:r>
            <a:r>
              <a:rPr lang="en-US" altLang="ja-JP" sz="637">
                <a:solidFill>
                  <a:schemeClr val="bg1"/>
                </a:solidFill>
                <a:latin typeface="Meiryo UI" panose="020B0604030504040204" pitchFamily="50" charset="-128"/>
                <a:ea typeface="Meiryo UI" panose="020B0604030504040204" pitchFamily="50" charset="-128"/>
              </a:rPr>
              <a:t>Proprietary and Confidential</a:t>
            </a:r>
          </a:p>
        </p:txBody>
      </p:sp>
      <p:sp>
        <p:nvSpPr>
          <p:cNvPr id="2" name="スライド番号プレースホルダー 1">
            <a:extLst>
              <a:ext uri="{FF2B5EF4-FFF2-40B4-BE49-F238E27FC236}">
                <a16:creationId xmlns:a16="http://schemas.microsoft.com/office/drawing/2014/main" id="{10A72968-F5C5-B5C6-6C9D-8221831914CC}"/>
              </a:ext>
            </a:extLst>
          </p:cNvPr>
          <p:cNvSpPr>
            <a:spLocks noGrp="1"/>
          </p:cNvSpPr>
          <p:nvPr>
            <p:ph type="sldNum" sz="quarter" idx="10"/>
          </p:nvPr>
        </p:nvSpPr>
        <p:spPr/>
        <p:txBody>
          <a:bodyPr/>
          <a:lstStyle/>
          <a:p>
            <a:fld id="{3344C913-8B6A-184F-9D73-5173E441A31D}" type="slidenum">
              <a:rPr lang="ja-JP" altLang="en-US" smtClean="0"/>
              <a:pPr/>
              <a:t>‹#›</a:t>
            </a:fld>
            <a:endParaRPr lang="ja-JP" altLang="en-US"/>
          </a:p>
        </p:txBody>
      </p:sp>
      <p:sp>
        <p:nvSpPr>
          <p:cNvPr id="6" name="Rectangle 6">
            <a:extLst>
              <a:ext uri="{FF2B5EF4-FFF2-40B4-BE49-F238E27FC236}">
                <a16:creationId xmlns:a16="http://schemas.microsoft.com/office/drawing/2014/main" id="{20E4B17A-D5E4-D580-13C8-F4BA070F84BC}"/>
              </a:ext>
            </a:extLst>
          </p:cNvPr>
          <p:cNvSpPr>
            <a:spLocks noChangeArrowheads="1"/>
          </p:cNvSpPr>
          <p:nvPr userDrawn="1"/>
        </p:nvSpPr>
        <p:spPr bwMode="gray">
          <a:xfrm>
            <a:off x="7" y="6659573"/>
            <a:ext cx="12192000" cy="225425"/>
          </a:xfrm>
          <a:prstGeom prst="rect">
            <a:avLst/>
          </a:prstGeom>
          <a:noFill/>
          <a:ln>
            <a:noFill/>
          </a:ln>
        </p:spPr>
        <p:txBody>
          <a:bodyPr wrap="none" lIns="88118" tIns="45821" rIns="88118" bIns="45821" anchor="ctr"/>
          <a:lstStyle>
            <a:lvl1pPr eaLnBrk="0" hangingPunct="0">
              <a:defRPr kumimoji="1" sz="1000">
                <a:solidFill>
                  <a:schemeClr val="tx1"/>
                </a:solidFill>
                <a:latin typeface="Meiryo UI" pitchFamily="50" charset="-128"/>
                <a:ea typeface="Meiryo UI" pitchFamily="50" charset="-128"/>
              </a:defRPr>
            </a:lvl1pPr>
            <a:lvl2pPr marL="742950" indent="-285750" eaLnBrk="0" hangingPunct="0">
              <a:defRPr kumimoji="1" sz="1000">
                <a:solidFill>
                  <a:schemeClr val="tx1"/>
                </a:solidFill>
                <a:latin typeface="Meiryo UI" pitchFamily="50" charset="-128"/>
                <a:ea typeface="Meiryo UI" pitchFamily="50" charset="-128"/>
              </a:defRPr>
            </a:lvl2pPr>
            <a:lvl3pPr marL="1143000" indent="-228600" eaLnBrk="0" hangingPunct="0">
              <a:defRPr kumimoji="1" sz="1000">
                <a:solidFill>
                  <a:schemeClr val="tx1"/>
                </a:solidFill>
                <a:latin typeface="Meiryo UI" pitchFamily="50" charset="-128"/>
                <a:ea typeface="Meiryo UI" pitchFamily="50" charset="-128"/>
              </a:defRPr>
            </a:lvl3pPr>
            <a:lvl4pPr marL="1600200" indent="-228600" eaLnBrk="0" hangingPunct="0">
              <a:defRPr kumimoji="1" sz="1000">
                <a:solidFill>
                  <a:schemeClr val="tx1"/>
                </a:solidFill>
                <a:latin typeface="Meiryo UI" pitchFamily="50" charset="-128"/>
                <a:ea typeface="Meiryo UI" pitchFamily="50" charset="-128"/>
              </a:defRPr>
            </a:lvl4pPr>
            <a:lvl5pPr marL="2057400" indent="-228600" eaLnBrk="0" hangingPunct="0">
              <a:defRPr kumimoji="1" sz="1000">
                <a:solidFill>
                  <a:schemeClr val="tx1"/>
                </a:solidFill>
                <a:latin typeface="Meiryo UI" pitchFamily="50" charset="-128"/>
                <a:ea typeface="Meiryo UI" pitchFamily="50" charset="-128"/>
              </a:defRPr>
            </a:lvl5pPr>
            <a:lvl6pPr marL="25146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6pPr>
            <a:lvl7pPr marL="29718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7pPr>
            <a:lvl8pPr marL="34290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8pPr>
            <a:lvl9pPr marL="38862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9pPr>
          </a:lstStyle>
          <a:p>
            <a:pPr eaLnBrk="1" hangingPunct="1">
              <a:lnSpc>
                <a:spcPct val="70000"/>
              </a:lnSpc>
              <a:spcBef>
                <a:spcPct val="20000"/>
              </a:spcBef>
              <a:defRPr/>
            </a:pPr>
            <a:r>
              <a:rPr lang="en-US" altLang="ja-JP" sz="783" dirty="0">
                <a:latin typeface="+mn-lt"/>
              </a:rPr>
              <a:t>© INTLOOP</a:t>
            </a:r>
            <a:r>
              <a:rPr lang="ja-JP" altLang="en-US" sz="783" dirty="0">
                <a:latin typeface="+mn-lt"/>
              </a:rPr>
              <a:t> </a:t>
            </a:r>
            <a:r>
              <a:rPr lang="en-US" altLang="ja-JP" sz="783" dirty="0">
                <a:latin typeface="+mn-lt"/>
              </a:rPr>
              <a:t>Strategy Inc. All rights, reserved.</a:t>
            </a:r>
            <a:r>
              <a:rPr lang="ja-JP" altLang="en-US" sz="783" dirty="0">
                <a:latin typeface="+mn-lt"/>
              </a:rPr>
              <a:t>　</a:t>
            </a:r>
            <a:r>
              <a:rPr lang="en-US" altLang="ja-JP" sz="783" dirty="0">
                <a:latin typeface="+mn-lt"/>
              </a:rPr>
              <a:t>Proprietary and Confidential</a:t>
            </a:r>
          </a:p>
        </p:txBody>
      </p:sp>
      <p:sp>
        <p:nvSpPr>
          <p:cNvPr id="4" name="テキスト プレースホルダー 10">
            <a:extLst>
              <a:ext uri="{FF2B5EF4-FFF2-40B4-BE49-F238E27FC236}">
                <a16:creationId xmlns:a16="http://schemas.microsoft.com/office/drawing/2014/main" id="{B906012B-1778-F750-6FBB-FBA89B0CF9DE}"/>
              </a:ext>
            </a:extLst>
          </p:cNvPr>
          <p:cNvSpPr>
            <a:spLocks noGrp="1"/>
          </p:cNvSpPr>
          <p:nvPr>
            <p:ph type="body" sz="quarter" idx="12" hasCustomPrompt="1"/>
          </p:nvPr>
        </p:nvSpPr>
        <p:spPr>
          <a:xfrm>
            <a:off x="821537" y="3728621"/>
            <a:ext cx="5400675" cy="860841"/>
          </a:xfrm>
          <a:prstGeom prst="rect">
            <a:avLst/>
          </a:prstGeom>
        </p:spPr>
        <p:txBody>
          <a:bodyPr/>
          <a:lstStyle>
            <a:lvl1pPr>
              <a:defRPr sz="2000">
                <a:latin typeface="+mj-lt"/>
              </a:defRPr>
            </a:lvl1pPr>
          </a:lstStyle>
          <a:p>
            <a:pPr lvl="0"/>
            <a:r>
              <a:rPr kumimoji="1" lang="en-US" altLang="ja-JP" sz="2000" dirty="0">
                <a:latin typeface="+mj-lt"/>
              </a:rPr>
              <a:t>INTLOOP</a:t>
            </a:r>
            <a:r>
              <a:rPr kumimoji="1" lang="ja-JP" altLang="en-US" sz="2000" dirty="0">
                <a:latin typeface="+mj-lt"/>
              </a:rPr>
              <a:t> </a:t>
            </a:r>
            <a:r>
              <a:rPr kumimoji="1" lang="en-US" altLang="ja-JP" sz="2000" dirty="0">
                <a:latin typeface="+mj-lt"/>
              </a:rPr>
              <a:t>Strategy</a:t>
            </a:r>
            <a:r>
              <a:rPr kumimoji="1" lang="ja-JP" altLang="en-US" sz="2000" dirty="0">
                <a:latin typeface="+mj-lt"/>
              </a:rPr>
              <a:t> 株式会社</a:t>
            </a:r>
            <a:endParaRPr kumimoji="1" lang="en-US" altLang="ja-JP" sz="2000" dirty="0">
              <a:latin typeface="+mj-lt"/>
            </a:endParaRPr>
          </a:p>
          <a:p>
            <a:pPr lvl="0"/>
            <a:r>
              <a:rPr kumimoji="1" lang="en-US" altLang="ja-JP" dirty="0" err="1"/>
              <a:t>yyyy</a:t>
            </a:r>
            <a:r>
              <a:rPr kumimoji="1" lang="ja-JP" altLang="en-US" dirty="0"/>
              <a:t>年</a:t>
            </a:r>
            <a:r>
              <a:rPr kumimoji="1" lang="en-US" altLang="ja-JP" dirty="0"/>
              <a:t>mm</a:t>
            </a:r>
            <a:r>
              <a:rPr kumimoji="1" lang="ja-JP" altLang="en-US" dirty="0"/>
              <a:t>月</a:t>
            </a:r>
            <a:r>
              <a:rPr kumimoji="1" lang="en-US" altLang="ja-JP" dirty="0"/>
              <a:t>dd</a:t>
            </a:r>
            <a:r>
              <a:rPr kumimoji="1" lang="ja-JP" altLang="en-US" dirty="0"/>
              <a:t>日</a:t>
            </a:r>
          </a:p>
        </p:txBody>
      </p:sp>
      <p:sp>
        <p:nvSpPr>
          <p:cNvPr id="5" name="タイトル 4">
            <a:extLst>
              <a:ext uri="{FF2B5EF4-FFF2-40B4-BE49-F238E27FC236}">
                <a16:creationId xmlns:a16="http://schemas.microsoft.com/office/drawing/2014/main" id="{740C6099-3985-D44C-F5D4-1ADFF5B1F738}"/>
              </a:ext>
            </a:extLst>
          </p:cNvPr>
          <p:cNvSpPr>
            <a:spLocks noGrp="1"/>
          </p:cNvSpPr>
          <p:nvPr>
            <p:ph type="title"/>
          </p:nvPr>
        </p:nvSpPr>
        <p:spPr>
          <a:xfrm>
            <a:off x="821537" y="2103437"/>
            <a:ext cx="6397200" cy="1325563"/>
          </a:xfrm>
          <a:prstGeom prst="rect">
            <a:avLst/>
          </a:prstGeom>
        </p:spPr>
        <p:txBody>
          <a:bodyPr anchor="ctr"/>
          <a:lstStyle>
            <a:lvl1pPr>
              <a:defRPr sz="4000" b="1">
                <a:effectLst/>
              </a:defRPr>
            </a:lvl1pPr>
          </a:lstStyle>
          <a:p>
            <a:r>
              <a:rPr kumimoji="1" lang="ja-JP" altLang="en-US" dirty="0"/>
              <a:t>マスター タイトルの書式設定</a:t>
            </a:r>
          </a:p>
        </p:txBody>
      </p:sp>
    </p:spTree>
    <p:extLst>
      <p:ext uri="{BB962C8B-B14F-4D97-AF65-F5344CB8AC3E}">
        <p14:creationId xmlns:p14="http://schemas.microsoft.com/office/powerpoint/2010/main" val="4452968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表紙5">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Rectangle 6">
            <a:extLst>
              <a:ext uri="{FF2B5EF4-FFF2-40B4-BE49-F238E27FC236}">
                <a16:creationId xmlns:a16="http://schemas.microsoft.com/office/drawing/2014/main" id="{FD65CB81-12BB-4200-AC60-DA684D6698DA}"/>
              </a:ext>
            </a:extLst>
          </p:cNvPr>
          <p:cNvSpPr>
            <a:spLocks noChangeArrowheads="1"/>
          </p:cNvSpPr>
          <p:nvPr userDrawn="1"/>
        </p:nvSpPr>
        <p:spPr bwMode="gray">
          <a:xfrm>
            <a:off x="3019" y="6502370"/>
            <a:ext cx="10955663" cy="360000"/>
          </a:xfrm>
          <a:prstGeom prst="rect">
            <a:avLst/>
          </a:prstGeom>
          <a:noFill/>
          <a:ln>
            <a:noFill/>
          </a:ln>
        </p:spPr>
        <p:txBody>
          <a:bodyPr wrap="none" lIns="71594" tIns="37229" rIns="71594" bIns="37229" anchor="ctr"/>
          <a:lstStyle>
            <a:lvl1pPr eaLnBrk="0" hangingPunct="0">
              <a:defRPr kumimoji="1" sz="1000">
                <a:solidFill>
                  <a:schemeClr val="tx1"/>
                </a:solidFill>
                <a:latin typeface="Meiryo UI" pitchFamily="50" charset="-128"/>
                <a:ea typeface="Meiryo UI" pitchFamily="50" charset="-128"/>
              </a:defRPr>
            </a:lvl1pPr>
            <a:lvl2pPr marL="742950" indent="-285750" eaLnBrk="0" hangingPunct="0">
              <a:defRPr kumimoji="1" sz="1000">
                <a:solidFill>
                  <a:schemeClr val="tx1"/>
                </a:solidFill>
                <a:latin typeface="Meiryo UI" pitchFamily="50" charset="-128"/>
                <a:ea typeface="Meiryo UI" pitchFamily="50" charset="-128"/>
              </a:defRPr>
            </a:lvl2pPr>
            <a:lvl3pPr marL="1143000" indent="-228600" eaLnBrk="0" hangingPunct="0">
              <a:defRPr kumimoji="1" sz="1000">
                <a:solidFill>
                  <a:schemeClr val="tx1"/>
                </a:solidFill>
                <a:latin typeface="Meiryo UI" pitchFamily="50" charset="-128"/>
                <a:ea typeface="Meiryo UI" pitchFamily="50" charset="-128"/>
              </a:defRPr>
            </a:lvl3pPr>
            <a:lvl4pPr marL="1600200" indent="-228600" eaLnBrk="0" hangingPunct="0">
              <a:defRPr kumimoji="1" sz="1000">
                <a:solidFill>
                  <a:schemeClr val="tx1"/>
                </a:solidFill>
                <a:latin typeface="Meiryo UI" pitchFamily="50" charset="-128"/>
                <a:ea typeface="Meiryo UI" pitchFamily="50" charset="-128"/>
              </a:defRPr>
            </a:lvl4pPr>
            <a:lvl5pPr marL="2057400" indent="-228600" eaLnBrk="0" hangingPunct="0">
              <a:defRPr kumimoji="1" sz="1000">
                <a:solidFill>
                  <a:schemeClr val="tx1"/>
                </a:solidFill>
                <a:latin typeface="Meiryo UI" pitchFamily="50" charset="-128"/>
                <a:ea typeface="Meiryo UI" pitchFamily="50" charset="-128"/>
              </a:defRPr>
            </a:lvl5pPr>
            <a:lvl6pPr marL="25146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6pPr>
            <a:lvl7pPr marL="29718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7pPr>
            <a:lvl8pPr marL="34290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8pPr>
            <a:lvl9pPr marL="38862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9pPr>
          </a:lstStyle>
          <a:p>
            <a:pPr eaLnBrk="1" hangingPunct="1">
              <a:lnSpc>
                <a:spcPct val="70000"/>
              </a:lnSpc>
              <a:spcBef>
                <a:spcPct val="20000"/>
              </a:spcBef>
              <a:defRPr/>
            </a:pPr>
            <a:r>
              <a:rPr lang="en-US" altLang="ja-JP" sz="637">
                <a:solidFill>
                  <a:schemeClr val="bg1"/>
                </a:solidFill>
                <a:latin typeface="Meiryo UI" panose="020B0604030504040204" pitchFamily="50" charset="-128"/>
                <a:ea typeface="Meiryo UI" panose="020B0604030504040204" pitchFamily="50" charset="-128"/>
              </a:rPr>
              <a:t>© INTLOOP INC All rights, reserved.</a:t>
            </a:r>
            <a:r>
              <a:rPr lang="ja-JP" altLang="en-US" sz="637">
                <a:solidFill>
                  <a:schemeClr val="bg1"/>
                </a:solidFill>
                <a:latin typeface="Meiryo UI" panose="020B0604030504040204" pitchFamily="50" charset="-128"/>
                <a:ea typeface="Meiryo UI" panose="020B0604030504040204" pitchFamily="50" charset="-128"/>
              </a:rPr>
              <a:t>　</a:t>
            </a:r>
            <a:r>
              <a:rPr lang="en-US" altLang="ja-JP" sz="637">
                <a:solidFill>
                  <a:schemeClr val="bg1"/>
                </a:solidFill>
                <a:latin typeface="Meiryo UI" panose="020B0604030504040204" pitchFamily="50" charset="-128"/>
                <a:ea typeface="Meiryo UI" panose="020B0604030504040204" pitchFamily="50" charset="-128"/>
              </a:rPr>
              <a:t>Proprietary and Confidential</a:t>
            </a:r>
          </a:p>
        </p:txBody>
      </p:sp>
      <p:sp>
        <p:nvSpPr>
          <p:cNvPr id="2" name="スライド番号プレースホルダー 1">
            <a:extLst>
              <a:ext uri="{FF2B5EF4-FFF2-40B4-BE49-F238E27FC236}">
                <a16:creationId xmlns:a16="http://schemas.microsoft.com/office/drawing/2014/main" id="{1893E3D5-65D3-5BBF-D300-72F73D7B0A2D}"/>
              </a:ext>
            </a:extLst>
          </p:cNvPr>
          <p:cNvSpPr>
            <a:spLocks noGrp="1"/>
          </p:cNvSpPr>
          <p:nvPr>
            <p:ph type="sldNum" sz="quarter" idx="10"/>
          </p:nvPr>
        </p:nvSpPr>
        <p:spPr/>
        <p:txBody>
          <a:bodyPr/>
          <a:lstStyle>
            <a:lvl1pPr>
              <a:defRPr>
                <a:solidFill>
                  <a:schemeClr val="bg1"/>
                </a:solidFill>
              </a:defRPr>
            </a:lvl1pPr>
          </a:lstStyle>
          <a:p>
            <a:fld id="{3344C913-8B6A-184F-9D73-5173E441A31D}" type="slidenum">
              <a:rPr lang="ja-JP" altLang="en-US" smtClean="0"/>
              <a:pPr/>
              <a:t>‹#›</a:t>
            </a:fld>
            <a:endParaRPr lang="ja-JP" altLang="en-US"/>
          </a:p>
        </p:txBody>
      </p:sp>
      <p:sp>
        <p:nvSpPr>
          <p:cNvPr id="4" name="Rectangle 6">
            <a:extLst>
              <a:ext uri="{FF2B5EF4-FFF2-40B4-BE49-F238E27FC236}">
                <a16:creationId xmlns:a16="http://schemas.microsoft.com/office/drawing/2014/main" id="{2C4550CD-89F7-1341-FD78-C971658A6F8D}"/>
              </a:ext>
            </a:extLst>
          </p:cNvPr>
          <p:cNvSpPr>
            <a:spLocks noChangeArrowheads="1"/>
          </p:cNvSpPr>
          <p:nvPr userDrawn="1"/>
        </p:nvSpPr>
        <p:spPr bwMode="gray">
          <a:xfrm>
            <a:off x="7" y="6659573"/>
            <a:ext cx="12192000" cy="225425"/>
          </a:xfrm>
          <a:prstGeom prst="rect">
            <a:avLst/>
          </a:prstGeom>
          <a:noFill/>
          <a:ln>
            <a:noFill/>
          </a:ln>
        </p:spPr>
        <p:txBody>
          <a:bodyPr wrap="none" lIns="88118" tIns="45821" rIns="88118" bIns="45821" anchor="ctr"/>
          <a:lstStyle>
            <a:lvl1pPr eaLnBrk="0" hangingPunct="0">
              <a:defRPr kumimoji="1" sz="1000">
                <a:solidFill>
                  <a:schemeClr val="tx1"/>
                </a:solidFill>
                <a:latin typeface="Meiryo UI" pitchFamily="50" charset="-128"/>
                <a:ea typeface="Meiryo UI" pitchFamily="50" charset="-128"/>
              </a:defRPr>
            </a:lvl1pPr>
            <a:lvl2pPr marL="742950" indent="-285750" eaLnBrk="0" hangingPunct="0">
              <a:defRPr kumimoji="1" sz="1000">
                <a:solidFill>
                  <a:schemeClr val="tx1"/>
                </a:solidFill>
                <a:latin typeface="Meiryo UI" pitchFamily="50" charset="-128"/>
                <a:ea typeface="Meiryo UI" pitchFamily="50" charset="-128"/>
              </a:defRPr>
            </a:lvl2pPr>
            <a:lvl3pPr marL="1143000" indent="-228600" eaLnBrk="0" hangingPunct="0">
              <a:defRPr kumimoji="1" sz="1000">
                <a:solidFill>
                  <a:schemeClr val="tx1"/>
                </a:solidFill>
                <a:latin typeface="Meiryo UI" pitchFamily="50" charset="-128"/>
                <a:ea typeface="Meiryo UI" pitchFamily="50" charset="-128"/>
              </a:defRPr>
            </a:lvl3pPr>
            <a:lvl4pPr marL="1600200" indent="-228600" eaLnBrk="0" hangingPunct="0">
              <a:defRPr kumimoji="1" sz="1000">
                <a:solidFill>
                  <a:schemeClr val="tx1"/>
                </a:solidFill>
                <a:latin typeface="Meiryo UI" pitchFamily="50" charset="-128"/>
                <a:ea typeface="Meiryo UI" pitchFamily="50" charset="-128"/>
              </a:defRPr>
            </a:lvl4pPr>
            <a:lvl5pPr marL="2057400" indent="-228600" eaLnBrk="0" hangingPunct="0">
              <a:defRPr kumimoji="1" sz="1000">
                <a:solidFill>
                  <a:schemeClr val="tx1"/>
                </a:solidFill>
                <a:latin typeface="Meiryo UI" pitchFamily="50" charset="-128"/>
                <a:ea typeface="Meiryo UI" pitchFamily="50" charset="-128"/>
              </a:defRPr>
            </a:lvl5pPr>
            <a:lvl6pPr marL="25146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6pPr>
            <a:lvl7pPr marL="29718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7pPr>
            <a:lvl8pPr marL="34290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8pPr>
            <a:lvl9pPr marL="38862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9pPr>
          </a:lstStyle>
          <a:p>
            <a:pPr eaLnBrk="1" hangingPunct="1">
              <a:lnSpc>
                <a:spcPct val="70000"/>
              </a:lnSpc>
              <a:spcBef>
                <a:spcPct val="20000"/>
              </a:spcBef>
              <a:defRPr/>
            </a:pPr>
            <a:r>
              <a:rPr lang="en-US" altLang="ja-JP" sz="783" dirty="0">
                <a:latin typeface="+mn-lt"/>
              </a:rPr>
              <a:t>© INTLOOP</a:t>
            </a:r>
            <a:r>
              <a:rPr lang="ja-JP" altLang="en-US" sz="783" dirty="0">
                <a:latin typeface="+mn-lt"/>
              </a:rPr>
              <a:t> </a:t>
            </a:r>
            <a:r>
              <a:rPr lang="en-US" altLang="ja-JP" sz="783" dirty="0">
                <a:latin typeface="+mn-lt"/>
              </a:rPr>
              <a:t>Strategy Inc. All rights, reserved.</a:t>
            </a:r>
            <a:r>
              <a:rPr lang="ja-JP" altLang="en-US" sz="783" dirty="0">
                <a:latin typeface="+mn-lt"/>
              </a:rPr>
              <a:t>　</a:t>
            </a:r>
            <a:r>
              <a:rPr lang="en-US" altLang="ja-JP" sz="783" dirty="0">
                <a:latin typeface="+mn-lt"/>
              </a:rPr>
              <a:t>Proprietary and Confidential</a:t>
            </a:r>
          </a:p>
        </p:txBody>
      </p:sp>
      <p:sp>
        <p:nvSpPr>
          <p:cNvPr id="6" name="テキスト プレースホルダー 10">
            <a:extLst>
              <a:ext uri="{FF2B5EF4-FFF2-40B4-BE49-F238E27FC236}">
                <a16:creationId xmlns:a16="http://schemas.microsoft.com/office/drawing/2014/main" id="{7A130A03-BB43-D7F3-AF7C-C1433A6D0E96}"/>
              </a:ext>
            </a:extLst>
          </p:cNvPr>
          <p:cNvSpPr>
            <a:spLocks noGrp="1"/>
          </p:cNvSpPr>
          <p:nvPr>
            <p:ph type="body" sz="quarter" idx="12" hasCustomPrompt="1"/>
          </p:nvPr>
        </p:nvSpPr>
        <p:spPr>
          <a:xfrm>
            <a:off x="821537" y="3728621"/>
            <a:ext cx="5400675" cy="860841"/>
          </a:xfrm>
          <a:prstGeom prst="rect">
            <a:avLst/>
          </a:prstGeom>
        </p:spPr>
        <p:txBody>
          <a:bodyPr/>
          <a:lstStyle>
            <a:lvl1pPr>
              <a:defRPr sz="2000">
                <a:latin typeface="+mj-lt"/>
              </a:defRPr>
            </a:lvl1pPr>
          </a:lstStyle>
          <a:p>
            <a:pPr lvl="0"/>
            <a:r>
              <a:rPr kumimoji="1" lang="en-US" altLang="ja-JP" sz="2000" dirty="0">
                <a:latin typeface="+mj-lt"/>
              </a:rPr>
              <a:t>INTLOOP</a:t>
            </a:r>
            <a:r>
              <a:rPr kumimoji="1" lang="ja-JP" altLang="en-US" sz="2000" dirty="0">
                <a:latin typeface="+mj-lt"/>
              </a:rPr>
              <a:t> </a:t>
            </a:r>
            <a:r>
              <a:rPr kumimoji="1" lang="en-US" altLang="ja-JP" sz="2000" dirty="0">
                <a:latin typeface="+mj-lt"/>
              </a:rPr>
              <a:t>Strategy</a:t>
            </a:r>
            <a:r>
              <a:rPr kumimoji="1" lang="ja-JP" altLang="en-US" sz="2000" dirty="0">
                <a:latin typeface="+mj-lt"/>
              </a:rPr>
              <a:t> 株式会社</a:t>
            </a:r>
            <a:endParaRPr kumimoji="1" lang="en-US" altLang="ja-JP" sz="2000" dirty="0">
              <a:latin typeface="+mj-lt"/>
            </a:endParaRPr>
          </a:p>
          <a:p>
            <a:pPr lvl="0"/>
            <a:r>
              <a:rPr kumimoji="1" lang="en-US" altLang="ja-JP" dirty="0" err="1"/>
              <a:t>yyyy</a:t>
            </a:r>
            <a:r>
              <a:rPr kumimoji="1" lang="ja-JP" altLang="en-US" dirty="0"/>
              <a:t>年</a:t>
            </a:r>
            <a:r>
              <a:rPr kumimoji="1" lang="en-US" altLang="ja-JP" dirty="0"/>
              <a:t>mm</a:t>
            </a:r>
            <a:r>
              <a:rPr kumimoji="1" lang="ja-JP" altLang="en-US" dirty="0"/>
              <a:t>月</a:t>
            </a:r>
            <a:r>
              <a:rPr kumimoji="1" lang="en-US" altLang="ja-JP" dirty="0"/>
              <a:t>dd</a:t>
            </a:r>
            <a:r>
              <a:rPr kumimoji="1" lang="ja-JP" altLang="en-US" dirty="0"/>
              <a:t>日</a:t>
            </a:r>
          </a:p>
        </p:txBody>
      </p:sp>
      <p:sp>
        <p:nvSpPr>
          <p:cNvPr id="7" name="タイトル 4">
            <a:extLst>
              <a:ext uri="{FF2B5EF4-FFF2-40B4-BE49-F238E27FC236}">
                <a16:creationId xmlns:a16="http://schemas.microsoft.com/office/drawing/2014/main" id="{FE026DCD-9091-C338-97FE-0BD3FAD6E691}"/>
              </a:ext>
            </a:extLst>
          </p:cNvPr>
          <p:cNvSpPr>
            <a:spLocks noGrp="1"/>
          </p:cNvSpPr>
          <p:nvPr>
            <p:ph type="title"/>
          </p:nvPr>
        </p:nvSpPr>
        <p:spPr>
          <a:xfrm>
            <a:off x="821537" y="2103437"/>
            <a:ext cx="6397200" cy="1325563"/>
          </a:xfrm>
          <a:prstGeom prst="rect">
            <a:avLst/>
          </a:prstGeom>
        </p:spPr>
        <p:txBody>
          <a:bodyPr anchor="ctr"/>
          <a:lstStyle>
            <a:lvl1pPr>
              <a:defRPr sz="4000" b="1">
                <a:effectLst/>
              </a:defRPr>
            </a:lvl1pPr>
          </a:lstStyle>
          <a:p>
            <a:r>
              <a:rPr kumimoji="1" lang="ja-JP" altLang="en-US" dirty="0"/>
              <a:t>マスター タイトルの書式設定</a:t>
            </a:r>
          </a:p>
        </p:txBody>
      </p:sp>
    </p:spTree>
    <p:extLst>
      <p:ext uri="{BB962C8B-B14F-4D97-AF65-F5344CB8AC3E}">
        <p14:creationId xmlns:p14="http://schemas.microsoft.com/office/powerpoint/2010/main" val="39232738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表紙6">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Rectangle 6">
            <a:extLst>
              <a:ext uri="{FF2B5EF4-FFF2-40B4-BE49-F238E27FC236}">
                <a16:creationId xmlns:a16="http://schemas.microsoft.com/office/drawing/2014/main" id="{FD65CB81-12BB-4200-AC60-DA684D6698DA}"/>
              </a:ext>
            </a:extLst>
          </p:cNvPr>
          <p:cNvSpPr>
            <a:spLocks noChangeArrowheads="1"/>
          </p:cNvSpPr>
          <p:nvPr userDrawn="1"/>
        </p:nvSpPr>
        <p:spPr bwMode="gray">
          <a:xfrm>
            <a:off x="3019" y="6502370"/>
            <a:ext cx="10955663" cy="360000"/>
          </a:xfrm>
          <a:prstGeom prst="rect">
            <a:avLst/>
          </a:prstGeom>
          <a:noFill/>
          <a:ln>
            <a:noFill/>
          </a:ln>
        </p:spPr>
        <p:txBody>
          <a:bodyPr wrap="none" lIns="71594" tIns="37229" rIns="71594" bIns="37229" anchor="ctr"/>
          <a:lstStyle>
            <a:lvl1pPr eaLnBrk="0" hangingPunct="0">
              <a:defRPr kumimoji="1" sz="1000">
                <a:solidFill>
                  <a:schemeClr val="tx1"/>
                </a:solidFill>
                <a:latin typeface="Meiryo UI" pitchFamily="50" charset="-128"/>
                <a:ea typeface="Meiryo UI" pitchFamily="50" charset="-128"/>
              </a:defRPr>
            </a:lvl1pPr>
            <a:lvl2pPr marL="742950" indent="-285750" eaLnBrk="0" hangingPunct="0">
              <a:defRPr kumimoji="1" sz="1000">
                <a:solidFill>
                  <a:schemeClr val="tx1"/>
                </a:solidFill>
                <a:latin typeface="Meiryo UI" pitchFamily="50" charset="-128"/>
                <a:ea typeface="Meiryo UI" pitchFamily="50" charset="-128"/>
              </a:defRPr>
            </a:lvl2pPr>
            <a:lvl3pPr marL="1143000" indent="-228600" eaLnBrk="0" hangingPunct="0">
              <a:defRPr kumimoji="1" sz="1000">
                <a:solidFill>
                  <a:schemeClr val="tx1"/>
                </a:solidFill>
                <a:latin typeface="Meiryo UI" pitchFamily="50" charset="-128"/>
                <a:ea typeface="Meiryo UI" pitchFamily="50" charset="-128"/>
              </a:defRPr>
            </a:lvl3pPr>
            <a:lvl4pPr marL="1600200" indent="-228600" eaLnBrk="0" hangingPunct="0">
              <a:defRPr kumimoji="1" sz="1000">
                <a:solidFill>
                  <a:schemeClr val="tx1"/>
                </a:solidFill>
                <a:latin typeface="Meiryo UI" pitchFamily="50" charset="-128"/>
                <a:ea typeface="Meiryo UI" pitchFamily="50" charset="-128"/>
              </a:defRPr>
            </a:lvl4pPr>
            <a:lvl5pPr marL="2057400" indent="-228600" eaLnBrk="0" hangingPunct="0">
              <a:defRPr kumimoji="1" sz="1000">
                <a:solidFill>
                  <a:schemeClr val="tx1"/>
                </a:solidFill>
                <a:latin typeface="Meiryo UI" pitchFamily="50" charset="-128"/>
                <a:ea typeface="Meiryo UI" pitchFamily="50" charset="-128"/>
              </a:defRPr>
            </a:lvl5pPr>
            <a:lvl6pPr marL="25146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6pPr>
            <a:lvl7pPr marL="29718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7pPr>
            <a:lvl8pPr marL="34290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8pPr>
            <a:lvl9pPr marL="38862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9pPr>
          </a:lstStyle>
          <a:p>
            <a:pPr eaLnBrk="1" hangingPunct="1">
              <a:lnSpc>
                <a:spcPct val="70000"/>
              </a:lnSpc>
              <a:spcBef>
                <a:spcPct val="20000"/>
              </a:spcBef>
              <a:defRPr/>
            </a:pPr>
            <a:r>
              <a:rPr lang="en-US" altLang="ja-JP" sz="637">
                <a:solidFill>
                  <a:schemeClr val="bg1"/>
                </a:solidFill>
                <a:latin typeface="Meiryo UI" panose="020B0604030504040204" pitchFamily="50" charset="-128"/>
                <a:ea typeface="Meiryo UI" panose="020B0604030504040204" pitchFamily="50" charset="-128"/>
              </a:rPr>
              <a:t>© INTLOOP INC All rights, reserved.</a:t>
            </a:r>
            <a:r>
              <a:rPr lang="ja-JP" altLang="en-US" sz="637">
                <a:solidFill>
                  <a:schemeClr val="bg1"/>
                </a:solidFill>
                <a:latin typeface="Meiryo UI" panose="020B0604030504040204" pitchFamily="50" charset="-128"/>
                <a:ea typeface="Meiryo UI" panose="020B0604030504040204" pitchFamily="50" charset="-128"/>
              </a:rPr>
              <a:t>　</a:t>
            </a:r>
            <a:r>
              <a:rPr lang="en-US" altLang="ja-JP" sz="637">
                <a:solidFill>
                  <a:schemeClr val="bg1"/>
                </a:solidFill>
                <a:latin typeface="Meiryo UI" panose="020B0604030504040204" pitchFamily="50" charset="-128"/>
                <a:ea typeface="Meiryo UI" panose="020B0604030504040204" pitchFamily="50" charset="-128"/>
              </a:rPr>
              <a:t>Proprietary and Confidential</a:t>
            </a:r>
          </a:p>
        </p:txBody>
      </p:sp>
      <p:sp>
        <p:nvSpPr>
          <p:cNvPr id="2" name="スライド番号プレースホルダー 1">
            <a:extLst>
              <a:ext uri="{FF2B5EF4-FFF2-40B4-BE49-F238E27FC236}">
                <a16:creationId xmlns:a16="http://schemas.microsoft.com/office/drawing/2014/main" id="{9C0D0D71-6226-C742-7C9A-094AF5EDFA52}"/>
              </a:ext>
            </a:extLst>
          </p:cNvPr>
          <p:cNvSpPr>
            <a:spLocks noGrp="1"/>
          </p:cNvSpPr>
          <p:nvPr>
            <p:ph type="sldNum" sz="quarter" idx="10"/>
          </p:nvPr>
        </p:nvSpPr>
        <p:spPr/>
        <p:txBody>
          <a:bodyPr/>
          <a:lstStyle>
            <a:lvl1pPr>
              <a:defRPr>
                <a:solidFill>
                  <a:schemeClr val="bg1"/>
                </a:solidFill>
              </a:defRPr>
            </a:lvl1pPr>
          </a:lstStyle>
          <a:p>
            <a:fld id="{3344C913-8B6A-184F-9D73-5173E441A31D}" type="slidenum">
              <a:rPr lang="ja-JP" altLang="en-US" smtClean="0"/>
              <a:pPr/>
              <a:t>‹#›</a:t>
            </a:fld>
            <a:endParaRPr lang="ja-JP" altLang="en-US"/>
          </a:p>
        </p:txBody>
      </p:sp>
      <p:sp>
        <p:nvSpPr>
          <p:cNvPr id="11" name="Rectangle 6">
            <a:extLst>
              <a:ext uri="{FF2B5EF4-FFF2-40B4-BE49-F238E27FC236}">
                <a16:creationId xmlns:a16="http://schemas.microsoft.com/office/drawing/2014/main" id="{60290D33-A3CA-75C8-7C64-95FB3933AB2A}"/>
              </a:ext>
            </a:extLst>
          </p:cNvPr>
          <p:cNvSpPr>
            <a:spLocks noChangeArrowheads="1"/>
          </p:cNvSpPr>
          <p:nvPr userDrawn="1"/>
        </p:nvSpPr>
        <p:spPr bwMode="gray">
          <a:xfrm>
            <a:off x="7" y="6659573"/>
            <a:ext cx="12192000" cy="225425"/>
          </a:xfrm>
          <a:prstGeom prst="rect">
            <a:avLst/>
          </a:prstGeom>
          <a:noFill/>
          <a:ln>
            <a:noFill/>
          </a:ln>
        </p:spPr>
        <p:txBody>
          <a:bodyPr wrap="none" lIns="88118" tIns="45821" rIns="88118" bIns="45821" anchor="ctr"/>
          <a:lstStyle>
            <a:lvl1pPr eaLnBrk="0" hangingPunct="0">
              <a:defRPr kumimoji="1" sz="1000">
                <a:solidFill>
                  <a:schemeClr val="tx1"/>
                </a:solidFill>
                <a:latin typeface="Meiryo UI" pitchFamily="50" charset="-128"/>
                <a:ea typeface="Meiryo UI" pitchFamily="50" charset="-128"/>
              </a:defRPr>
            </a:lvl1pPr>
            <a:lvl2pPr marL="742950" indent="-285750" eaLnBrk="0" hangingPunct="0">
              <a:defRPr kumimoji="1" sz="1000">
                <a:solidFill>
                  <a:schemeClr val="tx1"/>
                </a:solidFill>
                <a:latin typeface="Meiryo UI" pitchFamily="50" charset="-128"/>
                <a:ea typeface="Meiryo UI" pitchFamily="50" charset="-128"/>
              </a:defRPr>
            </a:lvl2pPr>
            <a:lvl3pPr marL="1143000" indent="-228600" eaLnBrk="0" hangingPunct="0">
              <a:defRPr kumimoji="1" sz="1000">
                <a:solidFill>
                  <a:schemeClr val="tx1"/>
                </a:solidFill>
                <a:latin typeface="Meiryo UI" pitchFamily="50" charset="-128"/>
                <a:ea typeface="Meiryo UI" pitchFamily="50" charset="-128"/>
              </a:defRPr>
            </a:lvl3pPr>
            <a:lvl4pPr marL="1600200" indent="-228600" eaLnBrk="0" hangingPunct="0">
              <a:defRPr kumimoji="1" sz="1000">
                <a:solidFill>
                  <a:schemeClr val="tx1"/>
                </a:solidFill>
                <a:latin typeface="Meiryo UI" pitchFamily="50" charset="-128"/>
                <a:ea typeface="Meiryo UI" pitchFamily="50" charset="-128"/>
              </a:defRPr>
            </a:lvl4pPr>
            <a:lvl5pPr marL="2057400" indent="-228600" eaLnBrk="0" hangingPunct="0">
              <a:defRPr kumimoji="1" sz="1000">
                <a:solidFill>
                  <a:schemeClr val="tx1"/>
                </a:solidFill>
                <a:latin typeface="Meiryo UI" pitchFamily="50" charset="-128"/>
                <a:ea typeface="Meiryo UI" pitchFamily="50" charset="-128"/>
              </a:defRPr>
            </a:lvl5pPr>
            <a:lvl6pPr marL="25146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6pPr>
            <a:lvl7pPr marL="29718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7pPr>
            <a:lvl8pPr marL="34290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8pPr>
            <a:lvl9pPr marL="38862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9pPr>
          </a:lstStyle>
          <a:p>
            <a:pPr eaLnBrk="1" hangingPunct="1">
              <a:lnSpc>
                <a:spcPct val="70000"/>
              </a:lnSpc>
              <a:spcBef>
                <a:spcPct val="20000"/>
              </a:spcBef>
              <a:defRPr/>
            </a:pPr>
            <a:r>
              <a:rPr lang="en-US" altLang="ja-JP" sz="783" dirty="0">
                <a:latin typeface="+mn-lt"/>
              </a:rPr>
              <a:t>© INTLOOP</a:t>
            </a:r>
            <a:r>
              <a:rPr lang="ja-JP" altLang="en-US" sz="783" dirty="0">
                <a:latin typeface="+mn-lt"/>
              </a:rPr>
              <a:t> </a:t>
            </a:r>
            <a:r>
              <a:rPr lang="en-US" altLang="ja-JP" sz="783" dirty="0">
                <a:latin typeface="+mn-lt"/>
              </a:rPr>
              <a:t>Strategy Inc. All rights, reserved.</a:t>
            </a:r>
            <a:r>
              <a:rPr lang="ja-JP" altLang="en-US" sz="783" dirty="0">
                <a:latin typeface="+mn-lt"/>
              </a:rPr>
              <a:t>　</a:t>
            </a:r>
            <a:r>
              <a:rPr lang="en-US" altLang="ja-JP" sz="783" dirty="0">
                <a:latin typeface="+mn-lt"/>
              </a:rPr>
              <a:t>Proprietary and Confidential</a:t>
            </a:r>
          </a:p>
        </p:txBody>
      </p:sp>
      <p:sp>
        <p:nvSpPr>
          <p:cNvPr id="4" name="テキスト プレースホルダー 10">
            <a:extLst>
              <a:ext uri="{FF2B5EF4-FFF2-40B4-BE49-F238E27FC236}">
                <a16:creationId xmlns:a16="http://schemas.microsoft.com/office/drawing/2014/main" id="{BA4B9CCD-369E-8273-1B80-0587B8E67464}"/>
              </a:ext>
            </a:extLst>
          </p:cNvPr>
          <p:cNvSpPr>
            <a:spLocks noGrp="1"/>
          </p:cNvSpPr>
          <p:nvPr>
            <p:ph type="body" sz="quarter" idx="12" hasCustomPrompt="1"/>
          </p:nvPr>
        </p:nvSpPr>
        <p:spPr>
          <a:xfrm>
            <a:off x="821537" y="3728621"/>
            <a:ext cx="5400675" cy="860841"/>
          </a:xfrm>
          <a:prstGeom prst="rect">
            <a:avLst/>
          </a:prstGeom>
        </p:spPr>
        <p:txBody>
          <a:bodyPr/>
          <a:lstStyle>
            <a:lvl1pPr>
              <a:defRPr sz="2000">
                <a:latin typeface="+mj-lt"/>
              </a:defRPr>
            </a:lvl1pPr>
          </a:lstStyle>
          <a:p>
            <a:pPr lvl="0"/>
            <a:r>
              <a:rPr kumimoji="1" lang="en-US" altLang="ja-JP" sz="2000" dirty="0">
                <a:latin typeface="+mj-lt"/>
              </a:rPr>
              <a:t>INTLOOP</a:t>
            </a:r>
            <a:r>
              <a:rPr kumimoji="1" lang="ja-JP" altLang="en-US" sz="2000" dirty="0">
                <a:latin typeface="+mj-lt"/>
              </a:rPr>
              <a:t> </a:t>
            </a:r>
            <a:r>
              <a:rPr kumimoji="1" lang="en-US" altLang="ja-JP" sz="2000" dirty="0">
                <a:latin typeface="+mj-lt"/>
              </a:rPr>
              <a:t>Strategy</a:t>
            </a:r>
            <a:r>
              <a:rPr kumimoji="1" lang="ja-JP" altLang="en-US" sz="2000" dirty="0">
                <a:latin typeface="+mj-lt"/>
              </a:rPr>
              <a:t> 株式会社</a:t>
            </a:r>
            <a:endParaRPr kumimoji="1" lang="en-US" altLang="ja-JP" sz="2000" dirty="0">
              <a:latin typeface="+mj-lt"/>
            </a:endParaRPr>
          </a:p>
          <a:p>
            <a:pPr lvl="0"/>
            <a:r>
              <a:rPr kumimoji="1" lang="en-US" altLang="ja-JP" dirty="0" err="1"/>
              <a:t>yyyy</a:t>
            </a:r>
            <a:r>
              <a:rPr kumimoji="1" lang="ja-JP" altLang="en-US" dirty="0"/>
              <a:t>年</a:t>
            </a:r>
            <a:r>
              <a:rPr kumimoji="1" lang="en-US" altLang="ja-JP" dirty="0"/>
              <a:t>mm</a:t>
            </a:r>
            <a:r>
              <a:rPr kumimoji="1" lang="ja-JP" altLang="en-US" dirty="0"/>
              <a:t>月</a:t>
            </a:r>
            <a:r>
              <a:rPr kumimoji="1" lang="en-US" altLang="ja-JP" dirty="0"/>
              <a:t>dd</a:t>
            </a:r>
            <a:r>
              <a:rPr kumimoji="1" lang="ja-JP" altLang="en-US" dirty="0"/>
              <a:t>日</a:t>
            </a:r>
          </a:p>
        </p:txBody>
      </p:sp>
      <p:sp>
        <p:nvSpPr>
          <p:cNvPr id="5" name="タイトル 4">
            <a:extLst>
              <a:ext uri="{FF2B5EF4-FFF2-40B4-BE49-F238E27FC236}">
                <a16:creationId xmlns:a16="http://schemas.microsoft.com/office/drawing/2014/main" id="{90DA5AE7-E9C1-5473-C072-D8CA76CB3A2A}"/>
              </a:ext>
            </a:extLst>
          </p:cNvPr>
          <p:cNvSpPr>
            <a:spLocks noGrp="1"/>
          </p:cNvSpPr>
          <p:nvPr>
            <p:ph type="title"/>
          </p:nvPr>
        </p:nvSpPr>
        <p:spPr>
          <a:xfrm>
            <a:off x="821537" y="2103437"/>
            <a:ext cx="6397200" cy="1325563"/>
          </a:xfrm>
          <a:prstGeom prst="rect">
            <a:avLst/>
          </a:prstGeom>
        </p:spPr>
        <p:txBody>
          <a:bodyPr anchor="ctr"/>
          <a:lstStyle>
            <a:lvl1pPr>
              <a:defRPr sz="4000" b="1">
                <a:effectLst/>
              </a:defRPr>
            </a:lvl1pPr>
          </a:lstStyle>
          <a:p>
            <a:r>
              <a:rPr kumimoji="1" lang="ja-JP" altLang="en-US" dirty="0"/>
              <a:t>マスター タイトルの書式設定</a:t>
            </a:r>
          </a:p>
        </p:txBody>
      </p:sp>
    </p:spTree>
    <p:extLst>
      <p:ext uri="{BB962C8B-B14F-4D97-AF65-F5344CB8AC3E}">
        <p14:creationId xmlns:p14="http://schemas.microsoft.com/office/powerpoint/2010/main" val="5867005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セクション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1ECF1A7B-2006-0E5C-44EB-C054FE730F79}"/>
              </a:ext>
            </a:extLst>
          </p:cNvPr>
          <p:cNvSpPr>
            <a:spLocks noGrp="1"/>
          </p:cNvSpPr>
          <p:nvPr>
            <p:ph type="title"/>
          </p:nvPr>
        </p:nvSpPr>
        <p:spPr>
          <a:xfrm>
            <a:off x="2279576" y="3176757"/>
            <a:ext cx="8280920" cy="607758"/>
          </a:xfrm>
          <a:prstGeom prst="rect">
            <a:avLst/>
          </a:prstGeom>
        </p:spPr>
        <p:txBody>
          <a:bodyPr/>
          <a:lstStyle>
            <a:lvl1pPr>
              <a:defRPr sz="2800" b="1" spc="0">
                <a:solidFill>
                  <a:schemeClr val="bg1"/>
                </a:solidFill>
                <a:effectLst/>
                <a:latin typeface="Meiryo UI" panose="020B0604030504040204" pitchFamily="34" charset="-128"/>
                <a:ea typeface="Meiryo UI" panose="020B0604030504040204" pitchFamily="34" charset="-128"/>
              </a:defRPr>
            </a:lvl1pPr>
          </a:lstStyle>
          <a:p>
            <a:r>
              <a:rPr kumimoji="1" lang="ja-JP" altLang="en-US"/>
              <a:t>マスター タイトルの書式設定</a:t>
            </a:r>
          </a:p>
        </p:txBody>
      </p:sp>
      <p:sp>
        <p:nvSpPr>
          <p:cNvPr id="2" name="スライド番号プレースホルダー 1">
            <a:extLst>
              <a:ext uri="{FF2B5EF4-FFF2-40B4-BE49-F238E27FC236}">
                <a16:creationId xmlns:a16="http://schemas.microsoft.com/office/drawing/2014/main" id="{0BF7D648-059A-C185-4160-A6FB5526F0F0}"/>
              </a:ext>
            </a:extLst>
          </p:cNvPr>
          <p:cNvSpPr>
            <a:spLocks noGrp="1"/>
          </p:cNvSpPr>
          <p:nvPr>
            <p:ph type="sldNum" sz="quarter" idx="10"/>
          </p:nvPr>
        </p:nvSpPr>
        <p:spPr/>
        <p:txBody>
          <a:bodyPr/>
          <a:lstStyle>
            <a:lvl1pPr>
              <a:defRPr>
                <a:solidFill>
                  <a:schemeClr val="bg1"/>
                </a:solidFill>
              </a:defRPr>
            </a:lvl1pPr>
          </a:lstStyle>
          <a:p>
            <a:fld id="{3344C913-8B6A-184F-9D73-5173E441A31D}" type="slidenum">
              <a:rPr lang="ja-JP" altLang="en-US" smtClean="0"/>
              <a:pPr/>
              <a:t>‹#›</a:t>
            </a:fld>
            <a:endParaRPr lang="ja-JP" altLang="en-US"/>
          </a:p>
        </p:txBody>
      </p:sp>
      <p:sp>
        <p:nvSpPr>
          <p:cNvPr id="5" name="Rectangle 6">
            <a:extLst>
              <a:ext uri="{FF2B5EF4-FFF2-40B4-BE49-F238E27FC236}">
                <a16:creationId xmlns:a16="http://schemas.microsoft.com/office/drawing/2014/main" id="{0C7E72D7-AD7F-AB80-F103-443714F4155A}"/>
              </a:ext>
            </a:extLst>
          </p:cNvPr>
          <p:cNvSpPr>
            <a:spLocks noChangeArrowheads="1"/>
          </p:cNvSpPr>
          <p:nvPr userDrawn="1"/>
        </p:nvSpPr>
        <p:spPr bwMode="gray">
          <a:xfrm>
            <a:off x="7" y="6659573"/>
            <a:ext cx="12192000" cy="225425"/>
          </a:xfrm>
          <a:prstGeom prst="rect">
            <a:avLst/>
          </a:prstGeom>
          <a:noFill/>
          <a:ln>
            <a:noFill/>
          </a:ln>
        </p:spPr>
        <p:txBody>
          <a:bodyPr wrap="none" lIns="88118" tIns="45821" rIns="88118" bIns="45821" anchor="ctr"/>
          <a:lstStyle>
            <a:lvl1pPr eaLnBrk="0" hangingPunct="0">
              <a:defRPr kumimoji="1" sz="1000">
                <a:solidFill>
                  <a:schemeClr val="tx1"/>
                </a:solidFill>
                <a:latin typeface="Meiryo UI" pitchFamily="50" charset="-128"/>
                <a:ea typeface="Meiryo UI" pitchFamily="50" charset="-128"/>
              </a:defRPr>
            </a:lvl1pPr>
            <a:lvl2pPr marL="742950" indent="-285750" eaLnBrk="0" hangingPunct="0">
              <a:defRPr kumimoji="1" sz="1000">
                <a:solidFill>
                  <a:schemeClr val="tx1"/>
                </a:solidFill>
                <a:latin typeface="Meiryo UI" pitchFamily="50" charset="-128"/>
                <a:ea typeface="Meiryo UI" pitchFamily="50" charset="-128"/>
              </a:defRPr>
            </a:lvl2pPr>
            <a:lvl3pPr marL="1143000" indent="-228600" eaLnBrk="0" hangingPunct="0">
              <a:defRPr kumimoji="1" sz="1000">
                <a:solidFill>
                  <a:schemeClr val="tx1"/>
                </a:solidFill>
                <a:latin typeface="Meiryo UI" pitchFamily="50" charset="-128"/>
                <a:ea typeface="Meiryo UI" pitchFamily="50" charset="-128"/>
              </a:defRPr>
            </a:lvl3pPr>
            <a:lvl4pPr marL="1600200" indent="-228600" eaLnBrk="0" hangingPunct="0">
              <a:defRPr kumimoji="1" sz="1000">
                <a:solidFill>
                  <a:schemeClr val="tx1"/>
                </a:solidFill>
                <a:latin typeface="Meiryo UI" pitchFamily="50" charset="-128"/>
                <a:ea typeface="Meiryo UI" pitchFamily="50" charset="-128"/>
              </a:defRPr>
            </a:lvl4pPr>
            <a:lvl5pPr marL="2057400" indent="-228600" eaLnBrk="0" hangingPunct="0">
              <a:defRPr kumimoji="1" sz="1000">
                <a:solidFill>
                  <a:schemeClr val="tx1"/>
                </a:solidFill>
                <a:latin typeface="Meiryo UI" pitchFamily="50" charset="-128"/>
                <a:ea typeface="Meiryo UI" pitchFamily="50" charset="-128"/>
              </a:defRPr>
            </a:lvl5pPr>
            <a:lvl6pPr marL="25146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6pPr>
            <a:lvl7pPr marL="29718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7pPr>
            <a:lvl8pPr marL="34290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8pPr>
            <a:lvl9pPr marL="38862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9pPr>
          </a:lstStyle>
          <a:p>
            <a:pPr eaLnBrk="1" hangingPunct="1">
              <a:lnSpc>
                <a:spcPct val="70000"/>
              </a:lnSpc>
              <a:spcBef>
                <a:spcPct val="20000"/>
              </a:spcBef>
              <a:defRPr/>
            </a:pPr>
            <a:r>
              <a:rPr lang="en-US" altLang="ja-JP" sz="783" dirty="0">
                <a:solidFill>
                  <a:schemeClr val="bg1"/>
                </a:solidFill>
                <a:latin typeface="+mn-lt"/>
              </a:rPr>
              <a:t>© INTLOOP</a:t>
            </a:r>
            <a:r>
              <a:rPr lang="ja-JP" altLang="en-US" sz="783" dirty="0">
                <a:solidFill>
                  <a:schemeClr val="bg1"/>
                </a:solidFill>
                <a:latin typeface="+mn-lt"/>
              </a:rPr>
              <a:t> </a:t>
            </a:r>
            <a:r>
              <a:rPr lang="en-US" altLang="ja-JP" sz="783" dirty="0">
                <a:solidFill>
                  <a:schemeClr val="bg1"/>
                </a:solidFill>
                <a:latin typeface="+mn-lt"/>
              </a:rPr>
              <a:t>Strategy Inc. All rights, reserved.</a:t>
            </a:r>
            <a:r>
              <a:rPr lang="ja-JP" altLang="en-US" sz="783" dirty="0">
                <a:solidFill>
                  <a:schemeClr val="bg1"/>
                </a:solidFill>
                <a:latin typeface="+mn-lt"/>
              </a:rPr>
              <a:t>　</a:t>
            </a:r>
            <a:r>
              <a:rPr lang="en-US" altLang="ja-JP" sz="783" dirty="0">
                <a:solidFill>
                  <a:schemeClr val="bg1"/>
                </a:solidFill>
                <a:latin typeface="+mn-lt"/>
              </a:rPr>
              <a:t>Proprietary and Confidential</a:t>
            </a:r>
          </a:p>
        </p:txBody>
      </p:sp>
    </p:spTree>
    <p:extLst>
      <p:ext uri="{BB962C8B-B14F-4D97-AF65-F5344CB8AC3E}">
        <p14:creationId xmlns:p14="http://schemas.microsoft.com/office/powerpoint/2010/main" val="27020439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セクション2">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34147" name="Rectangle 3"/>
          <p:cNvSpPr>
            <a:spLocks noGrp="1" noChangeArrowheads="1"/>
          </p:cNvSpPr>
          <p:nvPr>
            <p:ph type="ctrTitle"/>
          </p:nvPr>
        </p:nvSpPr>
        <p:spPr>
          <a:xfrm>
            <a:off x="914407" y="2573910"/>
            <a:ext cx="10363200" cy="1470025"/>
          </a:xfrm>
          <a:prstGeom prst="rect">
            <a:avLst/>
          </a:prstGeom>
        </p:spPr>
        <p:txBody>
          <a:bodyPr anchor="ctr"/>
          <a:lstStyle>
            <a:lvl1pPr algn="ctr">
              <a:defRPr sz="3500" b="1" u="sng" baseline="0">
                <a:solidFill>
                  <a:schemeClr val="bg1"/>
                </a:solidFill>
                <a:effectLst/>
                <a:latin typeface="Meiryo UI" panose="020B0604030504040204" pitchFamily="50" charset="-128"/>
                <a:ea typeface="Meiryo UI" panose="020B0604030504040204" pitchFamily="50" charset="-128"/>
              </a:defRPr>
            </a:lvl1pPr>
          </a:lstStyle>
          <a:p>
            <a:r>
              <a:rPr lang="ja-JP" altLang="en-US"/>
              <a:t>マスター タイトルの書式設定</a:t>
            </a:r>
          </a:p>
        </p:txBody>
      </p:sp>
      <p:sp>
        <p:nvSpPr>
          <p:cNvPr id="2" name="スライド番号プレースホルダー 1">
            <a:extLst>
              <a:ext uri="{FF2B5EF4-FFF2-40B4-BE49-F238E27FC236}">
                <a16:creationId xmlns:a16="http://schemas.microsoft.com/office/drawing/2014/main" id="{C99835BB-875A-75C9-0537-A4D644216DF6}"/>
              </a:ext>
            </a:extLst>
          </p:cNvPr>
          <p:cNvSpPr>
            <a:spLocks noGrp="1"/>
          </p:cNvSpPr>
          <p:nvPr>
            <p:ph type="sldNum" sz="quarter" idx="10"/>
          </p:nvPr>
        </p:nvSpPr>
        <p:spPr/>
        <p:txBody>
          <a:bodyPr/>
          <a:lstStyle>
            <a:lvl1pPr>
              <a:defRPr>
                <a:solidFill>
                  <a:schemeClr val="bg1"/>
                </a:solidFill>
              </a:defRPr>
            </a:lvl1pPr>
          </a:lstStyle>
          <a:p>
            <a:fld id="{3344C913-8B6A-184F-9D73-5173E441A31D}" type="slidenum">
              <a:rPr lang="ja-JP" altLang="en-US" smtClean="0"/>
              <a:pPr/>
              <a:t>‹#›</a:t>
            </a:fld>
            <a:endParaRPr lang="ja-JP" altLang="en-US"/>
          </a:p>
        </p:txBody>
      </p:sp>
      <p:sp>
        <p:nvSpPr>
          <p:cNvPr id="4" name="Rectangle 6">
            <a:extLst>
              <a:ext uri="{FF2B5EF4-FFF2-40B4-BE49-F238E27FC236}">
                <a16:creationId xmlns:a16="http://schemas.microsoft.com/office/drawing/2014/main" id="{A3B441B3-86D7-5D76-E1FF-4DCB5F84DFFE}"/>
              </a:ext>
            </a:extLst>
          </p:cNvPr>
          <p:cNvSpPr>
            <a:spLocks noChangeArrowheads="1"/>
          </p:cNvSpPr>
          <p:nvPr userDrawn="1"/>
        </p:nvSpPr>
        <p:spPr bwMode="gray">
          <a:xfrm>
            <a:off x="7" y="6659573"/>
            <a:ext cx="12192000" cy="225425"/>
          </a:xfrm>
          <a:prstGeom prst="rect">
            <a:avLst/>
          </a:prstGeom>
          <a:noFill/>
          <a:ln>
            <a:noFill/>
          </a:ln>
        </p:spPr>
        <p:txBody>
          <a:bodyPr wrap="none" lIns="88118" tIns="45821" rIns="88118" bIns="45821" anchor="ctr"/>
          <a:lstStyle>
            <a:lvl1pPr eaLnBrk="0" hangingPunct="0">
              <a:defRPr kumimoji="1" sz="1000">
                <a:solidFill>
                  <a:schemeClr val="tx1"/>
                </a:solidFill>
                <a:latin typeface="Meiryo UI" pitchFamily="50" charset="-128"/>
                <a:ea typeface="Meiryo UI" pitchFamily="50" charset="-128"/>
              </a:defRPr>
            </a:lvl1pPr>
            <a:lvl2pPr marL="742950" indent="-285750" eaLnBrk="0" hangingPunct="0">
              <a:defRPr kumimoji="1" sz="1000">
                <a:solidFill>
                  <a:schemeClr val="tx1"/>
                </a:solidFill>
                <a:latin typeface="Meiryo UI" pitchFamily="50" charset="-128"/>
                <a:ea typeface="Meiryo UI" pitchFamily="50" charset="-128"/>
              </a:defRPr>
            </a:lvl2pPr>
            <a:lvl3pPr marL="1143000" indent="-228600" eaLnBrk="0" hangingPunct="0">
              <a:defRPr kumimoji="1" sz="1000">
                <a:solidFill>
                  <a:schemeClr val="tx1"/>
                </a:solidFill>
                <a:latin typeface="Meiryo UI" pitchFamily="50" charset="-128"/>
                <a:ea typeface="Meiryo UI" pitchFamily="50" charset="-128"/>
              </a:defRPr>
            </a:lvl3pPr>
            <a:lvl4pPr marL="1600200" indent="-228600" eaLnBrk="0" hangingPunct="0">
              <a:defRPr kumimoji="1" sz="1000">
                <a:solidFill>
                  <a:schemeClr val="tx1"/>
                </a:solidFill>
                <a:latin typeface="Meiryo UI" pitchFamily="50" charset="-128"/>
                <a:ea typeface="Meiryo UI" pitchFamily="50" charset="-128"/>
              </a:defRPr>
            </a:lvl4pPr>
            <a:lvl5pPr marL="2057400" indent="-228600" eaLnBrk="0" hangingPunct="0">
              <a:defRPr kumimoji="1" sz="1000">
                <a:solidFill>
                  <a:schemeClr val="tx1"/>
                </a:solidFill>
                <a:latin typeface="Meiryo UI" pitchFamily="50" charset="-128"/>
                <a:ea typeface="Meiryo UI" pitchFamily="50" charset="-128"/>
              </a:defRPr>
            </a:lvl5pPr>
            <a:lvl6pPr marL="25146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6pPr>
            <a:lvl7pPr marL="29718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7pPr>
            <a:lvl8pPr marL="34290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8pPr>
            <a:lvl9pPr marL="38862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9pPr>
          </a:lstStyle>
          <a:p>
            <a:pPr eaLnBrk="1" hangingPunct="1">
              <a:lnSpc>
                <a:spcPct val="70000"/>
              </a:lnSpc>
              <a:spcBef>
                <a:spcPct val="20000"/>
              </a:spcBef>
              <a:defRPr/>
            </a:pPr>
            <a:r>
              <a:rPr lang="en-US" altLang="ja-JP" sz="783" dirty="0">
                <a:solidFill>
                  <a:schemeClr val="bg1"/>
                </a:solidFill>
                <a:latin typeface="+mn-lt"/>
              </a:rPr>
              <a:t>© INTLOOP</a:t>
            </a:r>
            <a:r>
              <a:rPr lang="ja-JP" altLang="en-US" sz="783" dirty="0">
                <a:solidFill>
                  <a:schemeClr val="bg1"/>
                </a:solidFill>
                <a:latin typeface="+mn-lt"/>
              </a:rPr>
              <a:t> </a:t>
            </a:r>
            <a:r>
              <a:rPr lang="en-US" altLang="ja-JP" sz="783" dirty="0">
                <a:solidFill>
                  <a:schemeClr val="bg1"/>
                </a:solidFill>
                <a:latin typeface="+mn-lt"/>
              </a:rPr>
              <a:t>Strategy Inc. All rights, reserved.</a:t>
            </a:r>
            <a:r>
              <a:rPr lang="ja-JP" altLang="en-US" sz="783" dirty="0">
                <a:solidFill>
                  <a:schemeClr val="bg1"/>
                </a:solidFill>
                <a:latin typeface="+mn-lt"/>
              </a:rPr>
              <a:t>　</a:t>
            </a:r>
            <a:r>
              <a:rPr lang="en-US" altLang="ja-JP" sz="783" dirty="0">
                <a:solidFill>
                  <a:schemeClr val="bg1"/>
                </a:solidFill>
                <a:latin typeface="+mn-lt"/>
              </a:rPr>
              <a:t>Proprietary and Confidential</a:t>
            </a:r>
          </a:p>
        </p:txBody>
      </p:sp>
    </p:spTree>
    <p:extLst>
      <p:ext uri="{BB962C8B-B14F-4D97-AF65-F5344CB8AC3E}">
        <p14:creationId xmlns:p14="http://schemas.microsoft.com/office/powerpoint/2010/main" val="23615100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アジェンダ1-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4" name="コンテンツ プレースホルダー 13">
            <a:extLst>
              <a:ext uri="{FF2B5EF4-FFF2-40B4-BE49-F238E27FC236}">
                <a16:creationId xmlns:a16="http://schemas.microsoft.com/office/drawing/2014/main" id="{02036579-93AF-89DB-C446-4C75A25A3BDB}"/>
              </a:ext>
            </a:extLst>
          </p:cNvPr>
          <p:cNvSpPr>
            <a:spLocks noGrp="1"/>
          </p:cNvSpPr>
          <p:nvPr>
            <p:ph sz="quarter" idx="12"/>
          </p:nvPr>
        </p:nvSpPr>
        <p:spPr>
          <a:xfrm>
            <a:off x="6418263" y="1701002"/>
            <a:ext cx="4234941" cy="3456000"/>
          </a:xfrm>
          <a:prstGeom prst="rect">
            <a:avLst/>
          </a:prstGeom>
        </p:spPr>
        <p:txBody>
          <a:bodyPr/>
          <a:lstStyle>
            <a:lvl1pPr marL="457200" indent="-457200">
              <a:buFont typeface="Wingdings" panose="05000000000000000000" pitchFamily="2" charset="2"/>
              <a:buChar char="l"/>
              <a:defRPr sz="2800"/>
            </a:lvl1pPr>
            <a:lvl2pPr marL="727376" indent="-279760">
              <a:buFont typeface="Wingdings" panose="05000000000000000000" pitchFamily="2" charset="2"/>
              <a:buChar char="Ø"/>
              <a:defRPr sz="2800"/>
            </a:lvl2pPr>
            <a:lvl3pPr marL="1119038" indent="-223807">
              <a:buFont typeface="Wingdings" panose="05000000000000000000" pitchFamily="2" charset="2"/>
              <a:buChar char="ü"/>
              <a:defRPr sz="2800"/>
            </a:lvl3pPr>
            <a:lvl4pPr marL="1566655" indent="-223807">
              <a:buFont typeface="Arial" panose="020B0604020202020204" pitchFamily="34" charset="0"/>
              <a:buChar char="•"/>
              <a:defRPr sz="2800"/>
            </a:lvl4pPr>
            <a:lvl5pPr marL="2014272" indent="-223807">
              <a:buFont typeface="Wingdings" panose="05000000000000000000" pitchFamily="2" charset="2"/>
              <a:buChar char="u"/>
              <a:defRPr sz="2800"/>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2" name="テキスト ボックス 1">
            <a:extLst>
              <a:ext uri="{FF2B5EF4-FFF2-40B4-BE49-F238E27FC236}">
                <a16:creationId xmlns:a16="http://schemas.microsoft.com/office/drawing/2014/main" id="{32D0A344-4898-B31C-6099-4F1741F0D17E}"/>
              </a:ext>
            </a:extLst>
          </p:cNvPr>
          <p:cNvSpPr txBox="1"/>
          <p:nvPr userDrawn="1"/>
        </p:nvSpPr>
        <p:spPr>
          <a:xfrm>
            <a:off x="2071688" y="2743200"/>
            <a:ext cx="0" cy="0"/>
          </a:xfrm>
          <a:prstGeom prst="rect">
            <a:avLst/>
          </a:prstGeom>
          <a:noFill/>
        </p:spPr>
        <p:txBody>
          <a:bodyPr wrap="none" rtlCol="0" anchor="t" anchorCtr="0">
            <a:noAutofit/>
          </a:bodyPr>
          <a:lstStyle/>
          <a:p>
            <a:pPr algn="l">
              <a:spcBef>
                <a:spcPts val="600"/>
              </a:spcBef>
              <a:spcAft>
                <a:spcPts val="600"/>
              </a:spcAft>
              <a:buSzPct val="100000"/>
            </a:pPr>
            <a:endParaRPr kumimoji="1" lang="ja-JP" altLang="en-US" sz="1800" dirty="0">
              <a:solidFill>
                <a:schemeClr val="tx1"/>
              </a:solidFill>
              <a:latin typeface="Meiryo UI" panose="020B0604030504040204" pitchFamily="50" charset="-128"/>
              <a:ea typeface="Meiryo UI" panose="020B0604030504040204" pitchFamily="50" charset="-128"/>
            </a:endParaRPr>
          </a:p>
        </p:txBody>
      </p:sp>
      <p:sp>
        <p:nvSpPr>
          <p:cNvPr id="4" name="タイトル 1">
            <a:extLst>
              <a:ext uri="{FF2B5EF4-FFF2-40B4-BE49-F238E27FC236}">
                <a16:creationId xmlns:a16="http://schemas.microsoft.com/office/drawing/2014/main" id="{4A97225F-5917-B5FA-45EA-E2C28BE23579}"/>
              </a:ext>
            </a:extLst>
          </p:cNvPr>
          <p:cNvSpPr txBox="1">
            <a:spLocks/>
          </p:cNvSpPr>
          <p:nvPr userDrawn="1"/>
        </p:nvSpPr>
        <p:spPr>
          <a:xfrm>
            <a:off x="963931" y="2900363"/>
            <a:ext cx="2510790" cy="713582"/>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b="1" dirty="0">
                <a:solidFill>
                  <a:schemeClr val="bg1"/>
                </a:solidFill>
                <a:latin typeface="Meiryo UI" panose="020B0604030504040204" pitchFamily="34" charset="-128"/>
                <a:ea typeface="Meiryo UI" panose="020B0604030504040204" pitchFamily="34" charset="-128"/>
              </a:rPr>
              <a:t>Agenda</a:t>
            </a:r>
            <a:endParaRPr lang="ja-JP" altLang="en-US" b="1">
              <a:solidFill>
                <a:schemeClr val="bg1"/>
              </a:solidFill>
              <a:latin typeface="Meiryo UI" panose="020B0604030504040204" pitchFamily="34" charset="-128"/>
              <a:ea typeface="Meiryo UI" panose="020B0604030504040204" pitchFamily="34" charset="-128"/>
            </a:endParaRPr>
          </a:p>
        </p:txBody>
      </p:sp>
      <p:sp>
        <p:nvSpPr>
          <p:cNvPr id="3" name="スライド番号プレースホルダー 2">
            <a:extLst>
              <a:ext uri="{FF2B5EF4-FFF2-40B4-BE49-F238E27FC236}">
                <a16:creationId xmlns:a16="http://schemas.microsoft.com/office/drawing/2014/main" id="{7FF27C93-0925-0A01-4049-B923B868418F}"/>
              </a:ext>
            </a:extLst>
          </p:cNvPr>
          <p:cNvSpPr>
            <a:spLocks noGrp="1"/>
          </p:cNvSpPr>
          <p:nvPr>
            <p:ph type="sldNum" sz="quarter" idx="10"/>
          </p:nvPr>
        </p:nvSpPr>
        <p:spPr/>
        <p:txBody>
          <a:bodyPr/>
          <a:lstStyle/>
          <a:p>
            <a:fld id="{3344C913-8B6A-184F-9D73-5173E441A31D}" type="slidenum">
              <a:rPr lang="ja-JP" altLang="en-US" smtClean="0"/>
              <a:pPr/>
              <a:t>‹#›</a:t>
            </a:fld>
            <a:endParaRPr lang="ja-JP" altLang="en-US"/>
          </a:p>
        </p:txBody>
      </p:sp>
    </p:spTree>
    <p:extLst>
      <p:ext uri="{BB962C8B-B14F-4D97-AF65-F5344CB8AC3E}">
        <p14:creationId xmlns:p14="http://schemas.microsoft.com/office/powerpoint/2010/main" val="5697531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アジェンダ2-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32D0A344-4898-B31C-6099-4F1741F0D17E}"/>
              </a:ext>
            </a:extLst>
          </p:cNvPr>
          <p:cNvSpPr txBox="1"/>
          <p:nvPr userDrawn="1"/>
        </p:nvSpPr>
        <p:spPr>
          <a:xfrm>
            <a:off x="2071688" y="2743200"/>
            <a:ext cx="0" cy="0"/>
          </a:xfrm>
          <a:prstGeom prst="rect">
            <a:avLst/>
          </a:prstGeom>
          <a:noFill/>
        </p:spPr>
        <p:txBody>
          <a:bodyPr wrap="none" rtlCol="0" anchor="t" anchorCtr="0">
            <a:noAutofit/>
          </a:bodyPr>
          <a:lstStyle/>
          <a:p>
            <a:pPr algn="l">
              <a:spcBef>
                <a:spcPts val="600"/>
              </a:spcBef>
              <a:spcAft>
                <a:spcPts val="600"/>
              </a:spcAft>
              <a:buSzPct val="100000"/>
            </a:pPr>
            <a:endParaRPr kumimoji="1" lang="ja-JP" altLang="en-US" sz="1800" dirty="0">
              <a:solidFill>
                <a:schemeClr val="tx1"/>
              </a:solidFill>
              <a:latin typeface="Meiryo UI" panose="020B0604030504040204" pitchFamily="50" charset="-128"/>
              <a:ea typeface="Meiryo UI" panose="020B0604030504040204" pitchFamily="50" charset="-128"/>
            </a:endParaRPr>
          </a:p>
        </p:txBody>
      </p:sp>
      <p:sp>
        <p:nvSpPr>
          <p:cNvPr id="3" name="タイトル 1">
            <a:extLst>
              <a:ext uri="{FF2B5EF4-FFF2-40B4-BE49-F238E27FC236}">
                <a16:creationId xmlns:a16="http://schemas.microsoft.com/office/drawing/2014/main" id="{F07E1754-6CC5-0910-53F9-8F9A5196F8F6}"/>
              </a:ext>
            </a:extLst>
          </p:cNvPr>
          <p:cNvSpPr txBox="1">
            <a:spLocks/>
          </p:cNvSpPr>
          <p:nvPr userDrawn="1"/>
        </p:nvSpPr>
        <p:spPr>
          <a:xfrm>
            <a:off x="981075" y="804536"/>
            <a:ext cx="2493645" cy="713582"/>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b="1" dirty="0">
                <a:solidFill>
                  <a:schemeClr val="bg1"/>
                </a:solidFill>
                <a:latin typeface="Meiryo UI" panose="020B0604030504040204" pitchFamily="34" charset="-128"/>
                <a:ea typeface="Meiryo UI" panose="020B0604030504040204" pitchFamily="34" charset="-128"/>
              </a:rPr>
              <a:t>Agenda</a:t>
            </a:r>
            <a:endParaRPr lang="ja-JP" altLang="en-US" b="1">
              <a:solidFill>
                <a:schemeClr val="bg1"/>
              </a:solidFill>
              <a:latin typeface="Meiryo UI" panose="020B0604030504040204" pitchFamily="34" charset="-128"/>
              <a:ea typeface="Meiryo UI" panose="020B0604030504040204" pitchFamily="34" charset="-128"/>
            </a:endParaRPr>
          </a:p>
        </p:txBody>
      </p:sp>
      <p:sp>
        <p:nvSpPr>
          <p:cNvPr id="4" name="スライド番号プレースホルダー 3">
            <a:extLst>
              <a:ext uri="{FF2B5EF4-FFF2-40B4-BE49-F238E27FC236}">
                <a16:creationId xmlns:a16="http://schemas.microsoft.com/office/drawing/2014/main" id="{3D139C8F-7CAC-F07E-991F-41B388B065E6}"/>
              </a:ext>
            </a:extLst>
          </p:cNvPr>
          <p:cNvSpPr>
            <a:spLocks noGrp="1"/>
          </p:cNvSpPr>
          <p:nvPr>
            <p:ph type="sldNum" sz="quarter" idx="10"/>
          </p:nvPr>
        </p:nvSpPr>
        <p:spPr/>
        <p:txBody>
          <a:bodyPr/>
          <a:lstStyle>
            <a:lvl1pPr>
              <a:defRPr>
                <a:solidFill>
                  <a:schemeClr val="bg1"/>
                </a:solidFill>
              </a:defRPr>
            </a:lvl1pPr>
          </a:lstStyle>
          <a:p>
            <a:fld id="{3344C913-8B6A-184F-9D73-5173E441A31D}" type="slidenum">
              <a:rPr lang="ja-JP" altLang="en-US" smtClean="0"/>
              <a:pPr/>
              <a:t>‹#›</a:t>
            </a:fld>
            <a:endParaRPr lang="ja-JP" altLang="en-US"/>
          </a:p>
        </p:txBody>
      </p:sp>
      <p:sp>
        <p:nvSpPr>
          <p:cNvPr id="7" name="テキスト プレースホルダー 6">
            <a:extLst>
              <a:ext uri="{FF2B5EF4-FFF2-40B4-BE49-F238E27FC236}">
                <a16:creationId xmlns:a16="http://schemas.microsoft.com/office/drawing/2014/main" id="{BEB13203-D4E8-E005-1D5D-B29E257AC85E}"/>
              </a:ext>
            </a:extLst>
          </p:cNvPr>
          <p:cNvSpPr>
            <a:spLocks noGrp="1"/>
          </p:cNvSpPr>
          <p:nvPr>
            <p:ph type="body" sz="quarter" idx="11"/>
          </p:nvPr>
        </p:nvSpPr>
        <p:spPr>
          <a:xfrm>
            <a:off x="1571625" y="1838325"/>
            <a:ext cx="9020175" cy="3470275"/>
          </a:xfrm>
          <a:prstGeom prst="rect">
            <a:avLst/>
          </a:prstGeom>
        </p:spPr>
        <p:txBody>
          <a:bodyPr/>
          <a:lstStyle>
            <a:lvl1pPr marL="457200" indent="-457200">
              <a:buFont typeface="Wingdings" panose="05000000000000000000" pitchFamily="2" charset="2"/>
              <a:buChar char="l"/>
              <a:defRPr sz="2800">
                <a:solidFill>
                  <a:schemeClr val="bg1"/>
                </a:solidFill>
              </a:defRPr>
            </a:lvl1pPr>
            <a:lvl2pPr marL="904816" indent="-457200">
              <a:buFont typeface="Wingdings" panose="05000000000000000000" pitchFamily="2" charset="2"/>
              <a:buChar char="Ø"/>
              <a:defRPr sz="2800">
                <a:solidFill>
                  <a:schemeClr val="bg1"/>
                </a:solidFill>
              </a:defRPr>
            </a:lvl2pPr>
            <a:lvl3pPr marL="1352431" indent="-457200">
              <a:buFont typeface="Wingdings" panose="05000000000000000000" pitchFamily="2" charset="2"/>
              <a:buChar char="ü"/>
              <a:defRPr sz="2800">
                <a:solidFill>
                  <a:schemeClr val="bg1"/>
                </a:solidFill>
              </a:defRPr>
            </a:lvl3pPr>
            <a:lvl4pPr marL="1800048" indent="-457200">
              <a:buFont typeface="Arial" panose="020B0604020202020204" pitchFamily="34" charset="0"/>
              <a:buChar char="•"/>
              <a:defRPr sz="2800">
                <a:solidFill>
                  <a:schemeClr val="bg1"/>
                </a:solidFill>
              </a:defRPr>
            </a:lvl4pPr>
            <a:lvl5pPr marL="2247665" indent="-457200">
              <a:buFont typeface="Wingdings" panose="05000000000000000000" pitchFamily="2" charset="2"/>
              <a:buChar char="u"/>
              <a:defRPr sz="2800">
                <a:solidFill>
                  <a:schemeClr val="bg1"/>
                </a:solidFill>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8" name="Rectangle 6">
            <a:extLst>
              <a:ext uri="{FF2B5EF4-FFF2-40B4-BE49-F238E27FC236}">
                <a16:creationId xmlns:a16="http://schemas.microsoft.com/office/drawing/2014/main" id="{AB0423FF-5DE9-91AE-09A7-D48AC863A975}"/>
              </a:ext>
            </a:extLst>
          </p:cNvPr>
          <p:cNvSpPr>
            <a:spLocks noChangeArrowheads="1"/>
          </p:cNvSpPr>
          <p:nvPr userDrawn="1"/>
        </p:nvSpPr>
        <p:spPr bwMode="gray">
          <a:xfrm>
            <a:off x="7" y="6659573"/>
            <a:ext cx="12192000" cy="225425"/>
          </a:xfrm>
          <a:prstGeom prst="rect">
            <a:avLst/>
          </a:prstGeom>
          <a:noFill/>
          <a:ln>
            <a:noFill/>
          </a:ln>
        </p:spPr>
        <p:txBody>
          <a:bodyPr wrap="none" lIns="88118" tIns="45821" rIns="88118" bIns="45821" anchor="ctr"/>
          <a:lstStyle>
            <a:lvl1pPr eaLnBrk="0" hangingPunct="0">
              <a:defRPr kumimoji="1" sz="1000">
                <a:solidFill>
                  <a:schemeClr val="tx1"/>
                </a:solidFill>
                <a:latin typeface="Meiryo UI" pitchFamily="50" charset="-128"/>
                <a:ea typeface="Meiryo UI" pitchFamily="50" charset="-128"/>
              </a:defRPr>
            </a:lvl1pPr>
            <a:lvl2pPr marL="742950" indent="-285750" eaLnBrk="0" hangingPunct="0">
              <a:defRPr kumimoji="1" sz="1000">
                <a:solidFill>
                  <a:schemeClr val="tx1"/>
                </a:solidFill>
                <a:latin typeface="Meiryo UI" pitchFamily="50" charset="-128"/>
                <a:ea typeface="Meiryo UI" pitchFamily="50" charset="-128"/>
              </a:defRPr>
            </a:lvl2pPr>
            <a:lvl3pPr marL="1143000" indent="-228600" eaLnBrk="0" hangingPunct="0">
              <a:defRPr kumimoji="1" sz="1000">
                <a:solidFill>
                  <a:schemeClr val="tx1"/>
                </a:solidFill>
                <a:latin typeface="Meiryo UI" pitchFamily="50" charset="-128"/>
                <a:ea typeface="Meiryo UI" pitchFamily="50" charset="-128"/>
              </a:defRPr>
            </a:lvl3pPr>
            <a:lvl4pPr marL="1600200" indent="-228600" eaLnBrk="0" hangingPunct="0">
              <a:defRPr kumimoji="1" sz="1000">
                <a:solidFill>
                  <a:schemeClr val="tx1"/>
                </a:solidFill>
                <a:latin typeface="Meiryo UI" pitchFamily="50" charset="-128"/>
                <a:ea typeface="Meiryo UI" pitchFamily="50" charset="-128"/>
              </a:defRPr>
            </a:lvl4pPr>
            <a:lvl5pPr marL="2057400" indent="-228600" eaLnBrk="0" hangingPunct="0">
              <a:defRPr kumimoji="1" sz="1000">
                <a:solidFill>
                  <a:schemeClr val="tx1"/>
                </a:solidFill>
                <a:latin typeface="Meiryo UI" pitchFamily="50" charset="-128"/>
                <a:ea typeface="Meiryo UI" pitchFamily="50" charset="-128"/>
              </a:defRPr>
            </a:lvl5pPr>
            <a:lvl6pPr marL="25146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6pPr>
            <a:lvl7pPr marL="29718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7pPr>
            <a:lvl8pPr marL="34290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8pPr>
            <a:lvl9pPr marL="38862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9pPr>
          </a:lstStyle>
          <a:p>
            <a:pPr eaLnBrk="1" hangingPunct="1">
              <a:lnSpc>
                <a:spcPct val="70000"/>
              </a:lnSpc>
              <a:spcBef>
                <a:spcPct val="20000"/>
              </a:spcBef>
              <a:defRPr/>
            </a:pPr>
            <a:r>
              <a:rPr lang="en-US" altLang="ja-JP" sz="783" dirty="0">
                <a:solidFill>
                  <a:schemeClr val="bg1"/>
                </a:solidFill>
                <a:latin typeface="+mn-lt"/>
              </a:rPr>
              <a:t>© INTLOOP</a:t>
            </a:r>
            <a:r>
              <a:rPr lang="ja-JP" altLang="en-US" sz="783" dirty="0">
                <a:solidFill>
                  <a:schemeClr val="bg1"/>
                </a:solidFill>
                <a:latin typeface="+mn-lt"/>
              </a:rPr>
              <a:t> </a:t>
            </a:r>
            <a:r>
              <a:rPr lang="en-US" altLang="ja-JP" sz="783" dirty="0">
                <a:solidFill>
                  <a:schemeClr val="bg1"/>
                </a:solidFill>
                <a:latin typeface="+mn-lt"/>
              </a:rPr>
              <a:t>Strategy Inc. All rights, reserved.</a:t>
            </a:r>
            <a:r>
              <a:rPr lang="ja-JP" altLang="en-US" sz="783" dirty="0">
                <a:solidFill>
                  <a:schemeClr val="bg1"/>
                </a:solidFill>
                <a:latin typeface="+mn-lt"/>
              </a:rPr>
              <a:t>　</a:t>
            </a:r>
            <a:r>
              <a:rPr lang="en-US" altLang="ja-JP" sz="783" dirty="0">
                <a:solidFill>
                  <a:schemeClr val="bg1"/>
                </a:solidFill>
                <a:latin typeface="+mn-lt"/>
              </a:rPr>
              <a:t>Proprietary and Confidential</a:t>
            </a:r>
          </a:p>
        </p:txBody>
      </p:sp>
    </p:spTree>
    <p:extLst>
      <p:ext uri="{BB962C8B-B14F-4D97-AF65-F5344CB8AC3E}">
        <p14:creationId xmlns:p14="http://schemas.microsoft.com/office/powerpoint/2010/main" val="2793701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アジェンダ3-1">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32D0A344-4898-B31C-6099-4F1741F0D17E}"/>
              </a:ext>
            </a:extLst>
          </p:cNvPr>
          <p:cNvSpPr txBox="1"/>
          <p:nvPr userDrawn="1"/>
        </p:nvSpPr>
        <p:spPr>
          <a:xfrm>
            <a:off x="2071688" y="2743200"/>
            <a:ext cx="0" cy="0"/>
          </a:xfrm>
          <a:prstGeom prst="rect">
            <a:avLst/>
          </a:prstGeom>
          <a:noFill/>
        </p:spPr>
        <p:txBody>
          <a:bodyPr wrap="none" rtlCol="0" anchor="t" anchorCtr="0">
            <a:noAutofit/>
          </a:bodyPr>
          <a:lstStyle/>
          <a:p>
            <a:pPr algn="l">
              <a:spcBef>
                <a:spcPts val="600"/>
              </a:spcBef>
              <a:spcAft>
                <a:spcPts val="600"/>
              </a:spcAft>
              <a:buSzPct val="100000"/>
            </a:pPr>
            <a:endParaRPr kumimoji="1" lang="ja-JP" altLang="en-US" sz="1800" dirty="0">
              <a:solidFill>
                <a:schemeClr val="tx1"/>
              </a:solidFill>
              <a:latin typeface="Meiryo UI" panose="020B0604030504040204" pitchFamily="50" charset="-128"/>
              <a:ea typeface="Meiryo UI" panose="020B0604030504040204" pitchFamily="50" charset="-128"/>
            </a:endParaRPr>
          </a:p>
        </p:txBody>
      </p:sp>
      <p:sp>
        <p:nvSpPr>
          <p:cNvPr id="3" name="タイトル 1">
            <a:extLst>
              <a:ext uri="{FF2B5EF4-FFF2-40B4-BE49-F238E27FC236}">
                <a16:creationId xmlns:a16="http://schemas.microsoft.com/office/drawing/2014/main" id="{F07E1754-6CC5-0910-53F9-8F9A5196F8F6}"/>
              </a:ext>
            </a:extLst>
          </p:cNvPr>
          <p:cNvSpPr txBox="1">
            <a:spLocks/>
          </p:cNvSpPr>
          <p:nvPr userDrawn="1"/>
        </p:nvSpPr>
        <p:spPr>
          <a:xfrm>
            <a:off x="981075" y="804536"/>
            <a:ext cx="2493645" cy="713582"/>
          </a:xfrm>
          <a:prstGeom prst="rect">
            <a:avLst/>
          </a:prstGeom>
          <a:noFill/>
        </p:spPr>
        <p:txBody>
          <a:bodyPr vert="horz" lIns="91440" tIns="45720" rIns="91440" bIns="45720" rtlCol="0" anchor="ct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en-US" altLang="ja-JP" b="1" dirty="0">
                <a:solidFill>
                  <a:schemeClr val="bg1"/>
                </a:solidFill>
                <a:latin typeface="Meiryo UI" panose="020B0604030504040204" pitchFamily="34" charset="-128"/>
                <a:ea typeface="Meiryo UI" panose="020B0604030504040204" pitchFamily="34" charset="-128"/>
              </a:rPr>
              <a:t>Agenda</a:t>
            </a:r>
            <a:endParaRPr lang="ja-JP" altLang="en-US" b="1">
              <a:solidFill>
                <a:schemeClr val="bg1"/>
              </a:solidFill>
              <a:latin typeface="Meiryo UI" panose="020B0604030504040204" pitchFamily="34" charset="-128"/>
              <a:ea typeface="Meiryo UI" panose="020B0604030504040204" pitchFamily="34" charset="-128"/>
            </a:endParaRPr>
          </a:p>
        </p:txBody>
      </p:sp>
      <p:sp>
        <p:nvSpPr>
          <p:cNvPr id="4" name="スライド番号プレースホルダー 3">
            <a:extLst>
              <a:ext uri="{FF2B5EF4-FFF2-40B4-BE49-F238E27FC236}">
                <a16:creationId xmlns:a16="http://schemas.microsoft.com/office/drawing/2014/main" id="{7B38E5FC-0617-AC65-2E8E-5BBB230B7510}"/>
              </a:ext>
            </a:extLst>
          </p:cNvPr>
          <p:cNvSpPr>
            <a:spLocks noGrp="1"/>
          </p:cNvSpPr>
          <p:nvPr>
            <p:ph type="sldNum" sz="quarter" idx="10"/>
          </p:nvPr>
        </p:nvSpPr>
        <p:spPr/>
        <p:txBody>
          <a:bodyPr/>
          <a:lstStyle>
            <a:lvl1pPr>
              <a:defRPr>
                <a:solidFill>
                  <a:schemeClr val="bg1"/>
                </a:solidFill>
              </a:defRPr>
            </a:lvl1pPr>
          </a:lstStyle>
          <a:p>
            <a:fld id="{3344C913-8B6A-184F-9D73-5173E441A31D}" type="slidenum">
              <a:rPr lang="ja-JP" altLang="en-US" smtClean="0"/>
              <a:pPr/>
              <a:t>‹#›</a:t>
            </a:fld>
            <a:endParaRPr lang="ja-JP" altLang="en-US"/>
          </a:p>
        </p:txBody>
      </p:sp>
      <p:sp>
        <p:nvSpPr>
          <p:cNvPr id="6" name="テキスト プレースホルダー 6">
            <a:extLst>
              <a:ext uri="{FF2B5EF4-FFF2-40B4-BE49-F238E27FC236}">
                <a16:creationId xmlns:a16="http://schemas.microsoft.com/office/drawing/2014/main" id="{ED28FA7A-5BA5-99B7-0033-778A4E35C832}"/>
              </a:ext>
            </a:extLst>
          </p:cNvPr>
          <p:cNvSpPr>
            <a:spLocks noGrp="1"/>
          </p:cNvSpPr>
          <p:nvPr>
            <p:ph type="body" sz="quarter" idx="11"/>
          </p:nvPr>
        </p:nvSpPr>
        <p:spPr>
          <a:xfrm>
            <a:off x="1571625" y="1838325"/>
            <a:ext cx="9020175" cy="3470275"/>
          </a:xfrm>
          <a:prstGeom prst="rect">
            <a:avLst/>
          </a:prstGeom>
        </p:spPr>
        <p:txBody>
          <a:bodyPr/>
          <a:lstStyle>
            <a:lvl1pPr marL="457200" indent="-457200">
              <a:buFont typeface="Wingdings" panose="05000000000000000000" pitchFamily="2" charset="2"/>
              <a:buChar char="l"/>
              <a:defRPr sz="2800">
                <a:solidFill>
                  <a:schemeClr val="bg1"/>
                </a:solidFill>
              </a:defRPr>
            </a:lvl1pPr>
            <a:lvl2pPr marL="727376" indent="-279760">
              <a:buFont typeface="Wingdings" panose="05000000000000000000" pitchFamily="2" charset="2"/>
              <a:buChar char="Ø"/>
              <a:defRPr sz="2800">
                <a:solidFill>
                  <a:schemeClr val="bg1"/>
                </a:solidFill>
              </a:defRPr>
            </a:lvl2pPr>
            <a:lvl3pPr marL="1119038" indent="-223807">
              <a:buFont typeface="Wingdings" panose="05000000000000000000" pitchFamily="2" charset="2"/>
              <a:buChar char="ü"/>
              <a:defRPr sz="2800">
                <a:solidFill>
                  <a:schemeClr val="bg1"/>
                </a:solidFill>
              </a:defRPr>
            </a:lvl3pPr>
            <a:lvl4pPr marL="1566655" indent="-223807">
              <a:buFont typeface="Arial" panose="020B0604020202020204" pitchFamily="34" charset="0"/>
              <a:buChar char="•"/>
              <a:defRPr sz="2800">
                <a:solidFill>
                  <a:schemeClr val="bg1"/>
                </a:solidFill>
              </a:defRPr>
            </a:lvl4pPr>
            <a:lvl5pPr marL="2014272" indent="-223807">
              <a:buFont typeface="Wingdings" panose="05000000000000000000" pitchFamily="2" charset="2"/>
              <a:buChar char="u"/>
              <a:defRPr sz="2800">
                <a:solidFill>
                  <a:schemeClr val="bg1"/>
                </a:solidFill>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7" name="Rectangle 6">
            <a:extLst>
              <a:ext uri="{FF2B5EF4-FFF2-40B4-BE49-F238E27FC236}">
                <a16:creationId xmlns:a16="http://schemas.microsoft.com/office/drawing/2014/main" id="{E2719314-F66E-CAAA-ED39-20619F0D4E7F}"/>
              </a:ext>
            </a:extLst>
          </p:cNvPr>
          <p:cNvSpPr>
            <a:spLocks noChangeArrowheads="1"/>
          </p:cNvSpPr>
          <p:nvPr userDrawn="1"/>
        </p:nvSpPr>
        <p:spPr bwMode="gray">
          <a:xfrm>
            <a:off x="7" y="6659573"/>
            <a:ext cx="12192000" cy="225425"/>
          </a:xfrm>
          <a:prstGeom prst="rect">
            <a:avLst/>
          </a:prstGeom>
          <a:noFill/>
          <a:ln>
            <a:noFill/>
          </a:ln>
        </p:spPr>
        <p:txBody>
          <a:bodyPr wrap="none" lIns="88118" tIns="45821" rIns="88118" bIns="45821" anchor="ctr"/>
          <a:lstStyle>
            <a:lvl1pPr eaLnBrk="0" hangingPunct="0">
              <a:defRPr kumimoji="1" sz="1000">
                <a:solidFill>
                  <a:schemeClr val="tx1"/>
                </a:solidFill>
                <a:latin typeface="Meiryo UI" pitchFamily="50" charset="-128"/>
                <a:ea typeface="Meiryo UI" pitchFamily="50" charset="-128"/>
              </a:defRPr>
            </a:lvl1pPr>
            <a:lvl2pPr marL="742950" indent="-285750" eaLnBrk="0" hangingPunct="0">
              <a:defRPr kumimoji="1" sz="1000">
                <a:solidFill>
                  <a:schemeClr val="tx1"/>
                </a:solidFill>
                <a:latin typeface="Meiryo UI" pitchFamily="50" charset="-128"/>
                <a:ea typeface="Meiryo UI" pitchFamily="50" charset="-128"/>
              </a:defRPr>
            </a:lvl2pPr>
            <a:lvl3pPr marL="1143000" indent="-228600" eaLnBrk="0" hangingPunct="0">
              <a:defRPr kumimoji="1" sz="1000">
                <a:solidFill>
                  <a:schemeClr val="tx1"/>
                </a:solidFill>
                <a:latin typeface="Meiryo UI" pitchFamily="50" charset="-128"/>
                <a:ea typeface="Meiryo UI" pitchFamily="50" charset="-128"/>
              </a:defRPr>
            </a:lvl3pPr>
            <a:lvl4pPr marL="1600200" indent="-228600" eaLnBrk="0" hangingPunct="0">
              <a:defRPr kumimoji="1" sz="1000">
                <a:solidFill>
                  <a:schemeClr val="tx1"/>
                </a:solidFill>
                <a:latin typeface="Meiryo UI" pitchFamily="50" charset="-128"/>
                <a:ea typeface="Meiryo UI" pitchFamily="50" charset="-128"/>
              </a:defRPr>
            </a:lvl4pPr>
            <a:lvl5pPr marL="2057400" indent="-228600" eaLnBrk="0" hangingPunct="0">
              <a:defRPr kumimoji="1" sz="1000">
                <a:solidFill>
                  <a:schemeClr val="tx1"/>
                </a:solidFill>
                <a:latin typeface="Meiryo UI" pitchFamily="50" charset="-128"/>
                <a:ea typeface="Meiryo UI" pitchFamily="50" charset="-128"/>
              </a:defRPr>
            </a:lvl5pPr>
            <a:lvl6pPr marL="25146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6pPr>
            <a:lvl7pPr marL="29718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7pPr>
            <a:lvl8pPr marL="34290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8pPr>
            <a:lvl9pPr marL="38862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9pPr>
          </a:lstStyle>
          <a:p>
            <a:pPr eaLnBrk="1" hangingPunct="1">
              <a:lnSpc>
                <a:spcPct val="70000"/>
              </a:lnSpc>
              <a:spcBef>
                <a:spcPct val="20000"/>
              </a:spcBef>
              <a:defRPr/>
            </a:pPr>
            <a:r>
              <a:rPr lang="en-US" altLang="ja-JP" sz="783" dirty="0">
                <a:solidFill>
                  <a:schemeClr val="bg1"/>
                </a:solidFill>
                <a:latin typeface="+mn-lt"/>
              </a:rPr>
              <a:t>© INTLOOP</a:t>
            </a:r>
            <a:r>
              <a:rPr lang="ja-JP" altLang="en-US" sz="783" dirty="0">
                <a:solidFill>
                  <a:schemeClr val="bg1"/>
                </a:solidFill>
                <a:latin typeface="+mn-lt"/>
              </a:rPr>
              <a:t> </a:t>
            </a:r>
            <a:r>
              <a:rPr lang="en-US" altLang="ja-JP" sz="783" dirty="0">
                <a:solidFill>
                  <a:schemeClr val="bg1"/>
                </a:solidFill>
                <a:latin typeface="+mn-lt"/>
              </a:rPr>
              <a:t>Strategy Inc. All rights, reserved.</a:t>
            </a:r>
            <a:r>
              <a:rPr lang="ja-JP" altLang="en-US" sz="783" dirty="0">
                <a:solidFill>
                  <a:schemeClr val="bg1"/>
                </a:solidFill>
                <a:latin typeface="+mn-lt"/>
              </a:rPr>
              <a:t>　</a:t>
            </a:r>
            <a:r>
              <a:rPr lang="en-US" altLang="ja-JP" sz="783" dirty="0">
                <a:solidFill>
                  <a:schemeClr val="bg1"/>
                </a:solidFill>
                <a:latin typeface="+mn-lt"/>
              </a:rPr>
              <a:t>Proprietary and Confidential</a:t>
            </a:r>
          </a:p>
        </p:txBody>
      </p:sp>
    </p:spTree>
    <p:extLst>
      <p:ext uri="{BB962C8B-B14F-4D97-AF65-F5344CB8AC3E}">
        <p14:creationId xmlns:p14="http://schemas.microsoft.com/office/powerpoint/2010/main" val="308709284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目次(リード文付)_画像有">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BB1B9D6A-4F3C-4578-8BE3-625FD8D78641}"/>
              </a:ext>
            </a:extLst>
          </p:cNvPr>
          <p:cNvPicPr>
            <a:picLocks noChangeAspect="1"/>
          </p:cNvPicPr>
          <p:nvPr userDrawn="1"/>
        </p:nvPicPr>
        <p:blipFill>
          <a:blip r:embed="rId3" cstate="email">
            <a:extLst>
              <a:ext uri="{28A0092B-C50C-407E-A947-70E740481C1C}">
                <a14:useLocalDpi xmlns:a14="http://schemas.microsoft.com/office/drawing/2010/main" val="0"/>
              </a:ext>
            </a:extLst>
          </a:blip>
          <a:stretch>
            <a:fillRect/>
          </a:stretch>
        </p:blipFill>
        <p:spPr>
          <a:xfrm>
            <a:off x="7973382" y="895959"/>
            <a:ext cx="3862986" cy="5606403"/>
          </a:xfrm>
          <a:prstGeom prst="rect">
            <a:avLst/>
          </a:prstGeom>
        </p:spPr>
      </p:pic>
      <p:sp>
        <p:nvSpPr>
          <p:cNvPr id="8" name="テキスト プレースホルダー 7">
            <a:extLst>
              <a:ext uri="{FF2B5EF4-FFF2-40B4-BE49-F238E27FC236}">
                <a16:creationId xmlns:a16="http://schemas.microsoft.com/office/drawing/2014/main" id="{C7BB2BFD-44AE-6684-1E13-ACBAD32F370E}"/>
              </a:ext>
            </a:extLst>
          </p:cNvPr>
          <p:cNvSpPr>
            <a:spLocks noGrp="1"/>
          </p:cNvSpPr>
          <p:nvPr>
            <p:ph type="body" sz="quarter" idx="10"/>
          </p:nvPr>
        </p:nvSpPr>
        <p:spPr>
          <a:xfrm>
            <a:off x="263352" y="823328"/>
            <a:ext cx="7538585" cy="721045"/>
          </a:xfrm>
          <a:prstGeom prst="rect">
            <a:avLst/>
          </a:prstGeom>
        </p:spPr>
        <p:txBody>
          <a:bodyPr/>
          <a:lstStyle>
            <a:lvl1pPr>
              <a:defRPr sz="2000">
                <a:solidFill>
                  <a:schemeClr val="tx1"/>
                </a:solidFill>
              </a:defRPr>
            </a:lvl1pPr>
            <a:lvl2pPr>
              <a:defRPr sz="2000"/>
            </a:lvl2pPr>
            <a:lvl3pPr>
              <a:defRPr sz="2000"/>
            </a:lvl3pPr>
            <a:lvl4pPr>
              <a:defRPr sz="2000"/>
            </a:lvl4pPr>
            <a:lvl5pPr>
              <a:defRPr sz="2000"/>
            </a:lvl5pPr>
          </a:lstStyle>
          <a:p>
            <a:pPr lvl="0"/>
            <a:r>
              <a:rPr kumimoji="1" lang="ja-JP" altLang="en-US"/>
              <a:t>マスター テキストの書式設定</a:t>
            </a:r>
          </a:p>
        </p:txBody>
      </p:sp>
      <p:sp>
        <p:nvSpPr>
          <p:cNvPr id="12" name="テキスト プレースホルダー 11">
            <a:extLst>
              <a:ext uri="{FF2B5EF4-FFF2-40B4-BE49-F238E27FC236}">
                <a16:creationId xmlns:a16="http://schemas.microsoft.com/office/drawing/2014/main" id="{9A9028B8-3F07-6F39-142C-D338DB42D783}"/>
              </a:ext>
            </a:extLst>
          </p:cNvPr>
          <p:cNvSpPr>
            <a:spLocks noGrp="1"/>
          </p:cNvSpPr>
          <p:nvPr>
            <p:ph type="body" sz="quarter" idx="11"/>
          </p:nvPr>
        </p:nvSpPr>
        <p:spPr>
          <a:xfrm>
            <a:off x="1062685" y="1761274"/>
            <a:ext cx="6739254" cy="4369291"/>
          </a:xfrm>
          <a:prstGeom prst="rect">
            <a:avLst/>
          </a:prstGeom>
        </p:spPr>
        <p:txBody>
          <a:bodyPr/>
          <a:lstStyle>
            <a:lvl1pPr marL="342900" indent="-342900">
              <a:buFont typeface="Wingdings" panose="05000000000000000000" pitchFamily="2" charset="2"/>
              <a:buChar char="l"/>
              <a:defRPr sz="2000">
                <a:solidFill>
                  <a:schemeClr val="tx1"/>
                </a:solidFill>
              </a:defRPr>
            </a:lvl1pPr>
            <a:lvl2pPr marL="727376" indent="-279760">
              <a:buFont typeface="Wingdings" panose="05000000000000000000" pitchFamily="2" charset="2"/>
              <a:buChar char="Ø"/>
              <a:defRPr sz="2000">
                <a:solidFill>
                  <a:schemeClr val="tx1"/>
                </a:solidFill>
              </a:defRPr>
            </a:lvl2pPr>
            <a:lvl3pPr marL="1119038" indent="-223807">
              <a:buFont typeface="Wingdings" panose="05000000000000000000" pitchFamily="2" charset="2"/>
              <a:buChar char="ü"/>
              <a:defRPr sz="2000">
                <a:solidFill>
                  <a:schemeClr val="tx1"/>
                </a:solidFill>
              </a:defRPr>
            </a:lvl3pPr>
            <a:lvl4pPr marL="1566655" indent="-223807">
              <a:buFont typeface="Arial" panose="020B0604020202020204" pitchFamily="34" charset="0"/>
              <a:buChar char="•"/>
              <a:defRPr sz="2000">
                <a:solidFill>
                  <a:schemeClr val="tx1"/>
                </a:solidFill>
              </a:defRPr>
            </a:lvl4pPr>
            <a:lvl5pPr marL="2014272" indent="-223807">
              <a:buFont typeface="Wingdings" panose="05000000000000000000" pitchFamily="2" charset="2"/>
              <a:buChar char="u"/>
              <a:defRPr sz="2000">
                <a:solidFill>
                  <a:schemeClr val="tx1"/>
                </a:solidFill>
              </a:defRPr>
            </a:lvl5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3" name="Rectangle 2">
            <a:extLst>
              <a:ext uri="{FF2B5EF4-FFF2-40B4-BE49-F238E27FC236}">
                <a16:creationId xmlns:a16="http://schemas.microsoft.com/office/drawing/2014/main" id="{F5C9DD2C-213D-0001-4F55-9A2B7B30B743}"/>
              </a:ext>
            </a:extLst>
          </p:cNvPr>
          <p:cNvSpPr>
            <a:spLocks noGrp="1" noChangeArrowheads="1"/>
          </p:cNvSpPr>
          <p:nvPr>
            <p:ph type="title"/>
          </p:nvPr>
        </p:nvSpPr>
        <p:spPr bwMode="auto">
          <a:xfrm>
            <a:off x="280991" y="115890"/>
            <a:ext cx="10420347" cy="49053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lvl1pPr>
              <a:defRPr>
                <a:solidFill>
                  <a:schemeClr val="tx1"/>
                </a:solidFill>
              </a:defRPr>
            </a:lvl1pPr>
          </a:lstStyle>
          <a:p>
            <a:pPr lvl="0"/>
            <a:r>
              <a:rPr lang="ja-JP" altLang="en-US"/>
              <a:t>マスタータイトルの書式設定</a:t>
            </a:r>
          </a:p>
        </p:txBody>
      </p:sp>
      <p:sp>
        <p:nvSpPr>
          <p:cNvPr id="4" name="スライド番号プレースホルダー 3">
            <a:extLst>
              <a:ext uri="{FF2B5EF4-FFF2-40B4-BE49-F238E27FC236}">
                <a16:creationId xmlns:a16="http://schemas.microsoft.com/office/drawing/2014/main" id="{3389A2C4-60C8-6156-9C77-96DBD191AE3C}"/>
              </a:ext>
            </a:extLst>
          </p:cNvPr>
          <p:cNvSpPr>
            <a:spLocks noGrp="1"/>
          </p:cNvSpPr>
          <p:nvPr>
            <p:ph type="sldNum" sz="quarter" idx="12"/>
          </p:nvPr>
        </p:nvSpPr>
        <p:spPr/>
        <p:txBody>
          <a:bodyPr/>
          <a:lstStyle>
            <a:lvl1pPr>
              <a:defRPr>
                <a:solidFill>
                  <a:schemeClr val="tx1"/>
                </a:solidFill>
              </a:defRPr>
            </a:lvl1pPr>
          </a:lstStyle>
          <a:p>
            <a:fld id="{3344C913-8B6A-184F-9D73-5173E441A31D}" type="slidenum">
              <a:rPr lang="ja-JP" altLang="en-US" smtClean="0"/>
              <a:pPr/>
              <a:t>‹#›</a:t>
            </a:fld>
            <a:endParaRPr lang="ja-JP" altLang="en-US"/>
          </a:p>
        </p:txBody>
      </p:sp>
      <p:sp>
        <p:nvSpPr>
          <p:cNvPr id="6" name="Rectangle 6">
            <a:extLst>
              <a:ext uri="{FF2B5EF4-FFF2-40B4-BE49-F238E27FC236}">
                <a16:creationId xmlns:a16="http://schemas.microsoft.com/office/drawing/2014/main" id="{3319DEB5-A4F6-11F5-80EA-BD4AEBF02D6D}"/>
              </a:ext>
            </a:extLst>
          </p:cNvPr>
          <p:cNvSpPr>
            <a:spLocks noChangeArrowheads="1"/>
          </p:cNvSpPr>
          <p:nvPr userDrawn="1"/>
        </p:nvSpPr>
        <p:spPr bwMode="gray">
          <a:xfrm>
            <a:off x="7" y="6659573"/>
            <a:ext cx="12192000" cy="225425"/>
          </a:xfrm>
          <a:prstGeom prst="rect">
            <a:avLst/>
          </a:prstGeom>
          <a:noFill/>
          <a:ln>
            <a:noFill/>
          </a:ln>
        </p:spPr>
        <p:txBody>
          <a:bodyPr wrap="none" lIns="88118" tIns="45821" rIns="88118" bIns="45821" anchor="ctr"/>
          <a:lstStyle>
            <a:lvl1pPr eaLnBrk="0" hangingPunct="0">
              <a:defRPr kumimoji="1" sz="1000">
                <a:solidFill>
                  <a:schemeClr val="tx1"/>
                </a:solidFill>
                <a:latin typeface="Meiryo UI" pitchFamily="50" charset="-128"/>
                <a:ea typeface="Meiryo UI" pitchFamily="50" charset="-128"/>
              </a:defRPr>
            </a:lvl1pPr>
            <a:lvl2pPr marL="742950" indent="-285750" eaLnBrk="0" hangingPunct="0">
              <a:defRPr kumimoji="1" sz="1000">
                <a:solidFill>
                  <a:schemeClr val="tx1"/>
                </a:solidFill>
                <a:latin typeface="Meiryo UI" pitchFamily="50" charset="-128"/>
                <a:ea typeface="Meiryo UI" pitchFamily="50" charset="-128"/>
              </a:defRPr>
            </a:lvl2pPr>
            <a:lvl3pPr marL="1143000" indent="-228600" eaLnBrk="0" hangingPunct="0">
              <a:defRPr kumimoji="1" sz="1000">
                <a:solidFill>
                  <a:schemeClr val="tx1"/>
                </a:solidFill>
                <a:latin typeface="Meiryo UI" pitchFamily="50" charset="-128"/>
                <a:ea typeface="Meiryo UI" pitchFamily="50" charset="-128"/>
              </a:defRPr>
            </a:lvl3pPr>
            <a:lvl4pPr marL="1600200" indent="-228600" eaLnBrk="0" hangingPunct="0">
              <a:defRPr kumimoji="1" sz="1000">
                <a:solidFill>
                  <a:schemeClr val="tx1"/>
                </a:solidFill>
                <a:latin typeface="Meiryo UI" pitchFamily="50" charset="-128"/>
                <a:ea typeface="Meiryo UI" pitchFamily="50" charset="-128"/>
              </a:defRPr>
            </a:lvl4pPr>
            <a:lvl5pPr marL="2057400" indent="-228600" eaLnBrk="0" hangingPunct="0">
              <a:defRPr kumimoji="1" sz="1000">
                <a:solidFill>
                  <a:schemeClr val="tx1"/>
                </a:solidFill>
                <a:latin typeface="Meiryo UI" pitchFamily="50" charset="-128"/>
                <a:ea typeface="Meiryo UI" pitchFamily="50" charset="-128"/>
              </a:defRPr>
            </a:lvl5pPr>
            <a:lvl6pPr marL="25146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6pPr>
            <a:lvl7pPr marL="29718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7pPr>
            <a:lvl8pPr marL="34290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8pPr>
            <a:lvl9pPr marL="38862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9pPr>
          </a:lstStyle>
          <a:p>
            <a:pPr eaLnBrk="1" hangingPunct="1">
              <a:lnSpc>
                <a:spcPct val="70000"/>
              </a:lnSpc>
              <a:spcBef>
                <a:spcPct val="20000"/>
              </a:spcBef>
              <a:defRPr/>
            </a:pPr>
            <a:r>
              <a:rPr lang="en-US" altLang="ja-JP" sz="783" dirty="0">
                <a:latin typeface="+mn-lt"/>
              </a:rPr>
              <a:t>© INTLOOP</a:t>
            </a:r>
            <a:r>
              <a:rPr lang="ja-JP" altLang="en-US" sz="783" dirty="0">
                <a:latin typeface="+mn-lt"/>
              </a:rPr>
              <a:t> </a:t>
            </a:r>
            <a:r>
              <a:rPr lang="en-US" altLang="ja-JP" sz="783" dirty="0">
                <a:latin typeface="+mn-lt"/>
              </a:rPr>
              <a:t>Strategy Inc. All rights, reserved.</a:t>
            </a:r>
            <a:r>
              <a:rPr lang="ja-JP" altLang="en-US" sz="783" dirty="0">
                <a:latin typeface="+mn-lt"/>
              </a:rPr>
              <a:t>　</a:t>
            </a:r>
            <a:r>
              <a:rPr lang="en-US" altLang="ja-JP" sz="783" dirty="0">
                <a:latin typeface="+mn-lt"/>
              </a:rPr>
              <a:t>Proprietary and Confidential</a:t>
            </a:r>
          </a:p>
        </p:txBody>
      </p:sp>
    </p:spTree>
    <p:extLst>
      <p:ext uri="{BB962C8B-B14F-4D97-AF65-F5344CB8AC3E}">
        <p14:creationId xmlns:p14="http://schemas.microsoft.com/office/powerpoint/2010/main" val="17975754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目次_画像有">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6FA938DD-044C-43C0-B5CB-6E3CFFA0B191}"/>
              </a:ext>
            </a:extLst>
          </p:cNvPr>
          <p:cNvSpPr>
            <a:spLocks noGrp="1"/>
          </p:cNvSpPr>
          <p:nvPr>
            <p:ph type="body" sz="quarter" idx="11" hasCustomPrompt="1"/>
          </p:nvPr>
        </p:nvSpPr>
        <p:spPr>
          <a:xfrm>
            <a:off x="1221959" y="1801768"/>
            <a:ext cx="6680497" cy="4700592"/>
          </a:xfrm>
          <a:prstGeom prst="rect">
            <a:avLst/>
          </a:prstGeom>
          <a:noFill/>
        </p:spPr>
        <p:txBody>
          <a:bodyPr anchor="ctr"/>
          <a:lstStyle>
            <a:lvl1pPr marL="311081" marR="0" indent="-489892" algn="l" defTabSz="829455" rtl="0" eaLnBrk="1" fontAlgn="base" latinLnBrk="0" hangingPunct="1">
              <a:lnSpc>
                <a:spcPct val="120000"/>
              </a:lnSpc>
              <a:spcBef>
                <a:spcPts val="0"/>
              </a:spcBef>
              <a:spcAft>
                <a:spcPct val="0"/>
              </a:spcAft>
              <a:buClrTx/>
              <a:buSzTx/>
              <a:buFont typeface="+mj-lt"/>
              <a:buAutoNum type="arabicPeriod"/>
              <a:tabLst/>
              <a:defRPr sz="2800" b="1">
                <a:solidFill>
                  <a:schemeClr val="tx1"/>
                </a:solidFill>
              </a:defRPr>
            </a:lvl1pPr>
            <a:lvl2pPr marL="862391" indent="-414775">
              <a:buFont typeface="+mj-lt"/>
              <a:buAutoNum type="alphaLcPeriod"/>
              <a:defRPr sz="2000"/>
            </a:lvl2pPr>
            <a:lvl3pPr>
              <a:defRPr sz="2540"/>
            </a:lvl3pPr>
          </a:lstStyle>
          <a:p>
            <a:pPr lvl="0"/>
            <a:r>
              <a:rPr kumimoji="1" lang="ja-JP" altLang="en-US"/>
              <a:t>目次</a:t>
            </a:r>
            <a:r>
              <a:rPr kumimoji="1" lang="en-US" altLang="ja-JP" dirty="0"/>
              <a:t> 1</a:t>
            </a:r>
          </a:p>
          <a:p>
            <a:pPr lvl="1"/>
            <a:r>
              <a:rPr kumimoji="1" lang="ja-JP" altLang="en-US"/>
              <a:t>目次 </a:t>
            </a:r>
            <a:r>
              <a:rPr kumimoji="1" lang="en-US" altLang="ja-JP" dirty="0"/>
              <a:t>1-a</a:t>
            </a:r>
          </a:p>
          <a:p>
            <a:pPr lvl="2"/>
            <a:endParaRPr kumimoji="1" lang="ja-JP" altLang="en-US"/>
          </a:p>
        </p:txBody>
      </p:sp>
      <p:pic>
        <p:nvPicPr>
          <p:cNvPr id="5" name="図 4">
            <a:extLst>
              <a:ext uri="{FF2B5EF4-FFF2-40B4-BE49-F238E27FC236}">
                <a16:creationId xmlns:a16="http://schemas.microsoft.com/office/drawing/2014/main" id="{BB1B9D6A-4F3C-4578-8BE3-625FD8D78641}"/>
              </a:ext>
            </a:extLst>
          </p:cNvPr>
          <p:cNvPicPr>
            <a:picLocks noChangeAspect="1"/>
          </p:cNvPicPr>
          <p:nvPr userDrawn="1"/>
        </p:nvPicPr>
        <p:blipFill>
          <a:blip r:embed="rId2" cstate="email">
            <a:extLst>
              <a:ext uri="{28A0092B-C50C-407E-A947-70E740481C1C}">
                <a14:useLocalDpi xmlns:a14="http://schemas.microsoft.com/office/drawing/2010/main" val="0"/>
              </a:ext>
            </a:extLst>
          </a:blip>
          <a:stretch>
            <a:fillRect/>
          </a:stretch>
        </p:blipFill>
        <p:spPr>
          <a:xfrm>
            <a:off x="7973382" y="895959"/>
            <a:ext cx="3862986" cy="5606403"/>
          </a:xfrm>
          <a:prstGeom prst="rect">
            <a:avLst/>
          </a:prstGeom>
        </p:spPr>
      </p:pic>
      <p:sp>
        <p:nvSpPr>
          <p:cNvPr id="6" name="Rectangle 2">
            <a:extLst>
              <a:ext uri="{FF2B5EF4-FFF2-40B4-BE49-F238E27FC236}">
                <a16:creationId xmlns:a16="http://schemas.microsoft.com/office/drawing/2014/main" id="{B658ED80-6BEA-846A-4C7F-BC7B9F4648CD}"/>
              </a:ext>
            </a:extLst>
          </p:cNvPr>
          <p:cNvSpPr>
            <a:spLocks noGrp="1" noChangeArrowheads="1"/>
          </p:cNvSpPr>
          <p:nvPr>
            <p:ph type="title"/>
          </p:nvPr>
        </p:nvSpPr>
        <p:spPr bwMode="auto">
          <a:xfrm>
            <a:off x="280991" y="115890"/>
            <a:ext cx="10420347" cy="49053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ja-JP" altLang="en-US"/>
              <a:t>マスタータイトルの書式設定</a:t>
            </a:r>
          </a:p>
        </p:txBody>
      </p:sp>
      <p:sp>
        <p:nvSpPr>
          <p:cNvPr id="4" name="スライド番号プレースホルダー 3">
            <a:extLst>
              <a:ext uri="{FF2B5EF4-FFF2-40B4-BE49-F238E27FC236}">
                <a16:creationId xmlns:a16="http://schemas.microsoft.com/office/drawing/2014/main" id="{B1D440A8-515C-AC97-47A3-0857E5998FE7}"/>
              </a:ext>
            </a:extLst>
          </p:cNvPr>
          <p:cNvSpPr>
            <a:spLocks noGrp="1"/>
          </p:cNvSpPr>
          <p:nvPr>
            <p:ph type="sldNum" sz="quarter" idx="12"/>
          </p:nvPr>
        </p:nvSpPr>
        <p:spPr/>
        <p:txBody>
          <a:bodyPr/>
          <a:lstStyle/>
          <a:p>
            <a:fld id="{3344C913-8B6A-184F-9D73-5173E441A31D}" type="slidenum">
              <a:rPr lang="ja-JP" altLang="en-US" smtClean="0"/>
              <a:pPr/>
              <a:t>‹#›</a:t>
            </a:fld>
            <a:endParaRPr lang="ja-JP" altLang="en-US"/>
          </a:p>
        </p:txBody>
      </p:sp>
      <p:sp>
        <p:nvSpPr>
          <p:cNvPr id="7" name="Rectangle 6">
            <a:extLst>
              <a:ext uri="{FF2B5EF4-FFF2-40B4-BE49-F238E27FC236}">
                <a16:creationId xmlns:a16="http://schemas.microsoft.com/office/drawing/2014/main" id="{9A4ECA56-7481-9DA5-FAFD-C326F2E5C8C7}"/>
              </a:ext>
            </a:extLst>
          </p:cNvPr>
          <p:cNvSpPr>
            <a:spLocks noChangeArrowheads="1"/>
          </p:cNvSpPr>
          <p:nvPr userDrawn="1"/>
        </p:nvSpPr>
        <p:spPr bwMode="gray">
          <a:xfrm>
            <a:off x="7" y="6659573"/>
            <a:ext cx="12192000" cy="225425"/>
          </a:xfrm>
          <a:prstGeom prst="rect">
            <a:avLst/>
          </a:prstGeom>
          <a:noFill/>
          <a:ln>
            <a:noFill/>
          </a:ln>
        </p:spPr>
        <p:txBody>
          <a:bodyPr wrap="none" lIns="88118" tIns="45821" rIns="88118" bIns="45821" anchor="ctr"/>
          <a:lstStyle>
            <a:lvl1pPr eaLnBrk="0" hangingPunct="0">
              <a:defRPr kumimoji="1" sz="1000">
                <a:solidFill>
                  <a:schemeClr val="tx1"/>
                </a:solidFill>
                <a:latin typeface="Meiryo UI" pitchFamily="50" charset="-128"/>
                <a:ea typeface="Meiryo UI" pitchFamily="50" charset="-128"/>
              </a:defRPr>
            </a:lvl1pPr>
            <a:lvl2pPr marL="742950" indent="-285750" eaLnBrk="0" hangingPunct="0">
              <a:defRPr kumimoji="1" sz="1000">
                <a:solidFill>
                  <a:schemeClr val="tx1"/>
                </a:solidFill>
                <a:latin typeface="Meiryo UI" pitchFamily="50" charset="-128"/>
                <a:ea typeface="Meiryo UI" pitchFamily="50" charset="-128"/>
              </a:defRPr>
            </a:lvl2pPr>
            <a:lvl3pPr marL="1143000" indent="-228600" eaLnBrk="0" hangingPunct="0">
              <a:defRPr kumimoji="1" sz="1000">
                <a:solidFill>
                  <a:schemeClr val="tx1"/>
                </a:solidFill>
                <a:latin typeface="Meiryo UI" pitchFamily="50" charset="-128"/>
                <a:ea typeface="Meiryo UI" pitchFamily="50" charset="-128"/>
              </a:defRPr>
            </a:lvl3pPr>
            <a:lvl4pPr marL="1600200" indent="-228600" eaLnBrk="0" hangingPunct="0">
              <a:defRPr kumimoji="1" sz="1000">
                <a:solidFill>
                  <a:schemeClr val="tx1"/>
                </a:solidFill>
                <a:latin typeface="Meiryo UI" pitchFamily="50" charset="-128"/>
                <a:ea typeface="Meiryo UI" pitchFamily="50" charset="-128"/>
              </a:defRPr>
            </a:lvl4pPr>
            <a:lvl5pPr marL="2057400" indent="-228600" eaLnBrk="0" hangingPunct="0">
              <a:defRPr kumimoji="1" sz="1000">
                <a:solidFill>
                  <a:schemeClr val="tx1"/>
                </a:solidFill>
                <a:latin typeface="Meiryo UI" pitchFamily="50" charset="-128"/>
                <a:ea typeface="Meiryo UI" pitchFamily="50" charset="-128"/>
              </a:defRPr>
            </a:lvl5pPr>
            <a:lvl6pPr marL="25146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6pPr>
            <a:lvl7pPr marL="29718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7pPr>
            <a:lvl8pPr marL="34290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8pPr>
            <a:lvl9pPr marL="38862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9pPr>
          </a:lstStyle>
          <a:p>
            <a:pPr eaLnBrk="1" hangingPunct="1">
              <a:lnSpc>
                <a:spcPct val="70000"/>
              </a:lnSpc>
              <a:spcBef>
                <a:spcPct val="20000"/>
              </a:spcBef>
              <a:defRPr/>
            </a:pPr>
            <a:r>
              <a:rPr lang="en-US" altLang="ja-JP" sz="783" dirty="0">
                <a:latin typeface="+mn-lt"/>
              </a:rPr>
              <a:t>© INTLOOP</a:t>
            </a:r>
            <a:r>
              <a:rPr lang="ja-JP" altLang="en-US" sz="783" dirty="0">
                <a:latin typeface="+mn-lt"/>
              </a:rPr>
              <a:t> </a:t>
            </a:r>
            <a:r>
              <a:rPr lang="en-US" altLang="ja-JP" sz="783" dirty="0">
                <a:latin typeface="+mn-lt"/>
              </a:rPr>
              <a:t>Strategy Inc. All rights, reserved.</a:t>
            </a:r>
            <a:r>
              <a:rPr lang="ja-JP" altLang="en-US" sz="783" dirty="0">
                <a:latin typeface="+mn-lt"/>
              </a:rPr>
              <a:t>　</a:t>
            </a:r>
            <a:r>
              <a:rPr lang="en-US" altLang="ja-JP" sz="783" dirty="0">
                <a:latin typeface="+mn-lt"/>
              </a:rPr>
              <a:t>Proprietary and Confidential</a:t>
            </a:r>
          </a:p>
        </p:txBody>
      </p:sp>
    </p:spTree>
    <p:extLst>
      <p:ext uri="{BB962C8B-B14F-4D97-AF65-F5344CB8AC3E}">
        <p14:creationId xmlns:p14="http://schemas.microsoft.com/office/powerpoint/2010/main" val="20190781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目次">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3131493F-ADBA-411B-B213-9EDC4BA88012}"/>
              </a:ext>
            </a:extLst>
          </p:cNvPr>
          <p:cNvSpPr>
            <a:spLocks noGrp="1"/>
          </p:cNvSpPr>
          <p:nvPr>
            <p:ph sz="quarter" idx="10" hasCustomPrompt="1"/>
          </p:nvPr>
        </p:nvSpPr>
        <p:spPr>
          <a:xfrm>
            <a:off x="1066666" y="1101819"/>
            <a:ext cx="10837523" cy="5399358"/>
          </a:xfrm>
          <a:prstGeom prst="rect">
            <a:avLst/>
          </a:prstGeom>
        </p:spPr>
        <p:txBody>
          <a:bodyPr/>
          <a:lstStyle>
            <a:lvl1pPr marL="414727" indent="-414727">
              <a:lnSpc>
                <a:spcPct val="120000"/>
              </a:lnSpc>
              <a:spcBef>
                <a:spcPts val="0"/>
              </a:spcBef>
              <a:buFont typeface="+mj-lt"/>
              <a:buAutoNum type="arabicPeriod"/>
              <a:defRPr sz="2000"/>
            </a:lvl1pPr>
            <a:lvl2pPr marL="758661" indent="-311045">
              <a:lnSpc>
                <a:spcPct val="120000"/>
              </a:lnSpc>
              <a:spcBef>
                <a:spcPts val="0"/>
              </a:spcBef>
              <a:buFont typeface="+mj-lt"/>
              <a:buAutoNum type="alphaLcPeriod"/>
              <a:defRPr sz="2000">
                <a:latin typeface="+mn-ea"/>
                <a:ea typeface="+mn-ea"/>
              </a:defRPr>
            </a:lvl2pPr>
          </a:lstStyle>
          <a:p>
            <a:pPr lvl="0"/>
            <a:r>
              <a:rPr kumimoji="1" lang="ja-JP" altLang="en-US"/>
              <a:t>目次</a:t>
            </a:r>
            <a:r>
              <a:rPr kumimoji="1" lang="en-US" altLang="ja-JP"/>
              <a:t> 1</a:t>
            </a:r>
          </a:p>
          <a:p>
            <a:pPr lvl="1"/>
            <a:r>
              <a:rPr kumimoji="1" lang="ja-JP" altLang="en-US"/>
              <a:t>目次 </a:t>
            </a:r>
            <a:r>
              <a:rPr kumimoji="1" lang="en-US" altLang="ja-JP"/>
              <a:t>1-a</a:t>
            </a:r>
            <a:endParaRPr kumimoji="1" lang="ja-JP" altLang="en-US"/>
          </a:p>
        </p:txBody>
      </p:sp>
      <p:sp>
        <p:nvSpPr>
          <p:cNvPr id="5" name="Rectangle 2">
            <a:extLst>
              <a:ext uri="{FF2B5EF4-FFF2-40B4-BE49-F238E27FC236}">
                <a16:creationId xmlns:a16="http://schemas.microsoft.com/office/drawing/2014/main" id="{D95653BE-5BE8-89BF-660B-12FC56AD0CD9}"/>
              </a:ext>
            </a:extLst>
          </p:cNvPr>
          <p:cNvSpPr>
            <a:spLocks noGrp="1" noChangeArrowheads="1"/>
          </p:cNvSpPr>
          <p:nvPr>
            <p:ph type="title"/>
          </p:nvPr>
        </p:nvSpPr>
        <p:spPr bwMode="auto">
          <a:xfrm>
            <a:off x="280991" y="115890"/>
            <a:ext cx="10420347" cy="49053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ja-JP" altLang="en-US"/>
              <a:t>マスタータイトルの書式設定</a:t>
            </a:r>
          </a:p>
        </p:txBody>
      </p:sp>
      <p:sp>
        <p:nvSpPr>
          <p:cNvPr id="2" name="スライド番号プレースホルダー 1">
            <a:extLst>
              <a:ext uri="{FF2B5EF4-FFF2-40B4-BE49-F238E27FC236}">
                <a16:creationId xmlns:a16="http://schemas.microsoft.com/office/drawing/2014/main" id="{4DC0F866-C8AA-66A1-A4AC-2FCE7112956B}"/>
              </a:ext>
            </a:extLst>
          </p:cNvPr>
          <p:cNvSpPr>
            <a:spLocks noGrp="1"/>
          </p:cNvSpPr>
          <p:nvPr>
            <p:ph type="sldNum" sz="quarter" idx="11"/>
          </p:nvPr>
        </p:nvSpPr>
        <p:spPr/>
        <p:txBody>
          <a:bodyPr/>
          <a:lstStyle/>
          <a:p>
            <a:fld id="{3344C913-8B6A-184F-9D73-5173E441A31D}" type="slidenum">
              <a:rPr lang="ja-JP" altLang="en-US" smtClean="0"/>
              <a:pPr/>
              <a:t>‹#›</a:t>
            </a:fld>
            <a:endParaRPr lang="ja-JP" altLang="en-US"/>
          </a:p>
        </p:txBody>
      </p:sp>
      <p:sp>
        <p:nvSpPr>
          <p:cNvPr id="6" name="Rectangle 6">
            <a:extLst>
              <a:ext uri="{FF2B5EF4-FFF2-40B4-BE49-F238E27FC236}">
                <a16:creationId xmlns:a16="http://schemas.microsoft.com/office/drawing/2014/main" id="{73B62B65-91F6-081D-0096-8D1FBAA49B7D}"/>
              </a:ext>
            </a:extLst>
          </p:cNvPr>
          <p:cNvSpPr>
            <a:spLocks noChangeArrowheads="1"/>
          </p:cNvSpPr>
          <p:nvPr userDrawn="1"/>
        </p:nvSpPr>
        <p:spPr bwMode="gray">
          <a:xfrm>
            <a:off x="7" y="6659573"/>
            <a:ext cx="12192000" cy="225425"/>
          </a:xfrm>
          <a:prstGeom prst="rect">
            <a:avLst/>
          </a:prstGeom>
          <a:noFill/>
          <a:ln>
            <a:noFill/>
          </a:ln>
        </p:spPr>
        <p:txBody>
          <a:bodyPr wrap="none" lIns="88118" tIns="45821" rIns="88118" bIns="45821" anchor="ctr"/>
          <a:lstStyle>
            <a:lvl1pPr eaLnBrk="0" hangingPunct="0">
              <a:defRPr kumimoji="1" sz="1000">
                <a:solidFill>
                  <a:schemeClr val="tx1"/>
                </a:solidFill>
                <a:latin typeface="Meiryo UI" pitchFamily="50" charset="-128"/>
                <a:ea typeface="Meiryo UI" pitchFamily="50" charset="-128"/>
              </a:defRPr>
            </a:lvl1pPr>
            <a:lvl2pPr marL="742950" indent="-285750" eaLnBrk="0" hangingPunct="0">
              <a:defRPr kumimoji="1" sz="1000">
                <a:solidFill>
                  <a:schemeClr val="tx1"/>
                </a:solidFill>
                <a:latin typeface="Meiryo UI" pitchFamily="50" charset="-128"/>
                <a:ea typeface="Meiryo UI" pitchFamily="50" charset="-128"/>
              </a:defRPr>
            </a:lvl2pPr>
            <a:lvl3pPr marL="1143000" indent="-228600" eaLnBrk="0" hangingPunct="0">
              <a:defRPr kumimoji="1" sz="1000">
                <a:solidFill>
                  <a:schemeClr val="tx1"/>
                </a:solidFill>
                <a:latin typeface="Meiryo UI" pitchFamily="50" charset="-128"/>
                <a:ea typeface="Meiryo UI" pitchFamily="50" charset="-128"/>
              </a:defRPr>
            </a:lvl3pPr>
            <a:lvl4pPr marL="1600200" indent="-228600" eaLnBrk="0" hangingPunct="0">
              <a:defRPr kumimoji="1" sz="1000">
                <a:solidFill>
                  <a:schemeClr val="tx1"/>
                </a:solidFill>
                <a:latin typeface="Meiryo UI" pitchFamily="50" charset="-128"/>
                <a:ea typeface="Meiryo UI" pitchFamily="50" charset="-128"/>
              </a:defRPr>
            </a:lvl4pPr>
            <a:lvl5pPr marL="2057400" indent="-228600" eaLnBrk="0" hangingPunct="0">
              <a:defRPr kumimoji="1" sz="1000">
                <a:solidFill>
                  <a:schemeClr val="tx1"/>
                </a:solidFill>
                <a:latin typeface="Meiryo UI" pitchFamily="50" charset="-128"/>
                <a:ea typeface="Meiryo UI" pitchFamily="50" charset="-128"/>
              </a:defRPr>
            </a:lvl5pPr>
            <a:lvl6pPr marL="25146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6pPr>
            <a:lvl7pPr marL="29718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7pPr>
            <a:lvl8pPr marL="34290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8pPr>
            <a:lvl9pPr marL="38862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9pPr>
          </a:lstStyle>
          <a:p>
            <a:pPr eaLnBrk="1" hangingPunct="1">
              <a:lnSpc>
                <a:spcPct val="70000"/>
              </a:lnSpc>
              <a:spcBef>
                <a:spcPct val="20000"/>
              </a:spcBef>
              <a:defRPr/>
            </a:pPr>
            <a:r>
              <a:rPr lang="en-US" altLang="ja-JP" sz="783" dirty="0">
                <a:latin typeface="+mn-lt"/>
              </a:rPr>
              <a:t>© INTLOOP</a:t>
            </a:r>
            <a:r>
              <a:rPr lang="ja-JP" altLang="en-US" sz="783" dirty="0">
                <a:latin typeface="+mn-lt"/>
              </a:rPr>
              <a:t> </a:t>
            </a:r>
            <a:r>
              <a:rPr lang="en-US" altLang="ja-JP" sz="783" dirty="0">
                <a:latin typeface="+mn-lt"/>
              </a:rPr>
              <a:t>Strategy Inc. All rights, reserved.</a:t>
            </a:r>
            <a:r>
              <a:rPr lang="ja-JP" altLang="en-US" sz="783" dirty="0">
                <a:latin typeface="+mn-lt"/>
              </a:rPr>
              <a:t>　</a:t>
            </a:r>
            <a:r>
              <a:rPr lang="en-US" altLang="ja-JP" sz="783" dirty="0">
                <a:latin typeface="+mn-lt"/>
              </a:rPr>
              <a:t>Proprietary and Confidential</a:t>
            </a:r>
          </a:p>
        </p:txBody>
      </p:sp>
    </p:spTree>
    <p:extLst>
      <p:ext uri="{BB962C8B-B14F-4D97-AF65-F5344CB8AC3E}">
        <p14:creationId xmlns:p14="http://schemas.microsoft.com/office/powerpoint/2010/main" val="30512374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タイトルとリード文">
    <p:spTree>
      <p:nvGrpSpPr>
        <p:cNvPr id="1" name=""/>
        <p:cNvGrpSpPr/>
        <p:nvPr/>
      </p:nvGrpSpPr>
      <p:grpSpPr>
        <a:xfrm>
          <a:off x="0" y="0"/>
          <a:ext cx="0" cy="0"/>
          <a:chOff x="0" y="0"/>
          <a:chExt cx="0" cy="0"/>
        </a:xfrm>
      </p:grpSpPr>
      <p:sp>
        <p:nvSpPr>
          <p:cNvPr id="3" name="テキスト プレースホルダー 2">
            <a:extLst>
              <a:ext uri="{FF2B5EF4-FFF2-40B4-BE49-F238E27FC236}">
                <a16:creationId xmlns:a16="http://schemas.microsoft.com/office/drawing/2014/main" id="{6FA938DD-044C-43C0-B5CB-6E3CFFA0B191}"/>
              </a:ext>
            </a:extLst>
          </p:cNvPr>
          <p:cNvSpPr>
            <a:spLocks noGrp="1"/>
          </p:cNvSpPr>
          <p:nvPr>
            <p:ph type="body" sz="quarter" idx="11" hasCustomPrompt="1"/>
          </p:nvPr>
        </p:nvSpPr>
        <p:spPr>
          <a:xfrm>
            <a:off x="282285" y="816027"/>
            <a:ext cx="11691453" cy="5356173"/>
          </a:xfrm>
          <a:prstGeom prst="rect">
            <a:avLst/>
          </a:prstGeom>
        </p:spPr>
        <p:txBody>
          <a:bodyPr/>
          <a:lstStyle>
            <a:lvl1pPr marL="259233" marR="0" indent="-259233" algn="l" defTabSz="829455" rtl="0" eaLnBrk="1" fontAlgn="base" latinLnBrk="0" hangingPunct="1">
              <a:lnSpc>
                <a:spcPct val="120000"/>
              </a:lnSpc>
              <a:spcBef>
                <a:spcPts val="0"/>
              </a:spcBef>
              <a:spcAft>
                <a:spcPct val="0"/>
              </a:spcAft>
              <a:buClrTx/>
              <a:buSzTx/>
              <a:buFont typeface="Wingdings" panose="05000000000000000000" pitchFamily="2" charset="2"/>
              <a:buChar char="l"/>
              <a:tabLst/>
              <a:defRPr sz="2000"/>
            </a:lvl1pPr>
            <a:lvl2pPr marL="727376" indent="-279760">
              <a:buFont typeface="Wingdings" panose="05000000000000000000" pitchFamily="2" charset="2"/>
              <a:buChar char="Ø"/>
              <a:defRPr sz="2000"/>
            </a:lvl2pPr>
            <a:lvl3pPr>
              <a:defRPr sz="2000"/>
            </a:lvl3pPr>
          </a:lstStyle>
          <a:p>
            <a:pPr lvl="0"/>
            <a:r>
              <a:rPr kumimoji="1" lang="ja-JP" altLang="en-US"/>
              <a:t>リード文の挿入１</a:t>
            </a:r>
            <a:endParaRPr kumimoji="1" lang="en-US" altLang="ja-JP" dirty="0"/>
          </a:p>
          <a:p>
            <a:pPr lvl="1"/>
            <a:r>
              <a:rPr kumimoji="1" lang="en-US" altLang="ja-JP" dirty="0"/>
              <a:t>X</a:t>
            </a:r>
          </a:p>
          <a:p>
            <a:pPr lvl="2"/>
            <a:r>
              <a:rPr kumimoji="1" lang="en-US" altLang="ja-JP" dirty="0" err="1"/>
              <a:t>Xxx</a:t>
            </a:r>
            <a:endParaRPr kumimoji="1" lang="en-US" altLang="ja-JP" dirty="0"/>
          </a:p>
          <a:p>
            <a:pPr marL="259233" marR="0" lvl="0" indent="-259233" algn="l" defTabSz="829455" rtl="0" eaLnBrk="1" fontAlgn="base" latinLnBrk="0" hangingPunct="1">
              <a:lnSpc>
                <a:spcPct val="100000"/>
              </a:lnSpc>
              <a:spcBef>
                <a:spcPct val="20000"/>
              </a:spcBef>
              <a:spcAft>
                <a:spcPct val="0"/>
              </a:spcAft>
              <a:buClrTx/>
              <a:buSzTx/>
              <a:tabLst/>
              <a:defRPr/>
            </a:pPr>
            <a:r>
              <a:rPr kumimoji="1" lang="ja-JP" altLang="en-US"/>
              <a:t>リード文の挿入２</a:t>
            </a:r>
            <a:endParaRPr kumimoji="1" lang="en-US" altLang="ja-JP" dirty="0"/>
          </a:p>
          <a:p>
            <a:pPr lvl="0"/>
            <a:endParaRPr kumimoji="1" lang="en-US" altLang="ja-JP" dirty="0"/>
          </a:p>
          <a:p>
            <a:pPr lvl="0"/>
            <a:endParaRPr kumimoji="1" lang="en-US" altLang="ja-JP" dirty="0"/>
          </a:p>
        </p:txBody>
      </p:sp>
      <p:sp>
        <p:nvSpPr>
          <p:cNvPr id="5" name="Rectangle 2">
            <a:extLst>
              <a:ext uri="{FF2B5EF4-FFF2-40B4-BE49-F238E27FC236}">
                <a16:creationId xmlns:a16="http://schemas.microsoft.com/office/drawing/2014/main" id="{8DE62B9B-6535-9D76-74E1-3F9C0EF17940}"/>
              </a:ext>
            </a:extLst>
          </p:cNvPr>
          <p:cNvSpPr>
            <a:spLocks noGrp="1" noChangeArrowheads="1"/>
          </p:cNvSpPr>
          <p:nvPr>
            <p:ph type="title"/>
          </p:nvPr>
        </p:nvSpPr>
        <p:spPr bwMode="auto">
          <a:xfrm>
            <a:off x="280991" y="115890"/>
            <a:ext cx="10420347" cy="49053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ja-JP" altLang="en-US"/>
              <a:t>マスタータイトルの書式設定</a:t>
            </a:r>
          </a:p>
        </p:txBody>
      </p:sp>
      <p:sp>
        <p:nvSpPr>
          <p:cNvPr id="2" name="スライド番号プレースホルダー 1">
            <a:extLst>
              <a:ext uri="{FF2B5EF4-FFF2-40B4-BE49-F238E27FC236}">
                <a16:creationId xmlns:a16="http://schemas.microsoft.com/office/drawing/2014/main" id="{7A968EC3-0B28-C9A4-F01B-84586DB0529F}"/>
              </a:ext>
            </a:extLst>
          </p:cNvPr>
          <p:cNvSpPr>
            <a:spLocks noGrp="1"/>
          </p:cNvSpPr>
          <p:nvPr>
            <p:ph type="sldNum" sz="quarter" idx="12"/>
          </p:nvPr>
        </p:nvSpPr>
        <p:spPr/>
        <p:txBody>
          <a:bodyPr/>
          <a:lstStyle/>
          <a:p>
            <a:fld id="{3344C913-8B6A-184F-9D73-5173E441A31D}" type="slidenum">
              <a:rPr lang="ja-JP" altLang="en-US" smtClean="0"/>
              <a:pPr/>
              <a:t>‹#›</a:t>
            </a:fld>
            <a:endParaRPr lang="ja-JP" altLang="en-US"/>
          </a:p>
        </p:txBody>
      </p:sp>
      <p:sp>
        <p:nvSpPr>
          <p:cNvPr id="6" name="Rectangle 6">
            <a:extLst>
              <a:ext uri="{FF2B5EF4-FFF2-40B4-BE49-F238E27FC236}">
                <a16:creationId xmlns:a16="http://schemas.microsoft.com/office/drawing/2014/main" id="{20E197D6-5F66-6D1C-1DB9-7B3F15CF16D9}"/>
              </a:ext>
            </a:extLst>
          </p:cNvPr>
          <p:cNvSpPr>
            <a:spLocks noChangeArrowheads="1"/>
          </p:cNvSpPr>
          <p:nvPr userDrawn="1"/>
        </p:nvSpPr>
        <p:spPr bwMode="gray">
          <a:xfrm>
            <a:off x="7" y="6659573"/>
            <a:ext cx="12192000" cy="225425"/>
          </a:xfrm>
          <a:prstGeom prst="rect">
            <a:avLst/>
          </a:prstGeom>
          <a:noFill/>
          <a:ln>
            <a:noFill/>
          </a:ln>
        </p:spPr>
        <p:txBody>
          <a:bodyPr wrap="none" lIns="88118" tIns="45821" rIns="88118" bIns="45821" anchor="ctr"/>
          <a:lstStyle>
            <a:lvl1pPr eaLnBrk="0" hangingPunct="0">
              <a:defRPr kumimoji="1" sz="1000">
                <a:solidFill>
                  <a:schemeClr val="tx1"/>
                </a:solidFill>
                <a:latin typeface="Meiryo UI" pitchFamily="50" charset="-128"/>
                <a:ea typeface="Meiryo UI" pitchFamily="50" charset="-128"/>
              </a:defRPr>
            </a:lvl1pPr>
            <a:lvl2pPr marL="742950" indent="-285750" eaLnBrk="0" hangingPunct="0">
              <a:defRPr kumimoji="1" sz="1000">
                <a:solidFill>
                  <a:schemeClr val="tx1"/>
                </a:solidFill>
                <a:latin typeface="Meiryo UI" pitchFamily="50" charset="-128"/>
                <a:ea typeface="Meiryo UI" pitchFamily="50" charset="-128"/>
              </a:defRPr>
            </a:lvl2pPr>
            <a:lvl3pPr marL="1143000" indent="-228600" eaLnBrk="0" hangingPunct="0">
              <a:defRPr kumimoji="1" sz="1000">
                <a:solidFill>
                  <a:schemeClr val="tx1"/>
                </a:solidFill>
                <a:latin typeface="Meiryo UI" pitchFamily="50" charset="-128"/>
                <a:ea typeface="Meiryo UI" pitchFamily="50" charset="-128"/>
              </a:defRPr>
            </a:lvl3pPr>
            <a:lvl4pPr marL="1600200" indent="-228600" eaLnBrk="0" hangingPunct="0">
              <a:defRPr kumimoji="1" sz="1000">
                <a:solidFill>
                  <a:schemeClr val="tx1"/>
                </a:solidFill>
                <a:latin typeface="Meiryo UI" pitchFamily="50" charset="-128"/>
                <a:ea typeface="Meiryo UI" pitchFamily="50" charset="-128"/>
              </a:defRPr>
            </a:lvl4pPr>
            <a:lvl5pPr marL="2057400" indent="-228600" eaLnBrk="0" hangingPunct="0">
              <a:defRPr kumimoji="1" sz="1000">
                <a:solidFill>
                  <a:schemeClr val="tx1"/>
                </a:solidFill>
                <a:latin typeface="Meiryo UI" pitchFamily="50" charset="-128"/>
                <a:ea typeface="Meiryo UI" pitchFamily="50" charset="-128"/>
              </a:defRPr>
            </a:lvl5pPr>
            <a:lvl6pPr marL="25146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6pPr>
            <a:lvl7pPr marL="29718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7pPr>
            <a:lvl8pPr marL="34290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8pPr>
            <a:lvl9pPr marL="38862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9pPr>
          </a:lstStyle>
          <a:p>
            <a:pPr eaLnBrk="1" hangingPunct="1">
              <a:lnSpc>
                <a:spcPct val="70000"/>
              </a:lnSpc>
              <a:spcBef>
                <a:spcPct val="20000"/>
              </a:spcBef>
              <a:defRPr/>
            </a:pPr>
            <a:r>
              <a:rPr lang="en-US" altLang="ja-JP" sz="783" dirty="0">
                <a:latin typeface="+mn-lt"/>
              </a:rPr>
              <a:t>© INTLOOP</a:t>
            </a:r>
            <a:r>
              <a:rPr lang="ja-JP" altLang="en-US" sz="783" dirty="0">
                <a:latin typeface="+mn-lt"/>
              </a:rPr>
              <a:t> </a:t>
            </a:r>
            <a:r>
              <a:rPr lang="en-US" altLang="ja-JP" sz="783" dirty="0">
                <a:latin typeface="+mn-lt"/>
              </a:rPr>
              <a:t>Strategy Inc. All rights, reserved.</a:t>
            </a:r>
            <a:r>
              <a:rPr lang="ja-JP" altLang="en-US" sz="783" dirty="0">
                <a:latin typeface="+mn-lt"/>
              </a:rPr>
              <a:t>　</a:t>
            </a:r>
            <a:r>
              <a:rPr lang="en-US" altLang="ja-JP" sz="783" dirty="0">
                <a:latin typeface="+mn-lt"/>
              </a:rPr>
              <a:t>Proprietary and Confidential</a:t>
            </a:r>
          </a:p>
        </p:txBody>
      </p:sp>
    </p:spTree>
    <p:extLst>
      <p:ext uri="{BB962C8B-B14F-4D97-AF65-F5344CB8AC3E}">
        <p14:creationId xmlns:p14="http://schemas.microsoft.com/office/powerpoint/2010/main" val="3761517514"/>
      </p:ext>
    </p:extLst>
  </p:cSld>
  <p:clrMapOvr>
    <a:masterClrMapping/>
  </p:clrMapOvr>
  <p:extLst>
    <p:ext uri="{DCECCB84-F9BA-43D5-87BE-67443E8EF086}">
      <p15:sldGuideLst xmlns:p15="http://schemas.microsoft.com/office/powerpoint/2012/main">
        <p15:guide id="1" orient="horz" pos="2381">
          <p15:clr>
            <a:srgbClr val="FBAE40"/>
          </p15:clr>
        </p15:guide>
        <p15:guide id="2" pos="4233">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タイトルとリード文とコンテンツ リスト">
    <p:spTree>
      <p:nvGrpSpPr>
        <p:cNvPr id="1" name=""/>
        <p:cNvGrpSpPr/>
        <p:nvPr/>
      </p:nvGrpSpPr>
      <p:grpSpPr>
        <a:xfrm>
          <a:off x="0" y="0"/>
          <a:ext cx="0" cy="0"/>
          <a:chOff x="0" y="0"/>
          <a:chExt cx="0" cy="0"/>
        </a:xfrm>
      </p:grpSpPr>
      <p:sp>
        <p:nvSpPr>
          <p:cNvPr id="4" name="テキスト プレースホルダー 2">
            <a:extLst>
              <a:ext uri="{FF2B5EF4-FFF2-40B4-BE49-F238E27FC236}">
                <a16:creationId xmlns:a16="http://schemas.microsoft.com/office/drawing/2014/main" id="{B378224D-D166-2019-56FC-47F2E20DF790}"/>
              </a:ext>
            </a:extLst>
          </p:cNvPr>
          <p:cNvSpPr>
            <a:spLocks noGrp="1"/>
          </p:cNvSpPr>
          <p:nvPr>
            <p:ph type="body" sz="quarter" idx="11" hasCustomPrompt="1"/>
          </p:nvPr>
        </p:nvSpPr>
        <p:spPr>
          <a:xfrm>
            <a:off x="282285" y="816027"/>
            <a:ext cx="11691453" cy="728346"/>
          </a:xfrm>
          <a:prstGeom prst="rect">
            <a:avLst/>
          </a:prstGeom>
        </p:spPr>
        <p:txBody>
          <a:bodyPr/>
          <a:lstStyle>
            <a:lvl1pPr marL="0" marR="0" indent="0" algn="l" defTabSz="829455" rtl="0" eaLnBrk="1" fontAlgn="base" latinLnBrk="0" hangingPunct="1">
              <a:lnSpc>
                <a:spcPct val="120000"/>
              </a:lnSpc>
              <a:spcBef>
                <a:spcPts val="0"/>
              </a:spcBef>
              <a:spcAft>
                <a:spcPct val="0"/>
              </a:spcAft>
              <a:buClrTx/>
              <a:buSzTx/>
              <a:buFont typeface="Wingdings" panose="05000000000000000000" pitchFamily="2" charset="2"/>
              <a:buNone/>
              <a:tabLst/>
              <a:defRPr sz="2000"/>
            </a:lvl1pPr>
            <a:lvl2pPr marL="447616" indent="0">
              <a:buFont typeface="Wingdings" panose="05000000000000000000" pitchFamily="2" charset="2"/>
              <a:buNone/>
              <a:defRPr sz="2000"/>
            </a:lvl2pPr>
            <a:lvl3pPr marL="895231" indent="0">
              <a:buNone/>
              <a:defRPr sz="2000"/>
            </a:lvl3pPr>
          </a:lstStyle>
          <a:p>
            <a:pPr lvl="0"/>
            <a:r>
              <a:rPr kumimoji="1" lang="ja-JP" altLang="en-US" dirty="0"/>
              <a:t>リード文の挿入１</a:t>
            </a:r>
            <a:endParaRPr kumimoji="1" lang="en-US" altLang="ja-JP" dirty="0"/>
          </a:p>
          <a:p>
            <a:pPr lvl="0"/>
            <a:endParaRPr kumimoji="1" lang="en-US" altLang="ja-JP" dirty="0"/>
          </a:p>
          <a:p>
            <a:pPr lvl="0"/>
            <a:endParaRPr kumimoji="1" lang="en-US" altLang="ja-JP" dirty="0"/>
          </a:p>
        </p:txBody>
      </p:sp>
      <p:sp>
        <p:nvSpPr>
          <p:cNvPr id="5" name="コンテンツ プレースホルダー 15">
            <a:extLst>
              <a:ext uri="{FF2B5EF4-FFF2-40B4-BE49-F238E27FC236}">
                <a16:creationId xmlns:a16="http://schemas.microsoft.com/office/drawing/2014/main" id="{09D99E4F-AF0E-12A7-500D-3AFD5645698B}"/>
              </a:ext>
            </a:extLst>
          </p:cNvPr>
          <p:cNvSpPr>
            <a:spLocks noGrp="1"/>
          </p:cNvSpPr>
          <p:nvPr>
            <p:ph sz="quarter" idx="10" hasCustomPrompt="1"/>
          </p:nvPr>
        </p:nvSpPr>
        <p:spPr>
          <a:xfrm>
            <a:off x="280991" y="1633491"/>
            <a:ext cx="11691453" cy="4767307"/>
          </a:xfrm>
          <a:prstGeom prst="rect">
            <a:avLst/>
          </a:prstGeom>
        </p:spPr>
        <p:txBody>
          <a:bodyPr/>
          <a:lstStyle>
            <a:lvl1pPr marL="259204" indent="-259204">
              <a:lnSpc>
                <a:spcPct val="120000"/>
              </a:lnSpc>
              <a:spcBef>
                <a:spcPts val="544"/>
              </a:spcBef>
              <a:buFont typeface="Wingdings" panose="05000000000000000000" pitchFamily="2" charset="2"/>
              <a:buChar char="n"/>
              <a:defRPr sz="2000"/>
            </a:lvl1pPr>
            <a:lvl2pPr marL="568811" marR="0" indent="-279365" algn="l" defTabSz="829455" rtl="0" eaLnBrk="1" fontAlgn="base" latinLnBrk="0" hangingPunct="1">
              <a:lnSpc>
                <a:spcPct val="120000"/>
              </a:lnSpc>
              <a:spcBef>
                <a:spcPts val="0"/>
              </a:spcBef>
              <a:spcAft>
                <a:spcPct val="0"/>
              </a:spcAft>
              <a:buClrTx/>
              <a:buSzTx/>
              <a:buFont typeface="Wingdings" panose="05000000000000000000" pitchFamily="2" charset="2"/>
              <a:buChar char="Ø"/>
              <a:tabLst/>
              <a:defRPr sz="2000"/>
            </a:lvl2pPr>
            <a:lvl3pPr marL="810736" marR="0" indent="-259204" algn="l" defTabSz="829455" rtl="0" eaLnBrk="1" fontAlgn="base" latinLnBrk="0" hangingPunct="1">
              <a:lnSpc>
                <a:spcPct val="120000"/>
              </a:lnSpc>
              <a:spcBef>
                <a:spcPts val="0"/>
              </a:spcBef>
              <a:spcAft>
                <a:spcPct val="0"/>
              </a:spcAft>
              <a:buClrTx/>
              <a:buSzTx/>
              <a:buFont typeface="Wingdings" panose="05000000000000000000" pitchFamily="2" charset="2"/>
              <a:buChar char="ü"/>
              <a:tabLst/>
              <a:defRPr sz="2000"/>
            </a:lvl3pPr>
            <a:lvl4pPr marL="1061300" marR="0" indent="-279365" algn="l" defTabSz="829455" rtl="0" eaLnBrk="1" fontAlgn="base" latinLnBrk="0" hangingPunct="1">
              <a:lnSpc>
                <a:spcPct val="120000"/>
              </a:lnSpc>
              <a:spcBef>
                <a:spcPts val="0"/>
              </a:spcBef>
              <a:spcAft>
                <a:spcPct val="0"/>
              </a:spcAft>
              <a:buClrTx/>
              <a:buSzTx/>
              <a:buFont typeface="Meiryo UI" panose="020B0604030504040204" pitchFamily="50" charset="-128"/>
              <a:buChar char="–"/>
              <a:tabLst/>
              <a:defRPr sz="2000"/>
            </a:lvl4pPr>
            <a:lvl5pPr marL="1301785" marR="0" indent="-259204" algn="l" defTabSz="829455" rtl="0" eaLnBrk="1" fontAlgn="base" latinLnBrk="0" hangingPunct="1">
              <a:lnSpc>
                <a:spcPct val="120000"/>
              </a:lnSpc>
              <a:spcBef>
                <a:spcPts val="0"/>
              </a:spcBef>
              <a:spcAft>
                <a:spcPct val="0"/>
              </a:spcAft>
              <a:buClrTx/>
              <a:buSzTx/>
              <a:buFont typeface="Meiryo UI" panose="020B0604030504040204" pitchFamily="50" charset="-128"/>
              <a:buChar char="»"/>
              <a:tabLst/>
              <a:defRPr sz="2000"/>
            </a:lvl5pPr>
          </a:lstStyle>
          <a:p>
            <a:pPr lvl="0"/>
            <a:r>
              <a:rPr lang="ja-JP" altLang="en-US"/>
              <a:t>第１レベル</a:t>
            </a:r>
            <a:endParaRPr lang="en-US" altLang="ja-JP" dirty="0"/>
          </a:p>
          <a:p>
            <a:pPr lvl="1"/>
            <a:r>
              <a:rPr lang="ja-JP" altLang="en-US"/>
              <a:t>第 </a:t>
            </a:r>
            <a:r>
              <a:rPr lang="en-US" altLang="ja-JP" dirty="0"/>
              <a:t>2 </a:t>
            </a:r>
            <a:r>
              <a:rPr lang="ja-JP" altLang="en-US"/>
              <a:t>レベル</a:t>
            </a:r>
            <a:endParaRPr lang="en-US" altLang="ja-JP" dirty="0"/>
          </a:p>
          <a:p>
            <a:pPr lvl="2"/>
            <a:r>
              <a:rPr lang="ja-JP" altLang="en-US"/>
              <a:t>第 </a:t>
            </a:r>
            <a:r>
              <a:rPr lang="en-US" altLang="ja-JP" dirty="0"/>
              <a:t>3 </a:t>
            </a:r>
            <a:r>
              <a:rPr lang="ja-JP" altLang="en-US"/>
              <a:t>レベル</a:t>
            </a:r>
            <a:endParaRPr lang="en-US" altLang="ja-JP" dirty="0"/>
          </a:p>
          <a:p>
            <a:pPr lvl="3"/>
            <a:r>
              <a:rPr lang="ja-JP" altLang="en-US"/>
              <a:t>第 </a:t>
            </a:r>
            <a:r>
              <a:rPr lang="en-US" altLang="ja-JP" dirty="0"/>
              <a:t>4 </a:t>
            </a:r>
            <a:r>
              <a:rPr lang="ja-JP" altLang="en-US"/>
              <a:t>レベル</a:t>
            </a:r>
            <a:endParaRPr lang="en-US" altLang="ja-JP" dirty="0"/>
          </a:p>
          <a:p>
            <a:pPr lvl="4"/>
            <a:r>
              <a:rPr lang="ja-JP" altLang="en-US"/>
              <a:t>第 </a:t>
            </a:r>
            <a:r>
              <a:rPr lang="en-US" altLang="ja-JP" dirty="0"/>
              <a:t>5 </a:t>
            </a:r>
            <a:r>
              <a:rPr lang="ja-JP" altLang="en-US"/>
              <a:t>レベル</a:t>
            </a:r>
            <a:endParaRPr lang="en-US" altLang="ja-JP" dirty="0"/>
          </a:p>
          <a:p>
            <a:pPr marL="1340666" marR="0" lvl="3" indent="-279365" algn="l" defTabSz="829455" rtl="0" eaLnBrk="1" fontAlgn="base" latinLnBrk="0" hangingPunct="1">
              <a:lnSpc>
                <a:spcPct val="120000"/>
              </a:lnSpc>
              <a:spcBef>
                <a:spcPts val="0"/>
              </a:spcBef>
              <a:spcAft>
                <a:spcPct val="0"/>
              </a:spcAft>
              <a:buClrTx/>
              <a:buSzTx/>
              <a:buFont typeface="Wingdings" panose="05000000000000000000" pitchFamily="2" charset="2"/>
              <a:buChar char="Ø"/>
              <a:tabLst/>
              <a:defRPr/>
            </a:pPr>
            <a:endParaRPr lang="en-US" altLang="ja-JP" dirty="0"/>
          </a:p>
        </p:txBody>
      </p:sp>
      <p:sp>
        <p:nvSpPr>
          <p:cNvPr id="6" name="Rectangle 2">
            <a:extLst>
              <a:ext uri="{FF2B5EF4-FFF2-40B4-BE49-F238E27FC236}">
                <a16:creationId xmlns:a16="http://schemas.microsoft.com/office/drawing/2014/main" id="{328387B5-484B-51CB-2120-38FAC2A807B4}"/>
              </a:ext>
            </a:extLst>
          </p:cNvPr>
          <p:cNvSpPr>
            <a:spLocks noGrp="1" noChangeArrowheads="1"/>
          </p:cNvSpPr>
          <p:nvPr>
            <p:ph type="title"/>
          </p:nvPr>
        </p:nvSpPr>
        <p:spPr bwMode="auto">
          <a:xfrm>
            <a:off x="280991" y="115890"/>
            <a:ext cx="10420347" cy="490537"/>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ja-JP" altLang="en-US"/>
              <a:t>マスタータイトルの書式設定</a:t>
            </a:r>
          </a:p>
        </p:txBody>
      </p:sp>
      <p:sp>
        <p:nvSpPr>
          <p:cNvPr id="2" name="スライド番号プレースホルダー 1">
            <a:extLst>
              <a:ext uri="{FF2B5EF4-FFF2-40B4-BE49-F238E27FC236}">
                <a16:creationId xmlns:a16="http://schemas.microsoft.com/office/drawing/2014/main" id="{0F0AC5D8-BE7A-333C-085F-F118B5BB0D4D}"/>
              </a:ext>
            </a:extLst>
          </p:cNvPr>
          <p:cNvSpPr>
            <a:spLocks noGrp="1"/>
          </p:cNvSpPr>
          <p:nvPr>
            <p:ph type="sldNum" sz="quarter" idx="12"/>
          </p:nvPr>
        </p:nvSpPr>
        <p:spPr/>
        <p:txBody>
          <a:bodyPr/>
          <a:lstStyle/>
          <a:p>
            <a:fld id="{3344C913-8B6A-184F-9D73-5173E441A31D}" type="slidenum">
              <a:rPr lang="ja-JP" altLang="en-US" smtClean="0"/>
              <a:pPr/>
              <a:t>‹#›</a:t>
            </a:fld>
            <a:endParaRPr lang="ja-JP" altLang="en-US"/>
          </a:p>
        </p:txBody>
      </p:sp>
      <p:sp>
        <p:nvSpPr>
          <p:cNvPr id="7" name="Rectangle 6">
            <a:extLst>
              <a:ext uri="{FF2B5EF4-FFF2-40B4-BE49-F238E27FC236}">
                <a16:creationId xmlns:a16="http://schemas.microsoft.com/office/drawing/2014/main" id="{D8087174-2010-37E8-BF50-4CB5EB3B7055}"/>
              </a:ext>
            </a:extLst>
          </p:cNvPr>
          <p:cNvSpPr>
            <a:spLocks noChangeArrowheads="1"/>
          </p:cNvSpPr>
          <p:nvPr userDrawn="1"/>
        </p:nvSpPr>
        <p:spPr bwMode="gray">
          <a:xfrm>
            <a:off x="7" y="6659573"/>
            <a:ext cx="12192000" cy="225425"/>
          </a:xfrm>
          <a:prstGeom prst="rect">
            <a:avLst/>
          </a:prstGeom>
          <a:noFill/>
          <a:ln>
            <a:noFill/>
          </a:ln>
        </p:spPr>
        <p:txBody>
          <a:bodyPr wrap="none" lIns="88118" tIns="45821" rIns="88118" bIns="45821" anchor="ctr"/>
          <a:lstStyle>
            <a:lvl1pPr eaLnBrk="0" hangingPunct="0">
              <a:defRPr kumimoji="1" sz="1000">
                <a:solidFill>
                  <a:schemeClr val="tx1"/>
                </a:solidFill>
                <a:latin typeface="Meiryo UI" pitchFamily="50" charset="-128"/>
                <a:ea typeface="Meiryo UI" pitchFamily="50" charset="-128"/>
              </a:defRPr>
            </a:lvl1pPr>
            <a:lvl2pPr marL="742950" indent="-285750" eaLnBrk="0" hangingPunct="0">
              <a:defRPr kumimoji="1" sz="1000">
                <a:solidFill>
                  <a:schemeClr val="tx1"/>
                </a:solidFill>
                <a:latin typeface="Meiryo UI" pitchFamily="50" charset="-128"/>
                <a:ea typeface="Meiryo UI" pitchFamily="50" charset="-128"/>
              </a:defRPr>
            </a:lvl2pPr>
            <a:lvl3pPr marL="1143000" indent="-228600" eaLnBrk="0" hangingPunct="0">
              <a:defRPr kumimoji="1" sz="1000">
                <a:solidFill>
                  <a:schemeClr val="tx1"/>
                </a:solidFill>
                <a:latin typeface="Meiryo UI" pitchFamily="50" charset="-128"/>
                <a:ea typeface="Meiryo UI" pitchFamily="50" charset="-128"/>
              </a:defRPr>
            </a:lvl3pPr>
            <a:lvl4pPr marL="1600200" indent="-228600" eaLnBrk="0" hangingPunct="0">
              <a:defRPr kumimoji="1" sz="1000">
                <a:solidFill>
                  <a:schemeClr val="tx1"/>
                </a:solidFill>
                <a:latin typeface="Meiryo UI" pitchFamily="50" charset="-128"/>
                <a:ea typeface="Meiryo UI" pitchFamily="50" charset="-128"/>
              </a:defRPr>
            </a:lvl4pPr>
            <a:lvl5pPr marL="2057400" indent="-228600" eaLnBrk="0" hangingPunct="0">
              <a:defRPr kumimoji="1" sz="1000">
                <a:solidFill>
                  <a:schemeClr val="tx1"/>
                </a:solidFill>
                <a:latin typeface="Meiryo UI" pitchFamily="50" charset="-128"/>
                <a:ea typeface="Meiryo UI" pitchFamily="50" charset="-128"/>
              </a:defRPr>
            </a:lvl5pPr>
            <a:lvl6pPr marL="25146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6pPr>
            <a:lvl7pPr marL="29718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7pPr>
            <a:lvl8pPr marL="34290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8pPr>
            <a:lvl9pPr marL="38862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9pPr>
          </a:lstStyle>
          <a:p>
            <a:pPr eaLnBrk="1" hangingPunct="1">
              <a:lnSpc>
                <a:spcPct val="70000"/>
              </a:lnSpc>
              <a:spcBef>
                <a:spcPct val="20000"/>
              </a:spcBef>
              <a:defRPr/>
            </a:pPr>
            <a:r>
              <a:rPr lang="en-US" altLang="ja-JP" sz="783" dirty="0">
                <a:latin typeface="+mn-lt"/>
              </a:rPr>
              <a:t>© INTLOOP</a:t>
            </a:r>
            <a:r>
              <a:rPr lang="ja-JP" altLang="en-US" sz="783" dirty="0">
                <a:latin typeface="+mn-lt"/>
              </a:rPr>
              <a:t> </a:t>
            </a:r>
            <a:r>
              <a:rPr lang="en-US" altLang="ja-JP" sz="783" dirty="0">
                <a:latin typeface="+mn-lt"/>
              </a:rPr>
              <a:t>Strategy Inc. All rights, reserved.</a:t>
            </a:r>
            <a:r>
              <a:rPr lang="ja-JP" altLang="en-US" sz="783" dirty="0">
                <a:latin typeface="+mn-lt"/>
              </a:rPr>
              <a:t>　</a:t>
            </a:r>
            <a:r>
              <a:rPr lang="en-US" altLang="ja-JP" sz="783" dirty="0">
                <a:latin typeface="+mn-lt"/>
              </a:rPr>
              <a:t>Proprietary and Confidential</a:t>
            </a:r>
          </a:p>
        </p:txBody>
      </p:sp>
    </p:spTree>
    <p:extLst>
      <p:ext uri="{BB962C8B-B14F-4D97-AF65-F5344CB8AC3E}">
        <p14:creationId xmlns:p14="http://schemas.microsoft.com/office/powerpoint/2010/main" val="15754758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タイトルとコンテンツ">
    <p:spTree>
      <p:nvGrpSpPr>
        <p:cNvPr id="1" name=""/>
        <p:cNvGrpSpPr/>
        <p:nvPr/>
      </p:nvGrpSpPr>
      <p:grpSpPr>
        <a:xfrm>
          <a:off x="0" y="0"/>
          <a:ext cx="0" cy="0"/>
          <a:chOff x="0" y="0"/>
          <a:chExt cx="0" cy="0"/>
        </a:xfrm>
      </p:grpSpPr>
      <p:sp>
        <p:nvSpPr>
          <p:cNvPr id="2" name="スライド番号プレースホルダー 1">
            <a:extLst>
              <a:ext uri="{FF2B5EF4-FFF2-40B4-BE49-F238E27FC236}">
                <a16:creationId xmlns:a16="http://schemas.microsoft.com/office/drawing/2014/main" id="{D23B54B0-61A7-2EEB-2043-7E0326F7068C}"/>
              </a:ext>
            </a:extLst>
          </p:cNvPr>
          <p:cNvSpPr>
            <a:spLocks noGrp="1"/>
          </p:cNvSpPr>
          <p:nvPr>
            <p:ph type="sldNum" sz="quarter" idx="10"/>
          </p:nvPr>
        </p:nvSpPr>
        <p:spPr/>
        <p:txBody>
          <a:bodyPr/>
          <a:lstStyle/>
          <a:p>
            <a:fld id="{3344C913-8B6A-184F-9D73-5173E441A31D}" type="slidenum">
              <a:rPr lang="ja-JP" altLang="en-US" smtClean="0"/>
              <a:pPr/>
              <a:t>‹#›</a:t>
            </a:fld>
            <a:endParaRPr lang="ja-JP" altLang="en-US"/>
          </a:p>
        </p:txBody>
      </p:sp>
      <p:sp>
        <p:nvSpPr>
          <p:cNvPr id="3" name="Rectangle 6">
            <a:extLst>
              <a:ext uri="{FF2B5EF4-FFF2-40B4-BE49-F238E27FC236}">
                <a16:creationId xmlns:a16="http://schemas.microsoft.com/office/drawing/2014/main" id="{285A0698-E03E-3779-606A-BFD3209710B2}"/>
              </a:ext>
            </a:extLst>
          </p:cNvPr>
          <p:cNvSpPr>
            <a:spLocks noChangeArrowheads="1"/>
          </p:cNvSpPr>
          <p:nvPr userDrawn="1"/>
        </p:nvSpPr>
        <p:spPr bwMode="gray">
          <a:xfrm>
            <a:off x="7" y="6659573"/>
            <a:ext cx="12192000" cy="225425"/>
          </a:xfrm>
          <a:prstGeom prst="rect">
            <a:avLst/>
          </a:prstGeom>
          <a:noFill/>
          <a:ln>
            <a:noFill/>
          </a:ln>
        </p:spPr>
        <p:txBody>
          <a:bodyPr wrap="none" lIns="88118" tIns="45821" rIns="88118" bIns="45821" anchor="ctr"/>
          <a:lstStyle>
            <a:lvl1pPr eaLnBrk="0" hangingPunct="0">
              <a:defRPr kumimoji="1" sz="1000">
                <a:solidFill>
                  <a:schemeClr val="tx1"/>
                </a:solidFill>
                <a:latin typeface="Meiryo UI" pitchFamily="50" charset="-128"/>
                <a:ea typeface="Meiryo UI" pitchFamily="50" charset="-128"/>
              </a:defRPr>
            </a:lvl1pPr>
            <a:lvl2pPr marL="742950" indent="-285750" eaLnBrk="0" hangingPunct="0">
              <a:defRPr kumimoji="1" sz="1000">
                <a:solidFill>
                  <a:schemeClr val="tx1"/>
                </a:solidFill>
                <a:latin typeface="Meiryo UI" pitchFamily="50" charset="-128"/>
                <a:ea typeface="Meiryo UI" pitchFamily="50" charset="-128"/>
              </a:defRPr>
            </a:lvl2pPr>
            <a:lvl3pPr marL="1143000" indent="-228600" eaLnBrk="0" hangingPunct="0">
              <a:defRPr kumimoji="1" sz="1000">
                <a:solidFill>
                  <a:schemeClr val="tx1"/>
                </a:solidFill>
                <a:latin typeface="Meiryo UI" pitchFamily="50" charset="-128"/>
                <a:ea typeface="Meiryo UI" pitchFamily="50" charset="-128"/>
              </a:defRPr>
            </a:lvl3pPr>
            <a:lvl4pPr marL="1600200" indent="-228600" eaLnBrk="0" hangingPunct="0">
              <a:defRPr kumimoji="1" sz="1000">
                <a:solidFill>
                  <a:schemeClr val="tx1"/>
                </a:solidFill>
                <a:latin typeface="Meiryo UI" pitchFamily="50" charset="-128"/>
                <a:ea typeface="Meiryo UI" pitchFamily="50" charset="-128"/>
              </a:defRPr>
            </a:lvl4pPr>
            <a:lvl5pPr marL="2057400" indent="-228600" eaLnBrk="0" hangingPunct="0">
              <a:defRPr kumimoji="1" sz="1000">
                <a:solidFill>
                  <a:schemeClr val="tx1"/>
                </a:solidFill>
                <a:latin typeface="Meiryo UI" pitchFamily="50" charset="-128"/>
                <a:ea typeface="Meiryo UI" pitchFamily="50" charset="-128"/>
              </a:defRPr>
            </a:lvl5pPr>
            <a:lvl6pPr marL="25146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6pPr>
            <a:lvl7pPr marL="29718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7pPr>
            <a:lvl8pPr marL="34290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8pPr>
            <a:lvl9pPr marL="3886200" indent="-228600" algn="ctr" eaLnBrk="0" fontAlgn="base" hangingPunct="0">
              <a:spcBef>
                <a:spcPct val="5000"/>
              </a:spcBef>
              <a:spcAft>
                <a:spcPct val="0"/>
              </a:spcAft>
              <a:buSzPct val="50000"/>
              <a:buChar char="•"/>
              <a:defRPr kumimoji="1" sz="1000">
                <a:solidFill>
                  <a:schemeClr val="tx1"/>
                </a:solidFill>
                <a:latin typeface="Meiryo UI" pitchFamily="50" charset="-128"/>
                <a:ea typeface="Meiryo UI" pitchFamily="50" charset="-128"/>
              </a:defRPr>
            </a:lvl9pPr>
          </a:lstStyle>
          <a:p>
            <a:pPr eaLnBrk="1" hangingPunct="1">
              <a:lnSpc>
                <a:spcPct val="70000"/>
              </a:lnSpc>
              <a:spcBef>
                <a:spcPct val="20000"/>
              </a:spcBef>
              <a:defRPr/>
            </a:pPr>
            <a:r>
              <a:rPr lang="en-US" altLang="ja-JP" sz="783" dirty="0">
                <a:latin typeface="+mn-lt"/>
              </a:rPr>
              <a:t>© INTLOOP</a:t>
            </a:r>
            <a:r>
              <a:rPr lang="ja-JP" altLang="en-US" sz="783" dirty="0">
                <a:latin typeface="+mn-lt"/>
              </a:rPr>
              <a:t> </a:t>
            </a:r>
            <a:r>
              <a:rPr lang="en-US" altLang="ja-JP" sz="783" dirty="0">
                <a:latin typeface="+mn-lt"/>
              </a:rPr>
              <a:t>Strategy Inc. All rights, reserved.</a:t>
            </a:r>
            <a:r>
              <a:rPr lang="ja-JP" altLang="en-US" sz="783" dirty="0">
                <a:latin typeface="+mn-lt"/>
              </a:rPr>
              <a:t>　</a:t>
            </a:r>
            <a:r>
              <a:rPr lang="en-US" altLang="ja-JP" sz="783" dirty="0">
                <a:latin typeface="+mn-lt"/>
              </a:rPr>
              <a:t>Proprietary and Confidential</a:t>
            </a:r>
          </a:p>
        </p:txBody>
      </p:sp>
    </p:spTree>
    <p:extLst>
      <p:ext uri="{BB962C8B-B14F-4D97-AF65-F5344CB8AC3E}">
        <p14:creationId xmlns:p14="http://schemas.microsoft.com/office/powerpoint/2010/main" val="355114877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 Id="rId19"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9">
            <a:lum/>
          </a:blip>
          <a:srcRect/>
          <a:stretch>
            <a:fillRect/>
          </a:stretch>
        </a:blipFill>
        <a:effectLst/>
      </p:bgPr>
    </p:bg>
    <p:spTree>
      <p:nvGrpSpPr>
        <p:cNvPr id="1" name=""/>
        <p:cNvGrpSpPr/>
        <p:nvPr/>
      </p:nvGrpSpPr>
      <p:grpSpPr>
        <a:xfrm>
          <a:off x="0" y="0"/>
          <a:ext cx="0" cy="0"/>
          <a:chOff x="0" y="0"/>
          <a:chExt cx="0" cy="0"/>
        </a:xfrm>
      </p:grpSpPr>
      <p:sp>
        <p:nvSpPr>
          <p:cNvPr id="3" name="スライド番号プレースホルダー 2">
            <a:extLst>
              <a:ext uri="{FF2B5EF4-FFF2-40B4-BE49-F238E27FC236}">
                <a16:creationId xmlns:a16="http://schemas.microsoft.com/office/drawing/2014/main" id="{DDA7B9C1-3DEA-15F0-C9B9-A9132B7C8C3A}"/>
              </a:ext>
            </a:extLst>
          </p:cNvPr>
          <p:cNvSpPr>
            <a:spLocks noGrp="1"/>
          </p:cNvSpPr>
          <p:nvPr>
            <p:ph type="sldNum" sz="quarter" idx="4"/>
          </p:nvPr>
        </p:nvSpPr>
        <p:spPr>
          <a:xfrm>
            <a:off x="9338630" y="6489520"/>
            <a:ext cx="2743200" cy="365125"/>
          </a:xfrm>
          <a:prstGeom prst="rect">
            <a:avLst/>
          </a:prstGeom>
        </p:spPr>
        <p:txBody>
          <a:bodyPr vert="horz" lIns="91440" tIns="45720" rIns="91440" bIns="45720" rtlCol="0" anchor="ctr"/>
          <a:lstStyle>
            <a:lvl1pPr algn="r">
              <a:defRPr sz="1200" b="1">
                <a:solidFill>
                  <a:schemeClr val="tx1"/>
                </a:solidFill>
              </a:defRPr>
            </a:lvl1pPr>
          </a:lstStyle>
          <a:p>
            <a:fld id="{3344C913-8B6A-184F-9D73-5173E441A31D}" type="slidenum">
              <a:rPr lang="ja-JP" altLang="en-US" smtClean="0"/>
              <a:pPr/>
              <a:t>‹#›</a:t>
            </a:fld>
            <a:endParaRPr lang="ja-JP" altLang="en-US"/>
          </a:p>
        </p:txBody>
      </p:sp>
    </p:spTree>
    <p:extLst>
      <p:ext uri="{BB962C8B-B14F-4D97-AF65-F5344CB8AC3E}">
        <p14:creationId xmlns:p14="http://schemas.microsoft.com/office/powerpoint/2010/main" val="4620191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3" r:id="rId10"/>
    <p:sldLayoutId id="2147483677" r:id="rId11"/>
    <p:sldLayoutId id="2147483681" r:id="rId12"/>
    <p:sldLayoutId id="2147483683" r:id="rId13"/>
    <p:sldLayoutId id="2147483684" r:id="rId14"/>
    <p:sldLayoutId id="2147483685" r:id="rId15"/>
    <p:sldLayoutId id="2147483686" r:id="rId16"/>
    <p:sldLayoutId id="2147483687" r:id="rId17"/>
  </p:sldLayoutIdLst>
  <p:hf hdr="0" ftr="0" dt="0"/>
  <p:txStyles>
    <p:titleStyle>
      <a:lvl1pPr algn="l" rtl="0" eaLnBrk="1" fontAlgn="base" hangingPunct="1">
        <a:spcBef>
          <a:spcPct val="0"/>
        </a:spcBef>
        <a:spcAft>
          <a:spcPct val="0"/>
        </a:spcAft>
        <a:defRPr kumimoji="1" sz="2800">
          <a:solidFill>
            <a:schemeClr val="tx1"/>
          </a:solidFill>
          <a:effectLst>
            <a:outerShdw blurRad="38100" dist="38100" dir="2700000" algn="tl">
              <a:srgbClr val="C0C0C0"/>
            </a:outerShdw>
          </a:effectLst>
          <a:latin typeface="+mj-lt"/>
          <a:ea typeface="+mj-ea"/>
          <a:cs typeface="+mj-cs"/>
        </a:defRPr>
      </a:lvl1pPr>
      <a:lvl2pPr algn="l" rtl="0" eaLnBrk="1" fontAlgn="base" hangingPunct="1">
        <a:spcBef>
          <a:spcPct val="0"/>
        </a:spcBef>
        <a:spcAft>
          <a:spcPct val="0"/>
        </a:spcAft>
        <a:defRPr kumimoji="1" sz="2350">
          <a:solidFill>
            <a:schemeClr val="tx2"/>
          </a:solidFill>
          <a:effectLst>
            <a:outerShdw blurRad="38100" dist="38100" dir="2700000" algn="tl">
              <a:srgbClr val="C0C0C0"/>
            </a:outerShdw>
          </a:effectLst>
          <a:latin typeface="Meiryo UI" pitchFamily="50" charset="-128"/>
          <a:ea typeface="Meiryo UI" pitchFamily="50" charset="-128"/>
        </a:defRPr>
      </a:lvl2pPr>
      <a:lvl3pPr algn="l" rtl="0" eaLnBrk="1" fontAlgn="base" hangingPunct="1">
        <a:spcBef>
          <a:spcPct val="0"/>
        </a:spcBef>
        <a:spcAft>
          <a:spcPct val="0"/>
        </a:spcAft>
        <a:defRPr kumimoji="1" sz="2350">
          <a:solidFill>
            <a:schemeClr val="tx2"/>
          </a:solidFill>
          <a:effectLst>
            <a:outerShdw blurRad="38100" dist="38100" dir="2700000" algn="tl">
              <a:srgbClr val="C0C0C0"/>
            </a:outerShdw>
          </a:effectLst>
          <a:latin typeface="Meiryo UI" pitchFamily="50" charset="-128"/>
          <a:ea typeface="Meiryo UI" pitchFamily="50" charset="-128"/>
        </a:defRPr>
      </a:lvl3pPr>
      <a:lvl4pPr algn="l" rtl="0" eaLnBrk="1" fontAlgn="base" hangingPunct="1">
        <a:spcBef>
          <a:spcPct val="0"/>
        </a:spcBef>
        <a:spcAft>
          <a:spcPct val="0"/>
        </a:spcAft>
        <a:defRPr kumimoji="1" sz="2350">
          <a:solidFill>
            <a:schemeClr val="tx2"/>
          </a:solidFill>
          <a:effectLst>
            <a:outerShdw blurRad="38100" dist="38100" dir="2700000" algn="tl">
              <a:srgbClr val="C0C0C0"/>
            </a:outerShdw>
          </a:effectLst>
          <a:latin typeface="Meiryo UI" pitchFamily="50" charset="-128"/>
          <a:ea typeface="Meiryo UI" pitchFamily="50" charset="-128"/>
        </a:defRPr>
      </a:lvl4pPr>
      <a:lvl5pPr algn="l" rtl="0" eaLnBrk="1" fontAlgn="base" hangingPunct="1">
        <a:spcBef>
          <a:spcPct val="0"/>
        </a:spcBef>
        <a:spcAft>
          <a:spcPct val="0"/>
        </a:spcAft>
        <a:defRPr kumimoji="1" sz="2350">
          <a:solidFill>
            <a:schemeClr val="tx2"/>
          </a:solidFill>
          <a:effectLst>
            <a:outerShdw blurRad="38100" dist="38100" dir="2700000" algn="tl">
              <a:srgbClr val="C0C0C0"/>
            </a:outerShdw>
          </a:effectLst>
          <a:latin typeface="Meiryo UI" pitchFamily="50" charset="-128"/>
          <a:ea typeface="Meiryo UI" pitchFamily="50" charset="-128"/>
        </a:defRPr>
      </a:lvl5pPr>
      <a:lvl6pPr marL="447615" algn="l" rtl="0" eaLnBrk="1" fontAlgn="base" hangingPunct="1">
        <a:spcBef>
          <a:spcPct val="0"/>
        </a:spcBef>
        <a:spcAft>
          <a:spcPct val="0"/>
        </a:spcAft>
        <a:defRPr kumimoji="1" sz="2350">
          <a:solidFill>
            <a:schemeClr val="tx2"/>
          </a:solidFill>
          <a:effectLst>
            <a:outerShdw blurRad="38100" dist="38100" dir="2700000" algn="tl">
              <a:srgbClr val="C0C0C0"/>
            </a:outerShdw>
          </a:effectLst>
          <a:latin typeface="Meiryo UI" pitchFamily="50" charset="-128"/>
          <a:ea typeface="Meiryo UI" pitchFamily="50" charset="-128"/>
        </a:defRPr>
      </a:lvl6pPr>
      <a:lvl7pPr marL="895231" algn="l" rtl="0" eaLnBrk="1" fontAlgn="base" hangingPunct="1">
        <a:spcBef>
          <a:spcPct val="0"/>
        </a:spcBef>
        <a:spcAft>
          <a:spcPct val="0"/>
        </a:spcAft>
        <a:defRPr kumimoji="1" sz="2350">
          <a:solidFill>
            <a:schemeClr val="tx2"/>
          </a:solidFill>
          <a:effectLst>
            <a:outerShdw blurRad="38100" dist="38100" dir="2700000" algn="tl">
              <a:srgbClr val="C0C0C0"/>
            </a:outerShdw>
          </a:effectLst>
          <a:latin typeface="Meiryo UI" pitchFamily="50" charset="-128"/>
          <a:ea typeface="Meiryo UI" pitchFamily="50" charset="-128"/>
        </a:defRPr>
      </a:lvl7pPr>
      <a:lvl8pPr marL="1342847" algn="l" rtl="0" eaLnBrk="1" fontAlgn="base" hangingPunct="1">
        <a:spcBef>
          <a:spcPct val="0"/>
        </a:spcBef>
        <a:spcAft>
          <a:spcPct val="0"/>
        </a:spcAft>
        <a:defRPr kumimoji="1" sz="2350">
          <a:solidFill>
            <a:schemeClr val="tx2"/>
          </a:solidFill>
          <a:effectLst>
            <a:outerShdw blurRad="38100" dist="38100" dir="2700000" algn="tl">
              <a:srgbClr val="C0C0C0"/>
            </a:outerShdw>
          </a:effectLst>
          <a:latin typeface="Meiryo UI" pitchFamily="50" charset="-128"/>
          <a:ea typeface="Meiryo UI" pitchFamily="50" charset="-128"/>
        </a:defRPr>
      </a:lvl8pPr>
      <a:lvl9pPr marL="1790463" algn="l" rtl="0" eaLnBrk="1" fontAlgn="base" hangingPunct="1">
        <a:spcBef>
          <a:spcPct val="0"/>
        </a:spcBef>
        <a:spcAft>
          <a:spcPct val="0"/>
        </a:spcAft>
        <a:defRPr kumimoji="1" sz="2350">
          <a:solidFill>
            <a:schemeClr val="tx2"/>
          </a:solidFill>
          <a:effectLst>
            <a:outerShdw blurRad="38100" dist="38100" dir="2700000" algn="tl">
              <a:srgbClr val="C0C0C0"/>
            </a:outerShdw>
          </a:effectLst>
          <a:latin typeface="Meiryo UI" pitchFamily="50" charset="-128"/>
          <a:ea typeface="Meiryo UI" pitchFamily="50" charset="-128"/>
        </a:defRPr>
      </a:lvl9pPr>
    </p:titleStyle>
    <p:bodyStyle>
      <a:lvl1pPr marL="0" marR="0" indent="0" algn="l" defTabSz="829455" rtl="0" eaLnBrk="1" fontAlgn="base" latinLnBrk="0" hangingPunct="1">
        <a:lnSpc>
          <a:spcPct val="100000"/>
        </a:lnSpc>
        <a:spcBef>
          <a:spcPct val="20000"/>
        </a:spcBef>
        <a:spcAft>
          <a:spcPct val="0"/>
        </a:spcAft>
        <a:buClrTx/>
        <a:buSzTx/>
        <a:buFontTx/>
        <a:buNone/>
        <a:tabLst/>
        <a:defRPr kumimoji="1" sz="1633">
          <a:solidFill>
            <a:schemeClr val="tx1"/>
          </a:solidFill>
          <a:latin typeface="+mn-lt"/>
          <a:ea typeface="+mn-ea"/>
          <a:cs typeface="+mn-cs"/>
        </a:defRPr>
      </a:lvl1pPr>
      <a:lvl2pPr marL="727376" marR="0" indent="-279760" algn="l" defTabSz="829455" rtl="0" eaLnBrk="1" fontAlgn="base" latinLnBrk="0" hangingPunct="1">
        <a:lnSpc>
          <a:spcPct val="100000"/>
        </a:lnSpc>
        <a:spcBef>
          <a:spcPct val="20000"/>
        </a:spcBef>
        <a:spcAft>
          <a:spcPct val="0"/>
        </a:spcAft>
        <a:buClrTx/>
        <a:buSzTx/>
        <a:buFont typeface="Wingdings" panose="05000000000000000000" pitchFamily="2" charset="2"/>
        <a:buChar char="l"/>
        <a:tabLst/>
        <a:defRPr kumimoji="1" sz="1633">
          <a:solidFill>
            <a:schemeClr val="tx1"/>
          </a:solidFill>
          <a:latin typeface="+mn-lt"/>
          <a:ea typeface="+mn-ea"/>
        </a:defRPr>
      </a:lvl2pPr>
      <a:lvl3pPr marL="1119038" marR="0" indent="-223807" algn="l" defTabSz="829455" rtl="0" eaLnBrk="1" fontAlgn="base" latinLnBrk="0" hangingPunct="1">
        <a:lnSpc>
          <a:spcPct val="100000"/>
        </a:lnSpc>
        <a:spcBef>
          <a:spcPct val="20000"/>
        </a:spcBef>
        <a:spcAft>
          <a:spcPct val="0"/>
        </a:spcAft>
        <a:buClrTx/>
        <a:buSzTx/>
        <a:buFontTx/>
        <a:buChar char="•"/>
        <a:tabLst/>
        <a:defRPr kumimoji="1" sz="1633">
          <a:solidFill>
            <a:schemeClr val="tx1"/>
          </a:solidFill>
          <a:latin typeface="+mn-lt"/>
          <a:ea typeface="+mn-ea"/>
        </a:defRPr>
      </a:lvl3pPr>
      <a:lvl4pPr marL="1566655" marR="0" indent="-223807" algn="l" defTabSz="829455" rtl="0" eaLnBrk="1" fontAlgn="base" latinLnBrk="0" hangingPunct="1">
        <a:lnSpc>
          <a:spcPct val="100000"/>
        </a:lnSpc>
        <a:spcBef>
          <a:spcPct val="20000"/>
        </a:spcBef>
        <a:spcAft>
          <a:spcPct val="0"/>
        </a:spcAft>
        <a:buClrTx/>
        <a:buSzTx/>
        <a:buFontTx/>
        <a:buChar char="–"/>
        <a:tabLst/>
        <a:defRPr kumimoji="1" sz="1633">
          <a:solidFill>
            <a:schemeClr val="tx1"/>
          </a:solidFill>
          <a:latin typeface="+mn-lt"/>
          <a:ea typeface="+mn-ea"/>
        </a:defRPr>
      </a:lvl4pPr>
      <a:lvl5pPr marL="2014272" marR="0" indent="-223807" algn="l" defTabSz="829455" rtl="0" eaLnBrk="1" fontAlgn="base" latinLnBrk="0" hangingPunct="1">
        <a:lnSpc>
          <a:spcPct val="100000"/>
        </a:lnSpc>
        <a:spcBef>
          <a:spcPct val="20000"/>
        </a:spcBef>
        <a:spcAft>
          <a:spcPct val="0"/>
        </a:spcAft>
        <a:buClrTx/>
        <a:buSzTx/>
        <a:buFontTx/>
        <a:buChar char="»"/>
        <a:tabLst/>
        <a:defRPr kumimoji="1" sz="1633">
          <a:solidFill>
            <a:schemeClr val="tx1"/>
          </a:solidFill>
          <a:latin typeface="+mn-lt"/>
          <a:ea typeface="+mn-ea"/>
        </a:defRPr>
      </a:lvl5pPr>
      <a:lvl6pPr marL="2461886" indent="-223807" algn="l" rtl="0" eaLnBrk="1" fontAlgn="base" hangingPunct="1">
        <a:spcBef>
          <a:spcPct val="20000"/>
        </a:spcBef>
        <a:spcAft>
          <a:spcPct val="0"/>
        </a:spcAft>
        <a:buChar char="»"/>
        <a:defRPr kumimoji="1" sz="1959">
          <a:solidFill>
            <a:schemeClr val="tx1"/>
          </a:solidFill>
          <a:latin typeface="+mn-lt"/>
          <a:ea typeface="+mn-ea"/>
        </a:defRPr>
      </a:lvl6pPr>
      <a:lvl7pPr marL="2909502" indent="-223807" algn="l" rtl="0" eaLnBrk="1" fontAlgn="base" hangingPunct="1">
        <a:spcBef>
          <a:spcPct val="20000"/>
        </a:spcBef>
        <a:spcAft>
          <a:spcPct val="0"/>
        </a:spcAft>
        <a:buChar char="»"/>
        <a:defRPr kumimoji="1" sz="1959">
          <a:solidFill>
            <a:schemeClr val="tx1"/>
          </a:solidFill>
          <a:latin typeface="+mn-lt"/>
          <a:ea typeface="+mn-ea"/>
        </a:defRPr>
      </a:lvl7pPr>
      <a:lvl8pPr marL="3357117" indent="-223807" algn="l" rtl="0" eaLnBrk="1" fontAlgn="base" hangingPunct="1">
        <a:spcBef>
          <a:spcPct val="20000"/>
        </a:spcBef>
        <a:spcAft>
          <a:spcPct val="0"/>
        </a:spcAft>
        <a:buChar char="»"/>
        <a:defRPr kumimoji="1" sz="1959">
          <a:solidFill>
            <a:schemeClr val="tx1"/>
          </a:solidFill>
          <a:latin typeface="+mn-lt"/>
          <a:ea typeface="+mn-ea"/>
        </a:defRPr>
      </a:lvl8pPr>
      <a:lvl9pPr marL="3804733" indent="-223807" algn="l" rtl="0" eaLnBrk="1" fontAlgn="base" hangingPunct="1">
        <a:spcBef>
          <a:spcPct val="20000"/>
        </a:spcBef>
        <a:spcAft>
          <a:spcPct val="0"/>
        </a:spcAft>
        <a:buChar char="»"/>
        <a:defRPr kumimoji="1" sz="1959">
          <a:solidFill>
            <a:schemeClr val="tx1"/>
          </a:solidFill>
          <a:latin typeface="+mn-lt"/>
          <a:ea typeface="+mn-ea"/>
        </a:defRPr>
      </a:lvl9pPr>
    </p:bodyStyle>
    <p:otherStyle>
      <a:defPPr>
        <a:defRPr lang="ja-JP"/>
      </a:defPPr>
      <a:lvl1pPr marL="0" algn="l" defTabSz="895231" rtl="0" eaLnBrk="1" latinLnBrk="0" hangingPunct="1">
        <a:defRPr kumimoji="1" sz="1763" kern="1200">
          <a:solidFill>
            <a:schemeClr val="tx1"/>
          </a:solidFill>
          <a:latin typeface="+mn-lt"/>
          <a:ea typeface="+mn-ea"/>
          <a:cs typeface="+mn-cs"/>
        </a:defRPr>
      </a:lvl1pPr>
      <a:lvl2pPr marL="447615" algn="l" defTabSz="895231" rtl="0" eaLnBrk="1" latinLnBrk="0" hangingPunct="1">
        <a:defRPr kumimoji="1" sz="1763" kern="1200">
          <a:solidFill>
            <a:schemeClr val="tx1"/>
          </a:solidFill>
          <a:latin typeface="+mn-lt"/>
          <a:ea typeface="+mn-ea"/>
          <a:cs typeface="+mn-cs"/>
        </a:defRPr>
      </a:lvl2pPr>
      <a:lvl3pPr marL="895231" algn="l" defTabSz="895231" rtl="0" eaLnBrk="1" latinLnBrk="0" hangingPunct="1">
        <a:defRPr kumimoji="1" sz="1763" kern="1200">
          <a:solidFill>
            <a:schemeClr val="tx1"/>
          </a:solidFill>
          <a:latin typeface="+mn-lt"/>
          <a:ea typeface="+mn-ea"/>
          <a:cs typeface="+mn-cs"/>
        </a:defRPr>
      </a:lvl3pPr>
      <a:lvl4pPr marL="1342847" algn="l" defTabSz="895231" rtl="0" eaLnBrk="1" latinLnBrk="0" hangingPunct="1">
        <a:defRPr kumimoji="1" sz="1763" kern="1200">
          <a:solidFill>
            <a:schemeClr val="tx1"/>
          </a:solidFill>
          <a:latin typeface="+mn-lt"/>
          <a:ea typeface="+mn-ea"/>
          <a:cs typeface="+mn-cs"/>
        </a:defRPr>
      </a:lvl4pPr>
      <a:lvl5pPr marL="1790463" algn="l" defTabSz="895231" rtl="0" eaLnBrk="1" latinLnBrk="0" hangingPunct="1">
        <a:defRPr kumimoji="1" sz="1763" kern="1200">
          <a:solidFill>
            <a:schemeClr val="tx1"/>
          </a:solidFill>
          <a:latin typeface="+mn-lt"/>
          <a:ea typeface="+mn-ea"/>
          <a:cs typeface="+mn-cs"/>
        </a:defRPr>
      </a:lvl5pPr>
      <a:lvl6pPr marL="2238078" algn="l" defTabSz="895231" rtl="0" eaLnBrk="1" latinLnBrk="0" hangingPunct="1">
        <a:defRPr kumimoji="1" sz="1763" kern="1200">
          <a:solidFill>
            <a:schemeClr val="tx1"/>
          </a:solidFill>
          <a:latin typeface="+mn-lt"/>
          <a:ea typeface="+mn-ea"/>
          <a:cs typeface="+mn-cs"/>
        </a:defRPr>
      </a:lvl6pPr>
      <a:lvl7pPr marL="2685695" algn="l" defTabSz="895231" rtl="0" eaLnBrk="1" latinLnBrk="0" hangingPunct="1">
        <a:defRPr kumimoji="1" sz="1763" kern="1200">
          <a:solidFill>
            <a:schemeClr val="tx1"/>
          </a:solidFill>
          <a:latin typeface="+mn-lt"/>
          <a:ea typeface="+mn-ea"/>
          <a:cs typeface="+mn-cs"/>
        </a:defRPr>
      </a:lvl7pPr>
      <a:lvl8pPr marL="3133309" algn="l" defTabSz="895231" rtl="0" eaLnBrk="1" latinLnBrk="0" hangingPunct="1">
        <a:defRPr kumimoji="1" sz="1763" kern="1200">
          <a:solidFill>
            <a:schemeClr val="tx1"/>
          </a:solidFill>
          <a:latin typeface="+mn-lt"/>
          <a:ea typeface="+mn-ea"/>
          <a:cs typeface="+mn-cs"/>
        </a:defRPr>
      </a:lvl8pPr>
      <a:lvl9pPr marL="3580925" algn="l" defTabSz="895231" rtl="0" eaLnBrk="1" latinLnBrk="0" hangingPunct="1">
        <a:defRPr kumimoji="1" sz="1763"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381">
          <p15:clr>
            <a:srgbClr val="F26B43"/>
          </p15:clr>
        </p15:guide>
        <p15:guide id="2" pos="4233">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タイトル 4">
            <a:extLst>
              <a:ext uri="{FF2B5EF4-FFF2-40B4-BE49-F238E27FC236}">
                <a16:creationId xmlns:a16="http://schemas.microsoft.com/office/drawing/2014/main" id="{6237CD55-7621-6888-2D8D-F227831EEAAA}"/>
              </a:ext>
            </a:extLst>
          </p:cNvPr>
          <p:cNvSpPr>
            <a:spLocks noGrp="1"/>
          </p:cNvSpPr>
          <p:nvPr>
            <p:ph type="title"/>
          </p:nvPr>
        </p:nvSpPr>
        <p:spPr/>
        <p:txBody>
          <a:bodyPr/>
          <a:lstStyle/>
          <a:p>
            <a:r>
              <a:rPr sz="2800" b="1" i="0">
                <a:solidFill>
                  <a:srgbClr val="000000"/>
                </a:solidFill>
                <a:latin typeface="Meiryo UI"/>
                <a:ea typeface="Meiryo UI"/>
                <a:cs typeface="Meiryo UI"/>
                <a:effectLst/>
              </a:rPr>
              <a:t>FDEの評価制度・キャリアパス</a:t>
            </a:r>
          </a:p>
          <a:p>
            <a:r>
              <a:rPr sz="1800" b="1" i="0">
                <a:solidFill>
                  <a:srgbClr val="000000"/>
                </a:solidFill>
                <a:latin typeface="Meiryo UI"/>
                <a:ea typeface="Meiryo UI"/>
                <a:cs typeface="Meiryo UI"/>
                <a:effectLst/>
              </a:rPr>
              <a:t>ドラフト作成のご依頼（HR素案・ベンチマーク付き）</a:t>
            </a:r>
          </a:p>
        </p:txBody>
      </p:sp>
      <p:sp>
        <p:nvSpPr>
          <p:cNvPr id="6" name="テキスト プレースホルダー 5">
            <a:extLst>
              <a:ext uri="{FF2B5EF4-FFF2-40B4-BE49-F238E27FC236}">
                <a16:creationId xmlns:a16="http://schemas.microsoft.com/office/drawing/2014/main" id="{598F35C4-7C81-D8C6-2111-E912BA0393E5}"/>
              </a:ext>
            </a:extLst>
          </p:cNvPr>
          <p:cNvSpPr>
            <a:spLocks noGrp="1"/>
          </p:cNvSpPr>
          <p:nvPr>
            <p:ph type="body" sz="quarter" idx="12"/>
          </p:nvPr>
        </p:nvSpPr>
        <p:spPr/>
        <p:txBody>
          <a:bodyPr/>
          <a:lstStyle/>
          <a:p>
            <a:r>
              <a:rPr sz="1400" b="0" i="0">
                <a:solidFill>
                  <a:srgbClr val="000000"/>
                </a:solidFill>
                <a:latin typeface="Meiryo UI"/>
                <a:ea typeface="Meiryo UI"/>
                <a:cs typeface="Meiryo UI"/>
                <a:effectLst/>
              </a:rPr>
              <a:t>高橋 聖さん（AI&amp;Data Practice）ご依頼用</a:t>
            </a:r>
          </a:p>
          <a:p>
            <a:r>
              <a:rPr sz="1400" b="0" i="0">
                <a:solidFill>
                  <a:srgbClr val="000000"/>
                </a:solidFill>
                <a:latin typeface="Meiryo UI"/>
                <a:ea typeface="Meiryo UI"/>
                <a:cs typeface="Meiryo UI"/>
                <a:effectLst/>
              </a:rPr>
              <a:t>2026年10月28日　INTS HRチーム　小出</a:t>
            </a:r>
          </a:p>
        </p:txBody>
      </p:sp>
      <p:sp>
        <p:nvSpPr>
          <p:cNvPr id="4" name="スライド番号プレースホルダー 3">
            <a:extLst>
              <a:ext uri="{FF2B5EF4-FFF2-40B4-BE49-F238E27FC236}">
                <a16:creationId xmlns:a16="http://schemas.microsoft.com/office/drawing/2014/main" id="{ED4032A9-3DB6-96D2-037B-98CF75CA76C0}"/>
              </a:ext>
            </a:extLst>
          </p:cNvPr>
          <p:cNvSpPr>
            <a:spLocks noGrp="1"/>
          </p:cNvSpPr>
          <p:nvPr>
            <p:ph type="sldNum" sz="quarter" idx="4"/>
          </p:nvPr>
        </p:nvSpPr>
        <p:spPr/>
        <p:txBody>
          <a:bodyPr/>
          <a:lstStyle/>
          <a:p>
            <a:fld id="{3344C913-8B6A-184F-9D73-5173E441A31D}" type="slidenum">
              <a:rPr lang="ja-JP" altLang="en-US" smtClean="0"/>
              <a:pPr/>
              <a:t>1</a:t>
            </a:fld>
            <a:endParaRPr lang="ja-JP" altLang="en-US"/>
          </a:p>
        </p:txBody>
      </p:sp>
    </p:spTree>
    <p:extLst>
      <p:ext uri="{BB962C8B-B14F-4D97-AF65-F5344CB8AC3E}">
        <p14:creationId xmlns:p14="http://schemas.microsoft.com/office/powerpoint/2010/main" val="15288472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D4C00D12-F3DF-F753-ED15-3CA302542977}"/>
              </a:ext>
            </a:extLst>
          </p:cNvPr>
          <p:cNvSpPr>
            <a:spLocks noGrp="1"/>
          </p:cNvSpPr>
          <p:nvPr>
            <p:ph type="title"/>
          </p:nvPr>
        </p:nvSpPr>
        <p:spPr>
          <a:xfrm>
            <a:off x="263353" y="115890"/>
            <a:ext cx="10441160" cy="490537"/>
          </a:xfrm>
        </p:spPr>
        <p:txBody>
          <a:bodyPr>
            <a:normAutofit fontScale="90000"/>
          </a:bodyPr>
          <a:lstStyle/>
          <a:p>
            <a:r>
              <a:rPr kumimoji="1" lang="ja-JP" altLang="en-US" sz="2800">
                <a:solidFill>
                  <a:schemeClr val="tx1"/>
                </a:solidFill>
                <a:latin typeface="Meiryo UI" panose="020B0604030504040204" pitchFamily="34" charset="-128"/>
                <a:ea typeface="Meiryo UI" panose="020B0604030504040204" pitchFamily="34" charset="-128"/>
              </a:rPr>
              <a:t>免責事項</a:t>
            </a:r>
            <a:r>
              <a:rPr kumimoji="1" lang="en-US" altLang="ja-JP" sz="2800" dirty="0">
                <a:solidFill>
                  <a:schemeClr val="tx1"/>
                </a:solidFill>
                <a:latin typeface="Meiryo UI" panose="020B0604030504040204" pitchFamily="34" charset="-128"/>
                <a:ea typeface="Meiryo UI" panose="020B0604030504040204" pitchFamily="34" charset="-128"/>
              </a:rPr>
              <a:t>/Disclaimer</a:t>
            </a:r>
            <a:endParaRPr lang="ja-JP" altLang="en-US" sz="2800">
              <a:solidFill>
                <a:schemeClr val="tx1"/>
              </a:solidFill>
              <a:latin typeface="Meiryo UI" panose="020B0604030504040204" pitchFamily="34" charset="-128"/>
              <a:ea typeface="Meiryo UI" panose="020B0604030504040204" pitchFamily="34" charset="-128"/>
            </a:endParaRPr>
          </a:p>
        </p:txBody>
      </p:sp>
      <p:pic>
        <p:nvPicPr>
          <p:cNvPr id="21" name="図 20">
            <a:extLst>
              <a:ext uri="{FF2B5EF4-FFF2-40B4-BE49-F238E27FC236}">
                <a16:creationId xmlns:a16="http://schemas.microsoft.com/office/drawing/2014/main" id="{8635F100-FC1C-5FB1-86E6-42FF0BE5E3A0}"/>
              </a:ext>
            </a:extLst>
          </p:cNvPr>
          <p:cNvPicPr>
            <a:picLocks noChangeAspect="1"/>
          </p:cNvPicPr>
          <p:nvPr/>
        </p:nvPicPr>
        <p:blipFill>
          <a:blip r:embed="rId2"/>
          <a:stretch>
            <a:fillRect/>
          </a:stretch>
        </p:blipFill>
        <p:spPr>
          <a:xfrm>
            <a:off x="46893" y="6643606"/>
            <a:ext cx="4250305" cy="202671"/>
          </a:xfrm>
          <a:prstGeom prst="rect">
            <a:avLst/>
          </a:prstGeom>
        </p:spPr>
      </p:pic>
      <p:sp>
        <p:nvSpPr>
          <p:cNvPr id="6" name="正方形/長方形 5">
            <a:extLst>
              <a:ext uri="{FF2B5EF4-FFF2-40B4-BE49-F238E27FC236}">
                <a16:creationId xmlns:a16="http://schemas.microsoft.com/office/drawing/2014/main" id="{B7611AB2-F13A-2209-D0A7-E33709D4B9D9}"/>
              </a:ext>
            </a:extLst>
          </p:cNvPr>
          <p:cNvSpPr/>
          <p:nvPr/>
        </p:nvSpPr>
        <p:spPr>
          <a:xfrm>
            <a:off x="1012962" y="1757473"/>
            <a:ext cx="4847549" cy="1600118"/>
          </a:xfrm>
          <a:prstGeom prst="rect">
            <a:avLst/>
          </a:prstGeom>
        </p:spPr>
        <p:txBody>
          <a:bodyPr>
            <a:spAutoFit/>
          </a:bodyPr>
          <a:lstStyle/>
          <a:p>
            <a:r>
              <a:rPr lang="ja-JP" altLang="en-US" sz="1600" b="1">
                <a:latin typeface="Meiryo UI" panose="020B0604030504040204" pitchFamily="34" charset="-128"/>
                <a:ea typeface="Meiryo UI" panose="020B0604030504040204" pitchFamily="34" charset="-128"/>
              </a:rPr>
              <a:t>免責事項</a:t>
            </a:r>
            <a:endParaRPr lang="en-US" altLang="ja-JP" sz="1600" b="1" dirty="0">
              <a:latin typeface="Meiryo UI" panose="020B0604030504040204" pitchFamily="34" charset="-128"/>
              <a:ea typeface="Meiryo UI" panose="020B0604030504040204" pitchFamily="34" charset="-128"/>
            </a:endParaRPr>
          </a:p>
          <a:p>
            <a:endParaRPr lang="en-US" altLang="ja-JP" sz="1200" b="1" dirty="0">
              <a:latin typeface="+mn-ea"/>
            </a:endParaRPr>
          </a:p>
          <a:p>
            <a:r>
              <a:rPr lang="ja-JP" altLang="en-US" sz="1200">
                <a:latin typeface="Meiryo UI" panose="020B0604030504040204" pitchFamily="34" charset="-128"/>
                <a:ea typeface="Meiryo UI" panose="020B0604030504040204" pitchFamily="34" charset="-128"/>
              </a:rPr>
              <a:t>当社は、当文書に掲載する情報には充分に注意を払っていますが、その内容について保証するものではありません。当社は当文書の使用ならびに閲覧によって生じたいかなる損害にも責任を負いかねます。</a:t>
            </a:r>
            <a:br>
              <a:rPr lang="ja-JP" altLang="en-US" sz="1200">
                <a:latin typeface="Meiryo UI" panose="020B0604030504040204" pitchFamily="34" charset="-128"/>
                <a:ea typeface="Meiryo UI" panose="020B0604030504040204" pitchFamily="34" charset="-128"/>
              </a:rPr>
            </a:br>
            <a:r>
              <a:rPr lang="ja-JP" altLang="en-US" sz="1200">
                <a:latin typeface="Meiryo UI" panose="020B0604030504040204" pitchFamily="34" charset="-128"/>
                <a:ea typeface="Meiryo UI" panose="020B0604030504040204" pitchFamily="34" charset="-128"/>
              </a:rPr>
              <a:t>当文書の情報は予告なく変更される場合があります。また、当文書を装った文書によって生じた損害にも責任を負いかねます。</a:t>
            </a:r>
            <a:endParaRPr lang="en-US" altLang="ja-JP" sz="1200" dirty="0">
              <a:latin typeface="Meiryo UI" panose="020B0604030504040204" pitchFamily="34" charset="-128"/>
              <a:ea typeface="Meiryo UI" panose="020B0604030504040204" pitchFamily="34" charset="-128"/>
            </a:endParaRPr>
          </a:p>
          <a:p>
            <a:endParaRPr lang="en-US" altLang="ja-JP" sz="998" dirty="0">
              <a:latin typeface="+mn-ea"/>
            </a:endParaRPr>
          </a:p>
        </p:txBody>
      </p:sp>
      <p:sp>
        <p:nvSpPr>
          <p:cNvPr id="16" name="正方形/長方形 15">
            <a:extLst>
              <a:ext uri="{FF2B5EF4-FFF2-40B4-BE49-F238E27FC236}">
                <a16:creationId xmlns:a16="http://schemas.microsoft.com/office/drawing/2014/main" id="{37C3F0B9-CEA6-CF2C-FFA5-852D679F0AAA}"/>
              </a:ext>
            </a:extLst>
          </p:cNvPr>
          <p:cNvSpPr/>
          <p:nvPr/>
        </p:nvSpPr>
        <p:spPr>
          <a:xfrm>
            <a:off x="6331490" y="1757473"/>
            <a:ext cx="4533712" cy="2645917"/>
          </a:xfrm>
          <a:prstGeom prst="rect">
            <a:avLst/>
          </a:prstGeom>
        </p:spPr>
        <p:txBody>
          <a:bodyPr wrap="square">
            <a:spAutoFit/>
          </a:bodyPr>
          <a:lstStyle/>
          <a:p>
            <a:r>
              <a:rPr lang="en-US" sz="1600" b="1" dirty="0">
                <a:latin typeface="Meiryo UI" panose="020B0604030504040204" pitchFamily="34" charset="-128"/>
                <a:ea typeface="Meiryo UI" panose="020B0604030504040204" pitchFamily="34" charset="-128"/>
              </a:rPr>
              <a:t>Disclaimer</a:t>
            </a:r>
          </a:p>
          <a:p>
            <a:endParaRPr lang="en-US" sz="1200" b="1" dirty="0">
              <a:latin typeface="Meiryo UI" panose="020B0604030504040204" pitchFamily="34" charset="-128"/>
              <a:ea typeface="Meiryo UI" panose="020B0604030504040204" pitchFamily="34" charset="-128"/>
            </a:endParaRPr>
          </a:p>
          <a:p>
            <a:r>
              <a:rPr lang="en-US" sz="1200" dirty="0">
                <a:latin typeface="Meiryo UI" panose="020B0604030504040204" pitchFamily="34" charset="-128"/>
                <a:ea typeface="Meiryo UI" panose="020B0604030504040204" pitchFamily="34" charset="-128"/>
              </a:rPr>
              <a:t>Information on this document has been carefully prepared and managed; however, the Company does not guarantee the accuracy, usefulness, completeness, etc., of that information. The Company bears no responsibility for any damages incurred from using or viewing that information.</a:t>
            </a:r>
            <a:br>
              <a:rPr lang="en-US" sz="1200" dirty="0">
                <a:latin typeface="Meiryo UI" panose="020B0604030504040204" pitchFamily="34" charset="-128"/>
                <a:ea typeface="Meiryo UI" panose="020B0604030504040204" pitchFamily="34" charset="-128"/>
              </a:rPr>
            </a:br>
            <a:r>
              <a:rPr lang="en-US" sz="1200" dirty="0">
                <a:latin typeface="Meiryo UI" panose="020B0604030504040204" pitchFamily="34" charset="-128"/>
                <a:ea typeface="Meiryo UI" panose="020B0604030504040204" pitchFamily="34" charset="-128"/>
              </a:rPr>
              <a:t>The Company may alter the information of this document without prior notice. Furthermore, the Company bears no responsibility for any damages incurred from documents that mimic this document.</a:t>
            </a:r>
          </a:p>
          <a:p>
            <a:endParaRPr lang="en-US" altLang="ja-JP" sz="998" dirty="0">
              <a:latin typeface="+mn-ea"/>
            </a:endParaRPr>
          </a:p>
          <a:p>
            <a:endParaRPr lang="en-US" altLang="ja-JP" sz="998" dirty="0">
              <a:latin typeface="+mn-ea"/>
            </a:endParaRPr>
          </a:p>
          <a:p>
            <a:endParaRPr lang="ja-JP" altLang="en-US" sz="998">
              <a:latin typeface="+mn-ea"/>
            </a:endParaRPr>
          </a:p>
        </p:txBody>
      </p:sp>
    </p:spTree>
    <p:extLst>
      <p:ext uri="{BB962C8B-B14F-4D97-AF65-F5344CB8AC3E}">
        <p14:creationId xmlns:p14="http://schemas.microsoft.com/office/powerpoint/2010/main" val="23849027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タイトル 2">
            <a:extLst>
              <a:ext uri="{FF2B5EF4-FFF2-40B4-BE49-F238E27FC236}">
                <a16:creationId xmlns:a16="http://schemas.microsoft.com/office/drawing/2014/main" id="{D4C00D12-F3DF-F753-ED15-3CA302542977}"/>
              </a:ext>
            </a:extLst>
          </p:cNvPr>
          <p:cNvSpPr>
            <a:spLocks noGrp="1"/>
          </p:cNvSpPr>
          <p:nvPr>
            <p:ph type="title"/>
          </p:nvPr>
        </p:nvSpPr>
        <p:spPr>
          <a:xfrm>
            <a:off x="263353" y="115890"/>
            <a:ext cx="10441160" cy="490537"/>
          </a:xfrm>
        </p:spPr>
        <p:txBody>
          <a:bodyPr>
            <a:normAutofit fontScale="90000"/>
          </a:bodyPr>
          <a:lstStyle/>
          <a:p>
            <a:r>
              <a:rPr lang="en-US" altLang="ja-JP" sz="2800" dirty="0">
                <a:solidFill>
                  <a:schemeClr val="tx1"/>
                </a:solidFill>
                <a:latin typeface="Meiryo UI" panose="020B0604030504040204" pitchFamily="34" charset="-128"/>
                <a:ea typeface="Meiryo UI" panose="020B0604030504040204" pitchFamily="34" charset="-128"/>
              </a:rPr>
              <a:t>INTLOOP Strategy Inc. All rights reserved</a:t>
            </a:r>
            <a:endParaRPr lang="ja-JP" altLang="en-US" sz="2800">
              <a:solidFill>
                <a:schemeClr val="tx1"/>
              </a:solidFill>
              <a:latin typeface="Meiryo UI" panose="020B0604030504040204" pitchFamily="34" charset="-128"/>
              <a:ea typeface="Meiryo UI" panose="020B0604030504040204" pitchFamily="34" charset="-128"/>
            </a:endParaRPr>
          </a:p>
        </p:txBody>
      </p:sp>
      <p:pic>
        <p:nvPicPr>
          <p:cNvPr id="21" name="図 20">
            <a:extLst>
              <a:ext uri="{FF2B5EF4-FFF2-40B4-BE49-F238E27FC236}">
                <a16:creationId xmlns:a16="http://schemas.microsoft.com/office/drawing/2014/main" id="{8635F100-FC1C-5FB1-86E6-42FF0BE5E3A0}"/>
              </a:ext>
            </a:extLst>
          </p:cNvPr>
          <p:cNvPicPr>
            <a:picLocks noChangeAspect="1"/>
          </p:cNvPicPr>
          <p:nvPr/>
        </p:nvPicPr>
        <p:blipFill>
          <a:blip r:embed="rId2"/>
          <a:stretch>
            <a:fillRect/>
          </a:stretch>
        </p:blipFill>
        <p:spPr>
          <a:xfrm>
            <a:off x="46893" y="6643606"/>
            <a:ext cx="4250305" cy="202671"/>
          </a:xfrm>
          <a:prstGeom prst="rect">
            <a:avLst/>
          </a:prstGeom>
        </p:spPr>
      </p:pic>
      <p:sp>
        <p:nvSpPr>
          <p:cNvPr id="2" name="正方形/長方形 1">
            <a:extLst>
              <a:ext uri="{FF2B5EF4-FFF2-40B4-BE49-F238E27FC236}">
                <a16:creationId xmlns:a16="http://schemas.microsoft.com/office/drawing/2014/main" id="{168C1CAD-EBD9-73E8-11A3-2D4B6350939E}"/>
              </a:ext>
            </a:extLst>
          </p:cNvPr>
          <p:cNvSpPr/>
          <p:nvPr/>
        </p:nvSpPr>
        <p:spPr>
          <a:xfrm>
            <a:off x="1012962" y="1757473"/>
            <a:ext cx="4847549" cy="1631216"/>
          </a:xfrm>
          <a:prstGeom prst="rect">
            <a:avLst/>
          </a:prstGeom>
        </p:spPr>
        <p:txBody>
          <a:bodyPr>
            <a:spAutoFit/>
          </a:bodyPr>
          <a:lstStyle/>
          <a:p>
            <a:r>
              <a:rPr lang="ja-JP" altLang="en-US" sz="1600" b="1">
                <a:latin typeface="Meiryo UI" panose="020B0604030504040204" pitchFamily="34" charset="-128"/>
                <a:ea typeface="Meiryo UI" panose="020B0604030504040204" pitchFamily="34" charset="-128"/>
              </a:rPr>
              <a:t>著作権</a:t>
            </a:r>
            <a:endParaRPr lang="en-US" altLang="ja-JP" sz="1600" b="1" dirty="0">
              <a:latin typeface="Meiryo UI" panose="020B0604030504040204" pitchFamily="34" charset="-128"/>
              <a:ea typeface="Meiryo UI" panose="020B0604030504040204" pitchFamily="34" charset="-128"/>
            </a:endParaRPr>
          </a:p>
          <a:p>
            <a:endParaRPr lang="en-US" altLang="ja-JP" sz="1200" b="1" dirty="0">
              <a:latin typeface="Meiryo UI" panose="020B0604030504040204" pitchFamily="34" charset="-128"/>
              <a:ea typeface="Meiryo UI" panose="020B0604030504040204" pitchFamily="34" charset="-128"/>
            </a:endParaRPr>
          </a:p>
          <a:p>
            <a:r>
              <a:rPr lang="ja-JP" altLang="en-US" sz="1200">
                <a:latin typeface="Meiryo UI" panose="020B0604030504040204" pitchFamily="34" charset="-128"/>
                <a:ea typeface="Meiryo UI" panose="020B0604030504040204" pitchFamily="34" charset="-128"/>
              </a:rPr>
              <a:t>当文書を構成するすべての情報（データ、記事、コメント、画像等）の著作権は、当社に帰属します。当文書の会員・利用者は、当社が特段の事情があると判断した場合を除き、本文書のすべての情報を他のサイト、雑誌、広告等に転載できません。</a:t>
            </a:r>
            <a:br>
              <a:rPr lang="ja-JP" altLang="en-US" sz="1200">
                <a:latin typeface="Meiryo UI" panose="020B0604030504040204" pitchFamily="34" charset="-128"/>
                <a:ea typeface="Meiryo UI" panose="020B0604030504040204" pitchFamily="34" charset="-128"/>
              </a:rPr>
            </a:br>
            <a:r>
              <a:rPr lang="ja-JP" altLang="en-US" sz="1200">
                <a:latin typeface="Meiryo UI" panose="020B0604030504040204" pitchFamily="34" charset="-128"/>
                <a:ea typeface="Meiryo UI" panose="020B0604030504040204" pitchFamily="34" charset="-128"/>
              </a:rPr>
              <a:t>上記に違反して当文書に掲載の情報等を無断で転載した場合、当社は、同違反者に対し、著作権法に基づく措置を行うことがあります。</a:t>
            </a:r>
            <a:endParaRPr lang="en-US" altLang="ja-JP" sz="998" dirty="0">
              <a:latin typeface="Meiryo UI" panose="020B0604030504040204" pitchFamily="34" charset="-128"/>
              <a:ea typeface="Meiryo UI" panose="020B0604030504040204" pitchFamily="34" charset="-128"/>
            </a:endParaRPr>
          </a:p>
        </p:txBody>
      </p:sp>
      <p:sp>
        <p:nvSpPr>
          <p:cNvPr id="4" name="正方形/長方形 3">
            <a:extLst>
              <a:ext uri="{FF2B5EF4-FFF2-40B4-BE49-F238E27FC236}">
                <a16:creationId xmlns:a16="http://schemas.microsoft.com/office/drawing/2014/main" id="{D7C0DE79-5743-873D-7418-5AE19565DBED}"/>
              </a:ext>
            </a:extLst>
          </p:cNvPr>
          <p:cNvSpPr/>
          <p:nvPr/>
        </p:nvSpPr>
        <p:spPr>
          <a:xfrm>
            <a:off x="6331490" y="1757473"/>
            <a:ext cx="4533712" cy="2738570"/>
          </a:xfrm>
          <a:prstGeom prst="rect">
            <a:avLst/>
          </a:prstGeom>
        </p:spPr>
        <p:txBody>
          <a:bodyPr wrap="square">
            <a:spAutoFit/>
          </a:bodyPr>
          <a:lstStyle/>
          <a:p>
            <a:r>
              <a:rPr lang="en-US" altLang="ja-JP" sz="1600" b="1" dirty="0">
                <a:latin typeface="Meiryo UI" panose="020B0604030504040204" pitchFamily="34" charset="-128"/>
                <a:ea typeface="Meiryo UI" panose="020B0604030504040204" pitchFamily="34" charset="-128"/>
              </a:rPr>
              <a:t>Copyright</a:t>
            </a:r>
          </a:p>
          <a:p>
            <a:endParaRPr lang="en-US" altLang="ja-JP" sz="1200" b="1" dirty="0">
              <a:latin typeface="Meiryo UI" panose="020B0604030504040204" pitchFamily="34" charset="-128"/>
              <a:ea typeface="Meiryo UI" panose="020B0604030504040204" pitchFamily="34" charset="-128"/>
            </a:endParaRPr>
          </a:p>
          <a:p>
            <a:r>
              <a:rPr lang="en-US" altLang="ja-JP" sz="1200" dirty="0">
                <a:latin typeface="Meiryo UI" panose="020B0604030504040204" pitchFamily="34" charset="-128"/>
                <a:ea typeface="Meiryo UI" panose="020B0604030504040204" pitchFamily="34" charset="-128"/>
              </a:rPr>
              <a:t>The Company owns the copyright for the entirety of the information (data, articles, comments, images, etc.) on this document. Members and users of this document may not reproduce any of the content in other websites, journals, advertisements, etc., unless INTLOOP Strategy judges there to be special reasons for doing so.</a:t>
            </a:r>
            <a:br>
              <a:rPr lang="en-US" altLang="ja-JP" sz="1200" dirty="0">
                <a:latin typeface="Meiryo UI" panose="020B0604030504040204" pitchFamily="34" charset="-128"/>
                <a:ea typeface="Meiryo UI" panose="020B0604030504040204" pitchFamily="34" charset="-128"/>
              </a:rPr>
            </a:br>
            <a:r>
              <a:rPr lang="en-US" altLang="ja-JP" sz="1200" dirty="0">
                <a:latin typeface="Meiryo UI" panose="020B0604030504040204" pitchFamily="34" charset="-128"/>
                <a:ea typeface="Meiryo UI" panose="020B0604030504040204" pitchFamily="34" charset="-128"/>
              </a:rPr>
              <a:t>In the event that content on this document is reproduced without permission in breach of the above, the Company may take measures against the perpetuator pursuant to the provisions of the Copyright Act.</a:t>
            </a:r>
          </a:p>
          <a:p>
            <a:endParaRPr lang="en-US" altLang="ja-JP" sz="998" dirty="0">
              <a:latin typeface="+mn-ea"/>
            </a:endParaRPr>
          </a:p>
          <a:p>
            <a:endParaRPr lang="ja-JP" altLang="en-US" sz="998">
              <a:latin typeface="+mn-ea"/>
            </a:endParaRPr>
          </a:p>
        </p:txBody>
      </p:sp>
    </p:spTree>
    <p:extLst>
      <p:ext uri="{BB962C8B-B14F-4D97-AF65-F5344CB8AC3E}">
        <p14:creationId xmlns:p14="http://schemas.microsoft.com/office/powerpoint/2010/main" val="3068524802"/>
      </p:ext>
    </p:extLst>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279400" y="812800"/>
            <a:ext cx="11696700" cy="584200"/>
          </a:xfrm>
        </p:spPr>
        <p:txBody>
          <a:bodyPr wrap="square"/>
          <a:lstStyle/>
          <a:p>
            <a:pPr marL="0" indent="0" algn="l">
              <a:lnSpc>
                <a:spcPct val="120000"/>
              </a:lnSpc>
              <a:buNone/>
            </a:pPr>
            <a:r>
              <a:rPr sz="1600" b="1" i="0">
                <a:solidFill>
                  <a:srgbClr val="000000"/>
                </a:solidFill>
                <a:latin typeface="Meiryo UI"/>
                <a:ea typeface="Meiryo UI"/>
                <a:cs typeface="Meiryo UI"/>
                <a:effectLst/>
              </a:rPr>
              <a:t>FDEはコンサルタントと組んで動くため評価の観点そのものが違い、FDEを最もよく知る聖さんにドラフトを作っていただく必要があります。</a:t>
            </a:r>
          </a:p>
        </p:txBody>
      </p:sp>
      <p:sp>
        <p:nvSpPr>
          <p:cNvPr id="3" name="Title 2"/>
          <p:cNvSpPr>
            <a:spLocks noGrp="1"/>
          </p:cNvSpPr>
          <p:nvPr>
            <p:ph type="title"/>
          </p:nvPr>
        </p:nvSpPr>
        <p:spPr>
          <a:xfrm>
            <a:off x="266700" y="114300"/>
            <a:ext cx="10439400" cy="495300"/>
          </a:xfrm>
        </p:spPr>
        <p:txBody>
          <a:bodyPr/>
          <a:lstStyle/>
          <a:p>
            <a:pPr algn="l"/>
            <a:r>
              <a:rPr sz="2400" b="1" i="0">
                <a:solidFill>
                  <a:srgbClr val="000000"/>
                </a:solidFill>
                <a:latin typeface="Meiryo UI"/>
                <a:ea typeface="Meiryo UI"/>
                <a:cs typeface="Meiryo UI"/>
                <a:effectLst/>
              </a:rPr>
              <a:t>ご依頼の背景</a:t>
            </a:r>
          </a:p>
        </p:txBody>
      </p:sp>
      <p:sp>
        <p:nvSpPr>
          <p:cNvPr id="4" name="Rectangle 3"/>
          <p:cNvSpPr/>
          <p:nvPr/>
        </p:nvSpPr>
        <p:spPr>
          <a:xfrm>
            <a:off x="279400" y="1752600"/>
            <a:ext cx="3759200" cy="431800"/>
          </a:xfrm>
          <a:prstGeom prst="rect">
            <a:avLst/>
          </a:prstGeom>
          <a:solidFill>
            <a:srgbClr val="03386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ctr" marL="0" indent="0">
              <a:lnSpc>
                <a:spcPct val="110000"/>
              </a:lnSpc>
              <a:buNone/>
            </a:pPr>
            <a:r>
              <a:rPr sz="1400" b="1" i="0">
                <a:solidFill>
                  <a:srgbClr val="FFFFFF"/>
                </a:solidFill>
                <a:latin typeface="Meiryo UI"/>
                <a:ea typeface="Meiryo UI"/>
                <a:cs typeface="Meiryo UI"/>
                <a:effectLst/>
              </a:rPr>
              <a:t>藤川さん（10/28 ミドルバック定例）</a:t>
            </a:r>
          </a:p>
        </p:txBody>
      </p:sp>
      <p:sp>
        <p:nvSpPr>
          <p:cNvPr id="5" name="Rectangle 4"/>
          <p:cNvSpPr/>
          <p:nvPr/>
        </p:nvSpPr>
        <p:spPr>
          <a:xfrm>
            <a:off x="279400" y="2184400"/>
            <a:ext cx="3759200" cy="3048000"/>
          </a:xfrm>
          <a:prstGeom prst="rect">
            <a:avLst/>
          </a:prstGeom>
          <a:solidFill>
            <a:srgbClr val="FFFFFF"/>
          </a:solidFill>
          <a:ln w="9525">
            <a:solidFill>
              <a:srgbClr val="D9D9D9"/>
            </a:solidFill>
          </a:ln>
          <a:effectLst/>
        </p:spPr>
        <p:style>
          <a:lnRef idx="1">
            <a:schemeClr val="accent1"/>
          </a:lnRef>
          <a:fillRef idx="3">
            <a:schemeClr val="accent1"/>
          </a:fillRef>
          <a:effectRef idx="0">
            <a:schemeClr val="accent1"/>
          </a:effectRef>
          <a:fontRef idx="minor">
            <a:schemeClr val="lt1"/>
          </a:fontRef>
        </p:style>
        <p:txBody>
          <a:bodyPr rtlCol="0" anchor="t" wrap="square" lIns="76200" rIns="76200" tIns="38100" bIns="38100"/>
          <a:lstStyle/>
          <a:p>
            <a:pPr algn="l" marL="0" indent="0">
              <a:lnSpc>
                <a:spcPct val="120000"/>
              </a:lnSpc>
              <a:buNone/>
            </a:pPr>
            <a:r>
              <a:rPr sz="1400" b="0" i="0">
                <a:solidFill>
                  <a:srgbClr val="000000"/>
                </a:solidFill>
                <a:latin typeface="Meiryo UI"/>
                <a:ea typeface="Meiryo UI"/>
                <a:cs typeface="Meiryo UI"/>
                <a:effectLst/>
              </a:rPr>
              <a:t>・コンサルタントと一緒に働くFDEであれば、評価の観点そのものが変わるはず</a:t>
            </a:r>
          </a:p>
          <a:p>
            <a:pPr marL="0" indent="0" algn="l">
              <a:lnSpc>
                <a:spcPct val="120000"/>
              </a:lnSpc>
              <a:buNone/>
            </a:pPr>
            <a:r>
              <a:rPr sz="1400" b="0" i="0">
                <a:solidFill>
                  <a:srgbClr val="000000"/>
                </a:solidFill>
                <a:latin typeface="Meiryo UI"/>
                <a:ea typeface="Meiryo UI"/>
                <a:cs typeface="Meiryo UI"/>
                <a:effectLst/>
              </a:rPr>
              <a:t>・聖さんにベンチマークを取ってもらってドラフトを作らないと、要素の抜け漏れが出る</a:t>
            </a:r>
          </a:p>
          <a:p>
            <a:pPr marL="0" indent="0" algn="l">
              <a:lnSpc>
                <a:spcPct val="120000"/>
              </a:lnSpc>
              <a:buNone/>
            </a:pPr>
            <a:r>
              <a:rPr sz="1400" b="0" i="0">
                <a:solidFill>
                  <a:srgbClr val="000000"/>
                </a:solidFill>
                <a:latin typeface="Meiryo UI"/>
                <a:ea typeface="Meiryo UI"/>
                <a:cs typeface="Meiryo UI"/>
                <a:effectLst/>
              </a:rPr>
              <a:t>・「カテゴリーを変えない」前提をやめ、観点から見直す（期限は10月末）</a:t>
            </a:r>
          </a:p>
        </p:txBody>
      </p:sp>
      <p:sp>
        <p:nvSpPr>
          <p:cNvPr id="6" name="Rectangle 5"/>
          <p:cNvSpPr/>
          <p:nvPr/>
        </p:nvSpPr>
        <p:spPr>
          <a:xfrm>
            <a:off x="4241800" y="1752600"/>
            <a:ext cx="3759200" cy="431800"/>
          </a:xfrm>
          <a:prstGeom prst="rect">
            <a:avLst/>
          </a:prstGeom>
          <a:solidFill>
            <a:srgbClr val="03386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ctr" marL="0" indent="0">
              <a:lnSpc>
                <a:spcPct val="110000"/>
              </a:lnSpc>
              <a:buNone/>
            </a:pPr>
            <a:r>
              <a:rPr sz="1400" b="1" i="0">
                <a:solidFill>
                  <a:srgbClr val="FFFFFF"/>
                </a:solidFill>
                <a:latin typeface="Meiryo UI"/>
                <a:ea typeface="Meiryo UI"/>
                <a:cs typeface="Meiryo UI"/>
                <a:effectLst/>
              </a:rPr>
              <a:t>福島さん（HRとの議論）</a:t>
            </a:r>
          </a:p>
        </p:txBody>
      </p:sp>
      <p:sp>
        <p:nvSpPr>
          <p:cNvPr id="7" name="Rectangle 6"/>
          <p:cNvSpPr/>
          <p:nvPr/>
        </p:nvSpPr>
        <p:spPr>
          <a:xfrm>
            <a:off x="4241800" y="2184400"/>
            <a:ext cx="3759200" cy="3048000"/>
          </a:xfrm>
          <a:prstGeom prst="rect">
            <a:avLst/>
          </a:prstGeom>
          <a:solidFill>
            <a:srgbClr val="FFFFFF"/>
          </a:solidFill>
          <a:ln w="9525">
            <a:solidFill>
              <a:srgbClr val="D9D9D9"/>
            </a:solidFill>
          </a:ln>
          <a:effectLst/>
        </p:spPr>
        <p:style>
          <a:lnRef idx="1">
            <a:schemeClr val="accent1"/>
          </a:lnRef>
          <a:fillRef idx="3">
            <a:schemeClr val="accent1"/>
          </a:fillRef>
          <a:effectRef idx="0">
            <a:schemeClr val="accent1"/>
          </a:effectRef>
          <a:fontRef idx="minor">
            <a:schemeClr val="lt1"/>
          </a:fontRef>
        </p:style>
        <p:txBody>
          <a:bodyPr rtlCol="0" anchor="t" wrap="square" lIns="76200" rIns="76200" tIns="38100" bIns="38100"/>
          <a:lstStyle/>
          <a:p>
            <a:pPr algn="l" marL="0" indent="0">
              <a:lnSpc>
                <a:spcPct val="120000"/>
              </a:lnSpc>
              <a:buNone/>
            </a:pPr>
            <a:r>
              <a:rPr sz="1400" b="0" i="0">
                <a:solidFill>
                  <a:srgbClr val="000000"/>
                </a:solidFill>
                <a:latin typeface="Meiryo UI"/>
                <a:ea typeface="Meiryo UI"/>
                <a:cs typeface="Meiryo UI"/>
                <a:effectLst/>
              </a:rPr>
              <a:t>・キャリアパスは、コンサルタントとは別のスペシャリストでよい</a:t>
            </a:r>
          </a:p>
          <a:p>
            <a:pPr marL="0" indent="0" algn="l">
              <a:lnSpc>
                <a:spcPct val="120000"/>
              </a:lnSpc>
              <a:buNone/>
            </a:pPr>
            <a:r>
              <a:rPr sz="1400" b="0" i="0">
                <a:solidFill>
                  <a:srgbClr val="000000"/>
                </a:solidFill>
                <a:latin typeface="Meiryo UI"/>
                <a:ea typeface="Meiryo UI"/>
                <a:cs typeface="Meiryo UI"/>
                <a:effectLst/>
              </a:rPr>
              <a:t>・FDEがコンサルタントのように案件をとってくるイメージはない</a:t>
            </a:r>
          </a:p>
          <a:p>
            <a:pPr marL="0" indent="0" algn="l">
              <a:lnSpc>
                <a:spcPct val="120000"/>
              </a:lnSpc>
              <a:buNone/>
            </a:pPr>
            <a:r>
              <a:rPr sz="1400" b="0" i="0">
                <a:solidFill>
                  <a:srgbClr val="000000"/>
                </a:solidFill>
                <a:latin typeface="Meiryo UI"/>
                <a:ea typeface="Meiryo UI"/>
                <a:cs typeface="Meiryo UI"/>
                <a:effectLst/>
              </a:rPr>
              <a:t>・受注（コマーシャル）を前提にした評価は合わない</a:t>
            </a:r>
          </a:p>
        </p:txBody>
      </p:sp>
      <p:sp>
        <p:nvSpPr>
          <p:cNvPr id="8" name="Rectangle 7"/>
          <p:cNvSpPr/>
          <p:nvPr/>
        </p:nvSpPr>
        <p:spPr>
          <a:xfrm>
            <a:off x="8204200" y="1752600"/>
            <a:ext cx="3759200" cy="431800"/>
          </a:xfrm>
          <a:prstGeom prst="rect">
            <a:avLst/>
          </a:prstGeom>
          <a:solidFill>
            <a:srgbClr val="03386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ctr" marL="0" indent="0">
              <a:lnSpc>
                <a:spcPct val="110000"/>
              </a:lnSpc>
              <a:buNone/>
            </a:pPr>
            <a:r>
              <a:rPr sz="1400" b="1" i="0">
                <a:solidFill>
                  <a:srgbClr val="FFFFFF"/>
                </a:solidFill>
                <a:latin typeface="Meiryo UI"/>
                <a:ea typeface="Meiryo UI"/>
                <a:cs typeface="Meiryo UI"/>
                <a:effectLst/>
              </a:rPr>
              <a:t>これまでのHRの検討</a:t>
            </a:r>
          </a:p>
        </p:txBody>
      </p:sp>
      <p:sp>
        <p:nvSpPr>
          <p:cNvPr id="9" name="Rectangle 8"/>
          <p:cNvSpPr/>
          <p:nvPr/>
        </p:nvSpPr>
        <p:spPr>
          <a:xfrm>
            <a:off x="8204200" y="2184400"/>
            <a:ext cx="3759200" cy="3048000"/>
          </a:xfrm>
          <a:prstGeom prst="rect">
            <a:avLst/>
          </a:prstGeom>
          <a:solidFill>
            <a:srgbClr val="FFFFFF"/>
          </a:solidFill>
          <a:ln w="9525">
            <a:solidFill>
              <a:srgbClr val="D9D9D9"/>
            </a:solidFill>
          </a:ln>
          <a:effectLst/>
        </p:spPr>
        <p:style>
          <a:lnRef idx="1">
            <a:schemeClr val="accent1"/>
          </a:lnRef>
          <a:fillRef idx="3">
            <a:schemeClr val="accent1"/>
          </a:fillRef>
          <a:effectRef idx="0">
            <a:schemeClr val="accent1"/>
          </a:effectRef>
          <a:fontRef idx="minor">
            <a:schemeClr val="lt1"/>
          </a:fontRef>
        </p:style>
        <p:txBody>
          <a:bodyPr rtlCol="0" anchor="t" wrap="square" lIns="76200" rIns="76200" tIns="38100" bIns="38100"/>
          <a:lstStyle/>
          <a:p>
            <a:pPr algn="l" marL="0" indent="0">
              <a:lnSpc>
                <a:spcPct val="120000"/>
              </a:lnSpc>
              <a:buNone/>
            </a:pPr>
            <a:r>
              <a:rPr sz="1400" b="0" i="0">
                <a:solidFill>
                  <a:srgbClr val="000000"/>
                </a:solidFill>
                <a:latin typeface="Meiryo UI"/>
                <a:ea typeface="Meiryo UI"/>
                <a:cs typeface="Meiryo UI"/>
                <a:effectLst/>
              </a:rPr>
              <a:t>・10/15 キャリアパスのディスカッション資料（並立トラック案）</a:t>
            </a:r>
          </a:p>
          <a:p>
            <a:pPr marL="0" indent="0" algn="l">
              <a:lnSpc>
                <a:spcPct val="120000"/>
              </a:lnSpc>
              <a:buNone/>
            </a:pPr>
            <a:r>
              <a:rPr sz="1400" b="0" i="0">
                <a:solidFill>
                  <a:srgbClr val="000000"/>
                </a:solidFill>
                <a:latin typeface="Meiryo UI"/>
                <a:ea typeface="Meiryo UI"/>
                <a:cs typeface="Meiryo UI"/>
                <a:effectLst/>
              </a:rPr>
              <a:t>・10/22 FDE版V1・V2：係数・評価項目はコンサルと共通のまま、記述だけを変更</a:t>
            </a:r>
          </a:p>
          <a:p>
            <a:pPr marL="0" indent="0" algn="l">
              <a:lnSpc>
                <a:spcPct val="120000"/>
              </a:lnSpc>
              <a:buNone/>
            </a:pPr>
            <a:r>
              <a:rPr sz="1400" b="0" i="0">
                <a:solidFill>
                  <a:srgbClr val="000000"/>
                </a:solidFill>
                <a:latin typeface="Meiryo UI"/>
                <a:ea typeface="Meiryo UI"/>
                <a:cs typeface="Meiryo UI"/>
                <a:effectLst/>
              </a:rPr>
              <a:t>・高橋さんヒアリング：コミュニケーション力はCが優位、実装力はFDEが優位</a:t>
            </a:r>
          </a:p>
        </p:txBody>
      </p:sp>
      <p:sp>
        <p:nvSpPr>
          <p:cNvPr id="10" name="Rectangle 9"/>
          <p:cNvSpPr/>
          <p:nvPr/>
        </p:nvSpPr>
        <p:spPr>
          <a:xfrm>
            <a:off x="279400" y="5435600"/>
            <a:ext cx="11696700" cy="762000"/>
          </a:xfrm>
          <a:prstGeom prst="rect">
            <a:avLst/>
          </a:prstGeom>
          <a:solidFill>
            <a:srgbClr val="F2F2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l" marL="0" indent="0">
              <a:lnSpc>
                <a:spcPct val="110000"/>
              </a:lnSpc>
              <a:buNone/>
            </a:pPr>
            <a:r>
              <a:rPr sz="1600" b="1" i="0">
                <a:solidFill>
                  <a:srgbClr val="033865"/>
                </a:solidFill>
                <a:latin typeface="Meiryo UI"/>
                <a:ea typeface="Meiryo UI"/>
                <a:cs typeface="Meiryo UI"/>
                <a:effectLst/>
              </a:rPr>
              <a:t>→ 共通部分は残しつつ、FDE固有の部分はFDEの業務から組み立て直します。HRのたたき台を出発点に、聖さんにドラフトをお願いします。</a:t>
            </a:r>
          </a:p>
        </p:txBody>
      </p:sp>
      <p:sp>
        <p:nvSpPr>
          <p:cNvPr id="11" name="Rectangle 10"/>
          <p:cNvSpPr/>
          <p:nvPr/>
        </p:nvSpPr>
        <p:spPr>
          <a:xfrm>
            <a:off x="279400" y="6350000"/>
            <a:ext cx="11696700" cy="279400"/>
          </a:xfrm>
          <a:prstGeom prst="rect">
            <a:avLst/>
          </a:prstGeom>
          <a:no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l" marL="0" indent="0">
              <a:lnSpc>
                <a:spcPct val="110000"/>
              </a:lnSpc>
              <a:buNone/>
            </a:pPr>
            <a:r>
              <a:rPr sz="1200" b="0" i="0">
                <a:solidFill>
                  <a:srgbClr val="7F7F7F"/>
                </a:solidFill>
                <a:latin typeface="Meiryo UI"/>
                <a:ea typeface="Meiryo UI"/>
                <a:cs typeface="Meiryo UI"/>
                <a:effectLst/>
              </a:rPr>
              <a:t>出所：ミドルバック定例 議事メモ（10/28）、FDEヒアリング（10/22）、FDE版V2 変更差分（10/22）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279400" y="812800"/>
            <a:ext cx="11696700" cy="584200"/>
          </a:xfrm>
        </p:spPr>
        <p:txBody>
          <a:bodyPr wrap="square"/>
          <a:lstStyle/>
          <a:p>
            <a:pPr marL="0" indent="0" algn="l">
              <a:lnSpc>
                <a:spcPct val="120000"/>
              </a:lnSpc>
              <a:buNone/>
            </a:pPr>
            <a:r>
              <a:rPr sz="1600" b="1" i="0">
                <a:solidFill>
                  <a:srgbClr val="000000"/>
                </a:solidFill>
                <a:latin typeface="Meiryo UI"/>
                <a:ea typeface="Meiryo UI"/>
                <a:cs typeface="Meiryo UI"/>
                <a:effectLst/>
              </a:rPr>
              <a:t>10/28のミドルバック定例で示された藤川さんの5つの方針は、すべて素案に反映しており、聖さんには現場の目線での確認と肉付けをお願いします。</a:t>
            </a:r>
          </a:p>
        </p:txBody>
      </p:sp>
      <p:sp>
        <p:nvSpPr>
          <p:cNvPr id="3" name="Title 2"/>
          <p:cNvSpPr>
            <a:spLocks noGrp="1"/>
          </p:cNvSpPr>
          <p:nvPr>
            <p:ph type="title"/>
          </p:nvPr>
        </p:nvSpPr>
        <p:spPr>
          <a:xfrm>
            <a:off x="266700" y="114300"/>
            <a:ext cx="10439400" cy="495300"/>
          </a:xfrm>
        </p:spPr>
        <p:txBody>
          <a:bodyPr/>
          <a:lstStyle/>
          <a:p>
            <a:pPr algn="l"/>
            <a:r>
              <a:rPr sz="2400" b="1" i="0">
                <a:solidFill>
                  <a:srgbClr val="000000"/>
                </a:solidFill>
                <a:latin typeface="Meiryo UI"/>
                <a:ea typeface="Meiryo UI"/>
                <a:cs typeface="Meiryo UI"/>
                <a:effectLst/>
              </a:rPr>
              <a:t>藤川さんの方針と素案への反映</a:t>
            </a:r>
          </a:p>
        </p:txBody>
      </p:sp>
      <p:graphicFrame>
        <p:nvGraphicFramePr>
          <p:cNvPr id="4" name="Table 3"/>
          <p:cNvGraphicFramePr>
            <a:graphicFrameLocks noGrp="1"/>
          </p:cNvGraphicFramePr>
          <p:nvPr/>
        </p:nvGraphicFramePr>
        <p:xfrm>
          <a:off x="279400" y="1752600"/>
          <a:ext cx="11696698" cy="3530600"/>
        </p:xfrm>
        <a:graphic>
          <a:graphicData uri="http://schemas.openxmlformats.org/drawingml/2006/table">
            <a:tbl>
              <a:tblPr firstRow="0" bandRow="0">
                <a:tableStyleId>{5940675A-B579-460E-94D1-54222C63F5DA}</a:tableStyleId>
              </a:tblPr>
              <a:tblGrid>
                <a:gridCol w="514140"/>
                <a:gridCol w="4113125"/>
                <a:gridCol w="5398476"/>
                <a:gridCol w="1670957"/>
              </a:tblGrid>
              <a:tr h="330200">
                <a:tc>
                  <a:txBody>
                    <a:bodyPr wrap="square"/>
                    <a:lstStyle/>
                    <a:p>
                      <a:pPr marL="0" indent="0" algn="ctr">
                        <a:lnSpc>
                          <a:spcPct val="105000"/>
                        </a:lnSpc>
                        <a:buNone/>
                      </a:pPr>
                      <a:r>
                        <a:rPr sz="1300" b="1" i="0">
                          <a:solidFill>
                            <a:srgbClr val="FFFFFF"/>
                          </a:solidFill>
                          <a:latin typeface="Meiryo UI"/>
                          <a:ea typeface="Meiryo UI"/>
                          <a:cs typeface="Meiryo UI"/>
                          <a:effectLst/>
                        </a:rPr>
                        <a:t>#</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c>
                  <a:txBody>
                    <a:bodyPr wrap="square"/>
                    <a:lstStyle/>
                    <a:p>
                      <a:pPr marL="0" indent="0" algn="ctr">
                        <a:lnSpc>
                          <a:spcPct val="105000"/>
                        </a:lnSpc>
                        <a:buNone/>
                      </a:pPr>
                      <a:r>
                        <a:rPr sz="1300" b="1" i="0">
                          <a:solidFill>
                            <a:srgbClr val="FFFFFF"/>
                          </a:solidFill>
                          <a:latin typeface="Meiryo UI"/>
                          <a:ea typeface="Meiryo UI"/>
                          <a:cs typeface="Meiryo UI"/>
                          <a:effectLst/>
                        </a:rPr>
                        <a:t>藤川さんの方針（10/28 ミドルバック定例）</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c>
                  <a:txBody>
                    <a:bodyPr wrap="square"/>
                    <a:lstStyle/>
                    <a:p>
                      <a:pPr marL="0" indent="0" algn="ctr">
                        <a:lnSpc>
                          <a:spcPct val="105000"/>
                        </a:lnSpc>
                        <a:buNone/>
                      </a:pPr>
                      <a:r>
                        <a:rPr sz="1300" b="1" i="0">
                          <a:solidFill>
                            <a:srgbClr val="FFFFFF"/>
                          </a:solidFill>
                          <a:latin typeface="Meiryo UI"/>
                          <a:ea typeface="Meiryo UI"/>
                          <a:cs typeface="Meiryo UI"/>
                          <a:effectLst/>
                        </a:rPr>
                        <a:t>素案での反映</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c>
                  <a:txBody>
                    <a:bodyPr wrap="square"/>
                    <a:lstStyle/>
                    <a:p>
                      <a:pPr marL="0" indent="0" algn="ctr">
                        <a:lnSpc>
                          <a:spcPct val="105000"/>
                        </a:lnSpc>
                        <a:buNone/>
                      </a:pPr>
                      <a:r>
                        <a:rPr sz="1300" b="1" i="0">
                          <a:solidFill>
                            <a:srgbClr val="FFFFFF"/>
                          </a:solidFill>
                          <a:latin typeface="Meiryo UI"/>
                          <a:ea typeface="Meiryo UI"/>
                          <a:cs typeface="Meiryo UI"/>
                          <a:effectLst/>
                        </a:rPr>
                        <a:t>該当ページ</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r>
              <a:tr h="711200">
                <a:tc>
                  <a:txBody>
                    <a:bodyPr wrap="square"/>
                    <a:lstStyle/>
                    <a:p>
                      <a:pPr marL="0" indent="0" algn="ctr">
                        <a:lnSpc>
                          <a:spcPct val="105000"/>
                        </a:lnSpc>
                        <a:buNone/>
                      </a:pPr>
                      <a:r>
                        <a:rPr sz="1300" b="1" i="0">
                          <a:solidFill>
                            <a:srgbClr val="000000"/>
                          </a:solidFill>
                          <a:latin typeface="Meiryo UI"/>
                          <a:ea typeface="Meiryo UI"/>
                          <a:cs typeface="Meiryo UI"/>
                          <a:effectLst/>
                        </a:rPr>
                        <a:t>1</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300" b="0" i="0">
                          <a:solidFill>
                            <a:srgbClr val="000000"/>
                          </a:solidFill>
                          <a:latin typeface="Meiryo UI"/>
                          <a:ea typeface="Meiryo UI"/>
                          <a:cs typeface="Meiryo UI"/>
                          <a:effectLst/>
                        </a:rPr>
                        <a:t>コンサルタントと一緒に働くFDEであれば、評価の観点そのものが変わるはず</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300" b="0" i="0">
                          <a:solidFill>
                            <a:srgbClr val="000000"/>
                          </a:solidFill>
                          <a:latin typeface="Meiryo UI"/>
                          <a:ea typeface="Meiryo UI"/>
                          <a:cs typeface="Meiryo UI"/>
                          <a:effectLst/>
                        </a:rPr>
                        <a:t>FDE固有の3つ（クライアントバリューの2つとコマーシャル推進力）を、FDE用のコンピテンシーに入れ替えました</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ctr">
                        <a:lnSpc>
                          <a:spcPct val="105000"/>
                        </a:lnSpc>
                        <a:buNone/>
                      </a:pPr>
                      <a:r>
                        <a:rPr sz="1300" b="0" i="0">
                          <a:solidFill>
                            <a:srgbClr val="000000"/>
                          </a:solidFill>
                          <a:latin typeface="Meiryo UI"/>
                          <a:ea typeface="Meiryo UI"/>
                          <a:cs typeface="Meiryo UI"/>
                          <a:effectLst/>
                        </a:rPr>
                        <a:t>P.11〜13</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635000">
                <a:tc>
                  <a:txBody>
                    <a:bodyPr wrap="square"/>
                    <a:lstStyle/>
                    <a:p>
                      <a:pPr marL="0" indent="0" algn="ctr">
                        <a:lnSpc>
                          <a:spcPct val="105000"/>
                        </a:lnSpc>
                        <a:buNone/>
                      </a:pPr>
                      <a:r>
                        <a:rPr sz="1300" b="1" i="0">
                          <a:solidFill>
                            <a:srgbClr val="000000"/>
                          </a:solidFill>
                          <a:latin typeface="Meiryo UI"/>
                          <a:ea typeface="Meiryo UI"/>
                          <a:cs typeface="Meiryo UI"/>
                          <a:effectLst/>
                        </a:rPr>
                        <a:t>2</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300" b="0" i="0">
                          <a:solidFill>
                            <a:srgbClr val="000000"/>
                          </a:solidFill>
                          <a:latin typeface="Meiryo UI"/>
                          <a:ea typeface="Meiryo UI"/>
                          <a:cs typeface="Meiryo UI"/>
                          <a:effectLst/>
                        </a:rPr>
                        <a:t>「コンピテンシーのカテゴリーを変えない」前提をやめ、観点から見直す</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300" b="0" i="0">
                          <a:solidFill>
                            <a:srgbClr val="000000"/>
                          </a:solidFill>
                          <a:latin typeface="Meiryo UI"/>
                          <a:ea typeface="Meiryo UI"/>
                          <a:cs typeface="Meiryo UI"/>
                          <a:effectLst/>
                        </a:rPr>
                        <a:t>FDE版V2（記述だけ変更）をやめ、JDの7つの業務から評価項目を組み直しました</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ctr">
                        <a:lnSpc>
                          <a:spcPct val="105000"/>
                        </a:lnSpc>
                        <a:buNone/>
                      </a:pPr>
                      <a:r>
                        <a:rPr sz="1300" b="0" i="0">
                          <a:solidFill>
                            <a:srgbClr val="000000"/>
                          </a:solidFill>
                          <a:latin typeface="Meiryo UI"/>
                          <a:ea typeface="Meiryo UI"/>
                          <a:cs typeface="Meiryo UI"/>
                          <a:effectLst/>
                        </a:rPr>
                        <a:t>P.8〜9</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711200">
                <a:tc>
                  <a:txBody>
                    <a:bodyPr wrap="square"/>
                    <a:lstStyle/>
                    <a:p>
                      <a:pPr marL="0" indent="0" algn="ctr">
                        <a:lnSpc>
                          <a:spcPct val="105000"/>
                        </a:lnSpc>
                        <a:buNone/>
                      </a:pPr>
                      <a:r>
                        <a:rPr sz="1300" b="1" i="0">
                          <a:solidFill>
                            <a:srgbClr val="000000"/>
                          </a:solidFill>
                          <a:latin typeface="Meiryo UI"/>
                          <a:ea typeface="Meiryo UI"/>
                          <a:cs typeface="Meiryo UI"/>
                          <a:effectLst/>
                        </a:rPr>
                        <a:t>3</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300" b="0" i="0">
                          <a:solidFill>
                            <a:srgbClr val="000000"/>
                          </a:solidFill>
                          <a:latin typeface="Meiryo UI"/>
                          <a:ea typeface="Meiryo UI"/>
                          <a:cs typeface="Meiryo UI"/>
                          <a:effectLst/>
                        </a:rPr>
                        <a:t>聖さんにベンチマークを取ってもらい、ドラフトを作らないと要素の抜け漏れが出る</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300" b="0" i="0">
                          <a:solidFill>
                            <a:srgbClr val="000000"/>
                          </a:solidFill>
                          <a:latin typeface="Meiryo UI"/>
                          <a:ea typeface="Meiryo UI"/>
                          <a:cs typeface="Meiryo UI"/>
                          <a:effectLst/>
                        </a:rPr>
                        <a:t>HRで他ファームとFDE先行企業のベンチマークを整理し、それをもとに聖さんにドラフトをお願いします</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ctr">
                        <a:lnSpc>
                          <a:spcPct val="105000"/>
                        </a:lnSpc>
                        <a:buNone/>
                      </a:pPr>
                      <a:r>
                        <a:rPr sz="1300" b="0" i="0">
                          <a:solidFill>
                            <a:srgbClr val="000000"/>
                          </a:solidFill>
                          <a:latin typeface="Meiryo UI"/>
                          <a:ea typeface="Meiryo UI"/>
                          <a:cs typeface="Meiryo UI"/>
                          <a:effectLst/>
                        </a:rPr>
                        <a:t>P.4、P.23〜26</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508000">
                <a:tc>
                  <a:txBody>
                    <a:bodyPr wrap="square"/>
                    <a:lstStyle/>
                    <a:p>
                      <a:pPr marL="0" indent="0" algn="ctr">
                        <a:lnSpc>
                          <a:spcPct val="105000"/>
                        </a:lnSpc>
                        <a:buNone/>
                      </a:pPr>
                      <a:r>
                        <a:rPr sz="1300" b="1" i="0">
                          <a:solidFill>
                            <a:srgbClr val="000000"/>
                          </a:solidFill>
                          <a:latin typeface="Meiryo UI"/>
                          <a:ea typeface="Meiryo UI"/>
                          <a:cs typeface="Meiryo UI"/>
                          <a:effectLst/>
                        </a:rPr>
                        <a:t>4</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300" b="0" i="0">
                          <a:solidFill>
                            <a:srgbClr val="000000"/>
                          </a:solidFill>
                          <a:latin typeface="Meiryo UI"/>
                          <a:ea typeface="Meiryo UI"/>
                          <a:cs typeface="Meiryo UI"/>
                          <a:effectLst/>
                        </a:rPr>
                        <a:t>AIも使って壁打ちする</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300" b="0" i="0">
                          <a:solidFill>
                            <a:srgbClr val="000000"/>
                          </a:solidFill>
                          <a:latin typeface="Meiryo UI"/>
                          <a:ea typeface="Meiryo UI"/>
                          <a:cs typeface="Meiryo UI"/>
                          <a:effectLst/>
                        </a:rPr>
                        <a:t>聖さんとの壁打ちの場を、AIでたたき台を叩く形で設けます</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ctr">
                        <a:lnSpc>
                          <a:spcPct val="105000"/>
                        </a:lnSpc>
                        <a:buNone/>
                      </a:pPr>
                      <a:r>
                        <a:rPr sz="1300" b="0" i="0">
                          <a:solidFill>
                            <a:srgbClr val="000000"/>
                          </a:solidFill>
                          <a:latin typeface="Meiryo UI"/>
                          <a:ea typeface="Meiryo UI"/>
                          <a:cs typeface="Meiryo UI"/>
                          <a:effectLst/>
                        </a:rPr>
                        <a:t>P.5</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635000">
                <a:tc>
                  <a:txBody>
                    <a:bodyPr wrap="square"/>
                    <a:lstStyle/>
                    <a:p>
                      <a:pPr marL="0" indent="0" algn="ctr">
                        <a:lnSpc>
                          <a:spcPct val="105000"/>
                        </a:lnSpc>
                        <a:buNone/>
                      </a:pPr>
                      <a:r>
                        <a:rPr sz="1300" b="1" i="0">
                          <a:solidFill>
                            <a:srgbClr val="000000"/>
                          </a:solidFill>
                          <a:latin typeface="Meiryo UI"/>
                          <a:ea typeface="Meiryo UI"/>
                          <a:cs typeface="Meiryo UI"/>
                          <a:effectLst/>
                        </a:rPr>
                        <a:t>5</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300" b="0" i="0">
                          <a:solidFill>
                            <a:srgbClr val="000000"/>
                          </a:solidFill>
                          <a:latin typeface="Meiryo UI"/>
                          <a:ea typeface="Meiryo UI"/>
                          <a:cs typeface="Meiryo UI"/>
                          <a:effectLst/>
                        </a:rPr>
                        <a:t>期限は10月末で、スケジュールは変えない</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300" b="0" i="0">
                          <a:solidFill>
                            <a:srgbClr val="000000"/>
                          </a:solidFill>
                          <a:latin typeface="Meiryo UI"/>
                          <a:ea typeface="Meiryo UI"/>
                          <a:cs typeface="Meiryo UI"/>
                          <a:effectLst/>
                        </a:rPr>
                        <a:t>10月末（10/30）までにカテゴリーの方向性を合意し、FY27の目標設定の日程（11/6提出）は据え置きます</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ctr">
                        <a:lnSpc>
                          <a:spcPct val="105000"/>
                        </a:lnSpc>
                        <a:buNone/>
                      </a:pPr>
                      <a:r>
                        <a:rPr sz="1300" b="0" i="0">
                          <a:solidFill>
                            <a:srgbClr val="000000"/>
                          </a:solidFill>
                          <a:latin typeface="Meiryo UI"/>
                          <a:ea typeface="Meiryo UI"/>
                          <a:cs typeface="Meiryo UI"/>
                          <a:effectLst/>
                        </a:rPr>
                        <a:t>P.5</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bl>
          </a:graphicData>
        </a:graphic>
      </p:graphicFrame>
      <p:sp>
        <p:nvSpPr>
          <p:cNvPr id="5" name="Rectangle 4"/>
          <p:cNvSpPr/>
          <p:nvPr/>
        </p:nvSpPr>
        <p:spPr>
          <a:xfrm>
            <a:off x="279400" y="6350000"/>
            <a:ext cx="11696700" cy="279400"/>
          </a:xfrm>
          <a:prstGeom prst="rect">
            <a:avLst/>
          </a:prstGeom>
          <a:no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l" marL="0" indent="0">
              <a:lnSpc>
                <a:spcPct val="110000"/>
              </a:lnSpc>
              <a:buNone/>
            </a:pPr>
            <a:r>
              <a:rPr sz="1200" b="0" i="0">
                <a:solidFill>
                  <a:srgbClr val="7F7F7F"/>
                </a:solidFill>
                <a:latin typeface="Meiryo UI"/>
                <a:ea typeface="Meiryo UI"/>
                <a:cs typeface="Meiryo UI"/>
                <a:effectLst/>
              </a:rPr>
              <a:t>出所：議事メモ_ミドルバック定例_20261028_V1（決定事項、HRパート「FDEキャリアパス」、TODO #1）</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279400" y="812800"/>
            <a:ext cx="11696700" cy="584200"/>
          </a:xfrm>
        </p:spPr>
        <p:txBody>
          <a:bodyPr wrap="square"/>
          <a:lstStyle/>
          <a:p>
            <a:pPr marL="0" indent="0" algn="l">
              <a:lnSpc>
                <a:spcPct val="120000"/>
              </a:lnSpc>
              <a:buNone/>
            </a:pPr>
            <a:r>
              <a:rPr sz="1600" b="1" i="0">
                <a:solidFill>
                  <a:srgbClr val="000000"/>
                </a:solidFill>
                <a:latin typeface="Meiryo UI"/>
                <a:ea typeface="Meiryo UI"/>
                <a:cs typeface="Meiryo UI"/>
                <a:effectLst/>
              </a:rPr>
              <a:t>評価制度・目標設定・キャリアパスの3点について、HRのたたき台をもとに、現場の目線でドラフトに仕上げていただきたいです。</a:t>
            </a:r>
          </a:p>
        </p:txBody>
      </p:sp>
      <p:sp>
        <p:nvSpPr>
          <p:cNvPr id="3" name="Title 2"/>
          <p:cNvSpPr>
            <a:spLocks noGrp="1"/>
          </p:cNvSpPr>
          <p:nvPr>
            <p:ph type="title"/>
          </p:nvPr>
        </p:nvSpPr>
        <p:spPr>
          <a:xfrm>
            <a:off x="266700" y="114300"/>
            <a:ext cx="10439400" cy="495300"/>
          </a:xfrm>
        </p:spPr>
        <p:txBody>
          <a:bodyPr/>
          <a:lstStyle/>
          <a:p>
            <a:pPr algn="l"/>
            <a:r>
              <a:rPr sz="2400" b="1" i="0">
                <a:solidFill>
                  <a:srgbClr val="000000"/>
                </a:solidFill>
                <a:latin typeface="Meiryo UI"/>
                <a:ea typeface="Meiryo UI"/>
                <a:cs typeface="Meiryo UI"/>
                <a:effectLst/>
              </a:rPr>
              <a:t>ご依頼内容</a:t>
            </a:r>
          </a:p>
        </p:txBody>
      </p:sp>
      <p:graphicFrame>
        <p:nvGraphicFramePr>
          <p:cNvPr id="4" name="Table 3"/>
          <p:cNvGraphicFramePr>
            <a:graphicFrameLocks noGrp="1"/>
          </p:cNvGraphicFramePr>
          <p:nvPr/>
        </p:nvGraphicFramePr>
        <p:xfrm>
          <a:off x="279400" y="1752600"/>
          <a:ext cx="11696699" cy="4013200"/>
        </p:xfrm>
        <a:graphic>
          <a:graphicData uri="http://schemas.openxmlformats.org/drawingml/2006/table">
            <a:tbl>
              <a:tblPr firstRow="0" bandRow="0">
                <a:tableStyleId>{5940675A-B579-460E-94D1-54222C63F5DA}</a:tableStyleId>
              </a:tblPr>
              <a:tblGrid>
                <a:gridCol w="1754505"/>
                <a:gridCol w="3801427"/>
                <a:gridCol w="2631757"/>
                <a:gridCol w="3509010"/>
              </a:tblGrid>
              <a:tr h="355600">
                <a:tc>
                  <a:txBody>
                    <a:bodyPr wrap="square"/>
                    <a:lstStyle/>
                    <a:p>
                      <a:pPr marL="0" indent="0" algn="ctr">
                        <a:lnSpc>
                          <a:spcPct val="105000"/>
                        </a:lnSpc>
                        <a:buNone/>
                      </a:pPr>
                      <a:r>
                        <a:rPr sz="1300" b="1" i="0">
                          <a:solidFill>
                            <a:srgbClr val="FFFFFF"/>
                          </a:solidFill>
                          <a:latin typeface="Meiryo UI"/>
                          <a:ea typeface="Meiryo UI"/>
                          <a:cs typeface="Meiryo UI"/>
                          <a:effectLst/>
                        </a:rPr>
                        <a:t>ご依頼事項</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c>
                  <a:txBody>
                    <a:bodyPr wrap="square"/>
                    <a:lstStyle/>
                    <a:p>
                      <a:pPr marL="0" indent="0" algn="ctr">
                        <a:lnSpc>
                          <a:spcPct val="105000"/>
                        </a:lnSpc>
                        <a:buNone/>
                      </a:pPr>
                      <a:r>
                        <a:rPr sz="1300" b="1" i="0">
                          <a:solidFill>
                            <a:srgbClr val="FFFFFF"/>
                          </a:solidFill>
                          <a:latin typeface="Meiryo UI"/>
                          <a:ea typeface="Meiryo UI"/>
                          <a:cs typeface="Meiryo UI"/>
                          <a:effectLst/>
                        </a:rPr>
                        <a:t>作っていただきたいもの</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c>
                  <a:txBody>
                    <a:bodyPr wrap="square"/>
                    <a:lstStyle/>
                    <a:p>
                      <a:pPr marL="0" indent="0" algn="ctr">
                        <a:lnSpc>
                          <a:spcPct val="105000"/>
                        </a:lnSpc>
                        <a:buNone/>
                      </a:pPr>
                      <a:r>
                        <a:rPr sz="1300" b="1" i="0">
                          <a:solidFill>
                            <a:srgbClr val="FFFFFF"/>
                          </a:solidFill>
                          <a:latin typeface="Meiryo UI"/>
                          <a:ea typeface="Meiryo UI"/>
                          <a:cs typeface="Meiryo UI"/>
                          <a:effectLst/>
                        </a:rPr>
                        <a:t>HRが用意したたたき台</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c>
                  <a:txBody>
                    <a:bodyPr wrap="square"/>
                    <a:lstStyle/>
                    <a:p>
                      <a:pPr marL="0" indent="0" algn="ctr">
                        <a:lnSpc>
                          <a:spcPct val="105000"/>
                        </a:lnSpc>
                        <a:buNone/>
                      </a:pPr>
                      <a:r>
                        <a:rPr sz="1300" b="1" i="0">
                          <a:solidFill>
                            <a:srgbClr val="FFFFFF"/>
                          </a:solidFill>
                          <a:latin typeface="Meiryo UI"/>
                          <a:ea typeface="Meiryo UI"/>
                          <a:cs typeface="Meiryo UI"/>
                          <a:effectLst/>
                        </a:rPr>
                        <a:t>特に見ていただきたい点</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r>
              <a:tr h="1219200">
                <a:tc>
                  <a:txBody>
                    <a:bodyPr wrap="square"/>
                    <a:lstStyle/>
                    <a:p>
                      <a:pPr marL="0" indent="0" algn="l">
                        <a:lnSpc>
                          <a:spcPct val="105000"/>
                        </a:lnSpc>
                        <a:buNone/>
                      </a:pPr>
                      <a:r>
                        <a:rPr sz="1300" b="1" i="0">
                          <a:solidFill>
                            <a:srgbClr val="000000"/>
                          </a:solidFill>
                          <a:latin typeface="Meiryo UI"/>
                          <a:ea typeface="Meiryo UI"/>
                          <a:cs typeface="Meiryo UI"/>
                          <a:effectLst/>
                        </a:rPr>
                        <a:t>① 評価制度
（コンピテンシー）</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300" b="0" i="0">
                          <a:solidFill>
                            <a:srgbClr val="000000"/>
                          </a:solidFill>
                          <a:latin typeface="Meiryo UI"/>
                          <a:ea typeface="Meiryo UI"/>
                          <a:cs typeface="Meiryo UI"/>
                          <a:effectLst/>
                        </a:rPr>
                        <a:t>・6つのコア・コンピテンシーの名称と定義</a:t>
                      </a:r>
                    </a:p>
                    <a:p>
                      <a:pPr marL="0" indent="0" algn="l">
                        <a:lnSpc>
                          <a:spcPct val="105000"/>
                        </a:lnSpc>
                        <a:buNone/>
                      </a:pPr>
                      <a:r>
                        <a:rPr sz="1300" b="0" i="0">
                          <a:solidFill>
                            <a:srgbClr val="000000"/>
                          </a:solidFill>
                          <a:latin typeface="Meiryo UI"/>
                          <a:ea typeface="Meiryo UI"/>
                          <a:cs typeface="Meiryo UI"/>
                          <a:effectLst/>
                        </a:rPr>
                        <a:t>・職位別のルーブリック（評価1／3／5）</a:t>
                      </a:r>
                    </a:p>
                    <a:p>
                      <a:pPr marL="0" indent="0" algn="l">
                        <a:lnSpc>
                          <a:spcPct val="105000"/>
                        </a:lnSpc>
                        <a:buNone/>
                      </a:pPr>
                      <a:r>
                        <a:rPr sz="1300" b="0" i="0">
                          <a:solidFill>
                            <a:srgbClr val="000000"/>
                          </a:solidFill>
                          <a:latin typeface="Meiryo UI"/>
                          <a:ea typeface="Meiryo UI"/>
                          <a:cs typeface="Meiryo UI"/>
                          <a:effectLst/>
                        </a:rPr>
                        <a:t>・職位別の係数（重み）</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300" b="0" i="0">
                          <a:solidFill>
                            <a:srgbClr val="000000"/>
                          </a:solidFill>
                          <a:latin typeface="Meiryo UI"/>
                          <a:ea typeface="Meiryo UI"/>
                          <a:cs typeface="Meiryo UI"/>
                          <a:effectLst/>
                        </a:rPr>
                        <a:t>P.11〜14</a:t>
                      </a:r>
                    </a:p>
                    <a:p>
                      <a:pPr marL="0" indent="0" algn="l">
                        <a:lnSpc>
                          <a:spcPct val="105000"/>
                        </a:lnSpc>
                        <a:buNone/>
                      </a:pPr>
                      <a:r>
                        <a:rPr sz="1300" b="0" i="0">
                          <a:solidFill>
                            <a:srgbClr val="000000"/>
                          </a:solidFill>
                          <a:latin typeface="Meiryo UI"/>
                          <a:ea typeface="Meiryo UI"/>
                          <a:cs typeface="Meiryo UI"/>
                          <a:effectLst/>
                        </a:rPr>
                        <a:t>・新旧対照、係数案、</a:t>
                      </a:r>
                    </a:p>
                    <a:p>
                      <a:pPr marL="0" indent="0" algn="l">
                        <a:lnSpc>
                          <a:spcPct val="105000"/>
                        </a:lnSpc>
                        <a:buNone/>
                      </a:pPr>
                      <a:r>
                        <a:rPr sz="1300" b="0" i="0">
                          <a:solidFill>
                            <a:srgbClr val="000000"/>
                          </a:solidFill>
                          <a:latin typeface="Meiryo UI"/>
                          <a:ea typeface="Meiryo UI"/>
                          <a:cs typeface="Meiryo UI"/>
                          <a:effectLst/>
                        </a:rPr>
                        <a:t>  ルーブリック例</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300" b="0" i="0">
                          <a:solidFill>
                            <a:srgbClr val="000000"/>
                          </a:solidFill>
                          <a:latin typeface="Meiryo UI"/>
                          <a:ea typeface="Meiryo UI"/>
                          <a:cs typeface="Meiryo UI"/>
                          <a:effectLst/>
                        </a:rPr>
                        <a:t>・FDE固有の観点に抜け漏れがないか</a:t>
                      </a:r>
                    </a:p>
                    <a:p>
                      <a:pPr marL="0" indent="0" algn="l">
                        <a:lnSpc>
                          <a:spcPct val="105000"/>
                        </a:lnSpc>
                        <a:buNone/>
                      </a:pPr>
                      <a:r>
                        <a:rPr sz="1300" b="0" i="0">
                          <a:solidFill>
                            <a:srgbClr val="000000"/>
                          </a:solidFill>
                          <a:latin typeface="Meiryo UI"/>
                          <a:ea typeface="Meiryo UI"/>
                          <a:cs typeface="Meiryo UI"/>
                          <a:effectLst/>
                        </a:rPr>
                        <a:t>・ジュニアとシニアで重みの置き方</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1219200">
                <a:tc>
                  <a:txBody>
                    <a:bodyPr wrap="square"/>
                    <a:lstStyle/>
                    <a:p>
                      <a:pPr marL="0" indent="0" algn="l">
                        <a:lnSpc>
                          <a:spcPct val="105000"/>
                        </a:lnSpc>
                        <a:buNone/>
                      </a:pPr>
                      <a:r>
                        <a:rPr sz="1300" b="1" i="0">
                          <a:solidFill>
                            <a:srgbClr val="000000"/>
                          </a:solidFill>
                          <a:latin typeface="Meiryo UI"/>
                          <a:ea typeface="Meiryo UI"/>
                          <a:cs typeface="Meiryo UI"/>
                          <a:effectLst/>
                        </a:rPr>
                        <a:t>② 目標設定</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300" b="0" i="0">
                          <a:solidFill>
                            <a:srgbClr val="000000"/>
                          </a:solidFill>
                          <a:latin typeface="Meiryo UI"/>
                          <a:ea typeface="Meiryo UI"/>
                          <a:cs typeface="Meiryo UI"/>
                          <a:effectLst/>
                        </a:rPr>
                        <a:t>・目標設定シートの記入サンプル</a:t>
                      </a:r>
                    </a:p>
                    <a:p>
                      <a:pPr marL="0" indent="0" algn="l">
                        <a:lnSpc>
                          <a:spcPct val="105000"/>
                        </a:lnSpc>
                        <a:buNone/>
                      </a:pPr>
                      <a:r>
                        <a:rPr sz="1300" b="0" i="0">
                          <a:solidFill>
                            <a:srgbClr val="000000"/>
                          </a:solidFill>
                          <a:latin typeface="Meiryo UI"/>
                          <a:ea typeface="Meiryo UI"/>
                          <a:cs typeface="Meiryo UI"/>
                          <a:effectLst/>
                        </a:rPr>
                        <a:t>  （FDE・C、FDE・SC、リードFDE）</a:t>
                      </a:r>
                    </a:p>
                    <a:p>
                      <a:pPr marL="0" indent="0" algn="l">
                        <a:lnSpc>
                          <a:spcPct val="105000"/>
                        </a:lnSpc>
                        <a:buNone/>
                      </a:pPr>
                      <a:r>
                        <a:rPr sz="1300" b="0" i="0">
                          <a:solidFill>
                            <a:srgbClr val="000000"/>
                          </a:solidFill>
                          <a:latin typeface="Meiryo UI"/>
                          <a:ea typeface="Meiryo UI"/>
                          <a:cs typeface="Meiryo UI"/>
                          <a:effectLst/>
                        </a:rPr>
                        <a:t>・FDE固有のKPIの候補</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300" b="0" i="0">
                          <a:solidFill>
                            <a:srgbClr val="000000"/>
                          </a:solidFill>
                          <a:latin typeface="Meiryo UI"/>
                          <a:ea typeface="Meiryo UI"/>
                          <a:cs typeface="Meiryo UI"/>
                          <a:effectLst/>
                        </a:rPr>
                        <a:t>P.15〜16</a:t>
                      </a:r>
                    </a:p>
                    <a:p>
                      <a:pPr marL="0" indent="0" algn="l">
                        <a:lnSpc>
                          <a:spcPct val="105000"/>
                        </a:lnSpc>
                        <a:buNone/>
                      </a:pPr>
                      <a:r>
                        <a:rPr sz="1300" b="0" i="0">
                          <a:solidFill>
                            <a:srgbClr val="000000"/>
                          </a:solidFill>
                          <a:latin typeface="Meiryo UI"/>
                          <a:ea typeface="Meiryo UI"/>
                          <a:cs typeface="Meiryo UI"/>
                          <a:effectLst/>
                        </a:rPr>
                        <a:t>・KPI案、記入サンプルの考え方</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300" b="0" i="0">
                          <a:solidFill>
                            <a:srgbClr val="000000"/>
                          </a:solidFill>
                          <a:latin typeface="Meiryo UI"/>
                          <a:ea typeface="Meiryo UI"/>
                          <a:cs typeface="Meiryo UI"/>
                          <a:effectLst/>
                        </a:rPr>
                        <a:t>・現場で測れるKPIか</a:t>
                      </a:r>
                    </a:p>
                    <a:p>
                      <a:pPr marL="0" indent="0" algn="l">
                        <a:lnSpc>
                          <a:spcPct val="105000"/>
                        </a:lnSpc>
                        <a:buNone/>
                      </a:pPr>
                      <a:r>
                        <a:rPr sz="1300" b="0" i="0">
                          <a:solidFill>
                            <a:srgbClr val="000000"/>
                          </a:solidFill>
                          <a:latin typeface="Meiryo UI"/>
                          <a:ea typeface="Meiryo UI"/>
                          <a:cs typeface="Meiryo UI"/>
                          <a:effectLst/>
                        </a:rPr>
                        <a:t>・本番稼働や再利用の測り方</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1219200">
                <a:tc>
                  <a:txBody>
                    <a:bodyPr wrap="square"/>
                    <a:lstStyle/>
                    <a:p>
                      <a:pPr marL="0" indent="0" algn="l">
                        <a:lnSpc>
                          <a:spcPct val="105000"/>
                        </a:lnSpc>
                        <a:buNone/>
                      </a:pPr>
                      <a:r>
                        <a:rPr sz="1300" b="1" i="0">
                          <a:solidFill>
                            <a:srgbClr val="000000"/>
                          </a:solidFill>
                          <a:latin typeface="Meiryo UI"/>
                          <a:ea typeface="Meiryo UI"/>
                          <a:cs typeface="Meiryo UI"/>
                          <a:effectLst/>
                        </a:rPr>
                        <a:t>③ キャリアパス</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300" b="0" i="0">
                          <a:solidFill>
                            <a:srgbClr val="000000"/>
                          </a:solidFill>
                          <a:latin typeface="Meiryo UI"/>
                          <a:ea typeface="Meiryo UI"/>
                          <a:cs typeface="Meiryo UI"/>
                          <a:effectLst/>
                        </a:rPr>
                        <a:t>・FDE職位の名称と、職位ごとの役割</a:t>
                      </a:r>
                    </a:p>
                    <a:p>
                      <a:pPr marL="0" indent="0" algn="l">
                        <a:lnSpc>
                          <a:spcPct val="105000"/>
                        </a:lnSpc>
                        <a:buNone/>
                      </a:pPr>
                      <a:r>
                        <a:rPr sz="1300" b="0" i="0">
                          <a:solidFill>
                            <a:srgbClr val="000000"/>
                          </a:solidFill>
                          <a:latin typeface="Meiryo UI"/>
                          <a:ea typeface="Meiryo UI"/>
                          <a:cs typeface="Meiryo UI"/>
                          <a:effectLst/>
                        </a:rPr>
                        <a:t>・昇進要件（次の職位に上がる条件）</a:t>
                      </a:r>
                    </a:p>
                    <a:p>
                      <a:pPr marL="0" indent="0" algn="l">
                        <a:lnSpc>
                          <a:spcPct val="105000"/>
                        </a:lnSpc>
                        <a:buNone/>
                      </a:pPr>
                      <a:r>
                        <a:rPr sz="1300" b="0" i="0">
                          <a:solidFill>
                            <a:srgbClr val="000000"/>
                          </a:solidFill>
                          <a:latin typeface="Meiryo UI"/>
                          <a:ea typeface="Meiryo UI"/>
                          <a:cs typeface="Meiryo UI"/>
                          <a:effectLst/>
                        </a:rPr>
                        <a:t>・コンサルタントとの間の移り方</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300" b="0" i="0">
                          <a:solidFill>
                            <a:srgbClr val="000000"/>
                          </a:solidFill>
                          <a:latin typeface="Meiryo UI"/>
                          <a:ea typeface="Meiryo UI"/>
                          <a:cs typeface="Meiryo UI"/>
                          <a:effectLst/>
                        </a:rPr>
                        <a:t>P.18〜20</a:t>
                      </a:r>
                    </a:p>
                    <a:p>
                      <a:pPr marL="0" indent="0" algn="l">
                        <a:lnSpc>
                          <a:spcPct val="105000"/>
                        </a:lnSpc>
                        <a:buNone/>
                      </a:pPr>
                      <a:r>
                        <a:rPr sz="1300" b="0" i="0">
                          <a:solidFill>
                            <a:srgbClr val="000000"/>
                          </a:solidFill>
                          <a:latin typeface="Meiryo UI"/>
                          <a:ea typeface="Meiryo UI"/>
                          <a:cs typeface="Meiryo UI"/>
                          <a:effectLst/>
                        </a:rPr>
                        <a:t>・スペシャリストトラック案、</a:t>
                      </a:r>
                    </a:p>
                    <a:p>
                      <a:pPr marL="0" indent="0" algn="l">
                        <a:lnSpc>
                          <a:spcPct val="105000"/>
                        </a:lnSpc>
                        <a:buNone/>
                      </a:pPr>
                      <a:r>
                        <a:rPr sz="1300" b="0" i="0">
                          <a:solidFill>
                            <a:srgbClr val="000000"/>
                          </a:solidFill>
                          <a:latin typeface="Meiryo UI"/>
                          <a:ea typeface="Meiryo UI"/>
                          <a:cs typeface="Meiryo UI"/>
                          <a:effectLst/>
                        </a:rPr>
                        <a:t>  職位別の役割と昇進要件</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300" b="0" i="0">
                          <a:solidFill>
                            <a:srgbClr val="000000"/>
                          </a:solidFill>
                          <a:latin typeface="Meiryo UI"/>
                          <a:ea typeface="Meiryo UI"/>
                          <a:cs typeface="Meiryo UI"/>
                          <a:effectLst/>
                        </a:rPr>
                        <a:t>・どの職位まで設けるか</a:t>
                      </a:r>
                    </a:p>
                    <a:p>
                      <a:pPr marL="0" indent="0" algn="l">
                        <a:lnSpc>
                          <a:spcPct val="105000"/>
                        </a:lnSpc>
                        <a:buNone/>
                      </a:pPr>
                      <a:r>
                        <a:rPr sz="1300" b="0" i="0">
                          <a:solidFill>
                            <a:srgbClr val="000000"/>
                          </a:solidFill>
                          <a:latin typeface="Meiryo UI"/>
                          <a:ea typeface="Meiryo UI"/>
                          <a:cs typeface="Meiryo UI"/>
                          <a:effectLst/>
                        </a:rPr>
                        <a:t>・中途採用者の格付けの目安</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bl>
          </a:graphicData>
        </a:graphic>
      </p:graphicFrame>
      <p:sp>
        <p:nvSpPr>
          <p:cNvPr id="5" name="Rectangle 4"/>
          <p:cNvSpPr/>
          <p:nvPr/>
        </p:nvSpPr>
        <p:spPr>
          <a:xfrm>
            <a:off x="279400" y="6350000"/>
            <a:ext cx="11696700" cy="279400"/>
          </a:xfrm>
          <a:prstGeom prst="rect">
            <a:avLst/>
          </a:prstGeom>
          <a:no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l" marL="0" indent="0">
              <a:lnSpc>
                <a:spcPct val="110000"/>
              </a:lnSpc>
              <a:buNone/>
            </a:pPr>
            <a:r>
              <a:rPr sz="1200" b="0" i="0">
                <a:solidFill>
                  <a:srgbClr val="7F7F7F"/>
                </a:solidFill>
                <a:latin typeface="Meiryo UI"/>
                <a:ea typeface="Meiryo UI"/>
                <a:cs typeface="Meiryo UI"/>
                <a:effectLst/>
              </a:rPr>
              <a:t>様式（目標設定ガイド・目標設定シート）はHRが整えます。中身の判断を聖さんにお願いしたい、という分担です。</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279400" y="812800"/>
            <a:ext cx="11696700" cy="584200"/>
          </a:xfrm>
        </p:spPr>
        <p:txBody>
          <a:bodyPr wrap="square"/>
          <a:lstStyle/>
          <a:p>
            <a:pPr marL="0" indent="0" algn="l">
              <a:lnSpc>
                <a:spcPct val="120000"/>
              </a:lnSpc>
              <a:buNone/>
            </a:pPr>
            <a:r>
              <a:rPr sz="1600" b="1" i="0">
                <a:solidFill>
                  <a:srgbClr val="000000"/>
                </a:solidFill>
                <a:latin typeface="Meiryo UI"/>
                <a:ea typeface="Meiryo UI"/>
                <a:cs typeface="Meiryo UI"/>
                <a:effectLst/>
              </a:rPr>
              <a:t>藤川さんの期限である10月末までにカテゴリーの方向性を聖さんと合意し、詳細のドラフトは11月中旬にいただく二段階で進めます。</a:t>
            </a:r>
          </a:p>
        </p:txBody>
      </p:sp>
      <p:sp>
        <p:nvSpPr>
          <p:cNvPr id="3" name="Title 2"/>
          <p:cNvSpPr>
            <a:spLocks noGrp="1"/>
          </p:cNvSpPr>
          <p:nvPr>
            <p:ph type="title"/>
          </p:nvPr>
        </p:nvSpPr>
        <p:spPr>
          <a:xfrm>
            <a:off x="266700" y="114300"/>
            <a:ext cx="10439400" cy="495300"/>
          </a:xfrm>
        </p:spPr>
        <p:txBody>
          <a:bodyPr/>
          <a:lstStyle/>
          <a:p>
            <a:pPr algn="l"/>
            <a:r>
              <a:rPr sz="2400" b="1" i="0">
                <a:solidFill>
                  <a:srgbClr val="000000"/>
                </a:solidFill>
                <a:latin typeface="Meiryo UI"/>
                <a:ea typeface="Meiryo UI"/>
                <a:cs typeface="Meiryo UI"/>
                <a:effectLst/>
              </a:rPr>
              <a:t>進め方とスケジュール（案）</a:t>
            </a:r>
          </a:p>
        </p:txBody>
      </p:sp>
      <p:sp>
        <p:nvSpPr>
          <p:cNvPr id="4" name="Rectangle 3"/>
          <p:cNvSpPr/>
          <p:nvPr/>
        </p:nvSpPr>
        <p:spPr>
          <a:xfrm>
            <a:off x="279400" y="1752600"/>
            <a:ext cx="2133600" cy="558800"/>
          </a:xfrm>
          <a:prstGeom prst="rect">
            <a:avLst/>
          </a:prstGeom>
          <a:solidFill>
            <a:srgbClr val="03386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ctr" marL="0" indent="0">
              <a:lnSpc>
                <a:spcPct val="110000"/>
              </a:lnSpc>
              <a:buNone/>
            </a:pPr>
            <a:r>
              <a:rPr sz="1400" b="1" i="0">
                <a:solidFill>
                  <a:srgbClr val="FFFFFF"/>
                </a:solidFill>
                <a:latin typeface="Meiryo UI"/>
                <a:ea typeface="Meiryo UI"/>
                <a:cs typeface="Meiryo UI"/>
                <a:effectLst/>
              </a:rPr>
              <a:t>STEP 1
10/29（木）</a:t>
            </a:r>
          </a:p>
        </p:txBody>
      </p:sp>
      <p:sp>
        <p:nvSpPr>
          <p:cNvPr id="5" name="Rectangle 4"/>
          <p:cNvSpPr/>
          <p:nvPr/>
        </p:nvSpPr>
        <p:spPr>
          <a:xfrm>
            <a:off x="279400" y="2311400"/>
            <a:ext cx="2133600" cy="431800"/>
          </a:xfrm>
          <a:prstGeom prst="rect">
            <a:avLst/>
          </a:prstGeom>
          <a:solidFill>
            <a:srgbClr val="F2F2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ctr" marL="0" indent="0">
              <a:lnSpc>
                <a:spcPct val="110000"/>
              </a:lnSpc>
              <a:buNone/>
            </a:pPr>
            <a:r>
              <a:rPr sz="1400" b="1" i="0">
                <a:solidFill>
                  <a:srgbClr val="000000"/>
                </a:solidFill>
                <a:latin typeface="Meiryo UI"/>
                <a:ea typeface="Meiryo UI"/>
                <a:cs typeface="Meiryo UI"/>
                <a:effectLst/>
              </a:rPr>
              <a:t>ご依頼</a:t>
            </a:r>
          </a:p>
        </p:txBody>
      </p:sp>
      <p:sp>
        <p:nvSpPr>
          <p:cNvPr id="6" name="Rectangle 5"/>
          <p:cNvSpPr/>
          <p:nvPr/>
        </p:nvSpPr>
        <p:spPr>
          <a:xfrm>
            <a:off x="279400" y="2743200"/>
            <a:ext cx="2133600" cy="1524000"/>
          </a:xfrm>
          <a:prstGeom prst="rect">
            <a:avLst/>
          </a:prstGeom>
          <a:solidFill>
            <a:srgbClr val="FFFFFF"/>
          </a:solidFill>
          <a:ln w="9525">
            <a:solidFill>
              <a:srgbClr val="D9D9D9"/>
            </a:solidFill>
          </a:ln>
          <a:effectLst/>
        </p:spPr>
        <p:style>
          <a:lnRef idx="1">
            <a:schemeClr val="accent1"/>
          </a:lnRef>
          <a:fillRef idx="3">
            <a:schemeClr val="accent1"/>
          </a:fillRef>
          <a:effectRef idx="0">
            <a:schemeClr val="accent1"/>
          </a:effectRef>
          <a:fontRef idx="minor">
            <a:schemeClr val="lt1"/>
          </a:fontRef>
        </p:style>
        <p:txBody>
          <a:bodyPr rtlCol="0" anchor="t" wrap="square" lIns="76200" rIns="76200" tIns="38100" bIns="38100"/>
          <a:lstStyle/>
          <a:p>
            <a:pPr algn="l" marL="0" indent="0">
              <a:lnSpc>
                <a:spcPct val="120000"/>
              </a:lnSpc>
              <a:buNone/>
            </a:pPr>
            <a:r>
              <a:rPr sz="1300" b="0" i="0">
                <a:solidFill>
                  <a:srgbClr val="000000"/>
                </a:solidFill>
                <a:latin typeface="Meiryo UI"/>
                <a:ea typeface="Meiryo UI"/>
                <a:cs typeface="Meiryo UI"/>
                <a:effectLst/>
              </a:rPr>
              <a:t>・本資料とメールの送付</a:t>
            </a:r>
          </a:p>
          <a:p>
            <a:pPr marL="0" indent="0" algn="l">
              <a:lnSpc>
                <a:spcPct val="120000"/>
              </a:lnSpc>
              <a:buNone/>
            </a:pPr>
            <a:r>
              <a:rPr sz="1300" b="0" i="0">
                <a:solidFill>
                  <a:srgbClr val="000000"/>
                </a:solidFill>
                <a:latin typeface="Meiryo UI"/>
                <a:ea typeface="Meiryo UI"/>
                <a:cs typeface="Meiryo UI"/>
                <a:effectLst/>
              </a:rPr>
              <a:t>・論点（P.21）の共有</a:t>
            </a:r>
          </a:p>
        </p:txBody>
      </p:sp>
      <p:sp>
        <p:nvSpPr>
          <p:cNvPr id="7" name="Rectangle 6"/>
          <p:cNvSpPr/>
          <p:nvPr/>
        </p:nvSpPr>
        <p:spPr>
          <a:xfrm>
            <a:off x="279400" y="4267200"/>
            <a:ext cx="2133600" cy="381000"/>
          </a:xfrm>
          <a:prstGeom prst="rect">
            <a:avLst/>
          </a:prstGeom>
          <a:solidFill>
            <a:srgbClr val="FFFFFF"/>
          </a:solidFill>
          <a:ln w="9525">
            <a:solidFill>
              <a:srgbClr val="D9D9D9"/>
            </a:solid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l" marL="0" indent="0">
              <a:lnSpc>
                <a:spcPct val="110000"/>
              </a:lnSpc>
              <a:buNone/>
            </a:pPr>
            <a:r>
              <a:rPr sz="1200" b="0" i="0">
                <a:solidFill>
                  <a:srgbClr val="7F7F7F"/>
                </a:solidFill>
                <a:latin typeface="Meiryo UI"/>
                <a:ea typeface="Meiryo UI"/>
                <a:cs typeface="Meiryo UI"/>
                <a:effectLst/>
              </a:rPr>
              <a:t>担当：小出</a:t>
            </a:r>
          </a:p>
        </p:txBody>
      </p:sp>
      <p:sp>
        <p:nvSpPr>
          <p:cNvPr id="8" name="Right Arrow 7"/>
          <p:cNvSpPr/>
          <p:nvPr/>
        </p:nvSpPr>
        <p:spPr>
          <a:xfrm>
            <a:off x="2438400" y="3073400"/>
            <a:ext cx="203200" cy="279400"/>
          </a:xfrm>
          <a:prstGeom prst="rightArrow">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Rectangle 8"/>
          <p:cNvSpPr/>
          <p:nvPr/>
        </p:nvSpPr>
        <p:spPr>
          <a:xfrm>
            <a:off x="2667000" y="1752600"/>
            <a:ext cx="2133600" cy="558800"/>
          </a:xfrm>
          <a:prstGeom prst="rect">
            <a:avLst/>
          </a:prstGeom>
          <a:solidFill>
            <a:srgbClr val="03386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ctr" marL="0" indent="0">
              <a:lnSpc>
                <a:spcPct val="110000"/>
              </a:lnSpc>
              <a:buNone/>
            </a:pPr>
            <a:r>
              <a:rPr sz="1400" b="1" i="0">
                <a:solidFill>
                  <a:srgbClr val="FFFFFF"/>
                </a:solidFill>
                <a:latin typeface="Meiryo UI"/>
                <a:ea typeface="Meiryo UI"/>
                <a:cs typeface="Meiryo UI"/>
                <a:effectLst/>
              </a:rPr>
              <a:t>STEP 2
10/30（金）</a:t>
            </a:r>
          </a:p>
        </p:txBody>
      </p:sp>
      <p:sp>
        <p:nvSpPr>
          <p:cNvPr id="10" name="Rectangle 9"/>
          <p:cNvSpPr/>
          <p:nvPr/>
        </p:nvSpPr>
        <p:spPr>
          <a:xfrm>
            <a:off x="2667000" y="2311400"/>
            <a:ext cx="2133600" cy="431800"/>
          </a:xfrm>
          <a:prstGeom prst="rect">
            <a:avLst/>
          </a:prstGeom>
          <a:solidFill>
            <a:srgbClr val="F2F2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ctr" marL="0" indent="0">
              <a:lnSpc>
                <a:spcPct val="110000"/>
              </a:lnSpc>
              <a:buNone/>
            </a:pPr>
            <a:r>
              <a:rPr sz="1400" b="1" i="0">
                <a:solidFill>
                  <a:srgbClr val="000000"/>
                </a:solidFill>
                <a:latin typeface="Meiryo UI"/>
                <a:ea typeface="Meiryo UI"/>
                <a:cs typeface="Meiryo UI"/>
                <a:effectLst/>
              </a:rPr>
              <a:t>壁打ち・方向性の合意</a:t>
            </a:r>
          </a:p>
        </p:txBody>
      </p:sp>
      <p:sp>
        <p:nvSpPr>
          <p:cNvPr id="11" name="Rectangle 10"/>
          <p:cNvSpPr/>
          <p:nvPr/>
        </p:nvSpPr>
        <p:spPr>
          <a:xfrm>
            <a:off x="2667000" y="2743200"/>
            <a:ext cx="2133600" cy="1524000"/>
          </a:xfrm>
          <a:prstGeom prst="rect">
            <a:avLst/>
          </a:prstGeom>
          <a:solidFill>
            <a:srgbClr val="FFFFFF"/>
          </a:solidFill>
          <a:ln w="9525">
            <a:solidFill>
              <a:srgbClr val="D9D9D9"/>
            </a:solidFill>
          </a:ln>
          <a:effectLst/>
        </p:spPr>
        <p:style>
          <a:lnRef idx="1">
            <a:schemeClr val="accent1"/>
          </a:lnRef>
          <a:fillRef idx="3">
            <a:schemeClr val="accent1"/>
          </a:fillRef>
          <a:effectRef idx="0">
            <a:schemeClr val="accent1"/>
          </a:effectRef>
          <a:fontRef idx="minor">
            <a:schemeClr val="lt1"/>
          </a:fontRef>
        </p:style>
        <p:txBody>
          <a:bodyPr rtlCol="0" anchor="t" wrap="square" lIns="76200" rIns="76200" tIns="38100" bIns="38100"/>
          <a:lstStyle/>
          <a:p>
            <a:pPr algn="l" marL="0" indent="0">
              <a:lnSpc>
                <a:spcPct val="120000"/>
              </a:lnSpc>
              <a:buNone/>
            </a:pPr>
            <a:r>
              <a:rPr sz="1300" b="0" i="0">
                <a:solidFill>
                  <a:srgbClr val="000000"/>
                </a:solidFill>
                <a:latin typeface="Meiryo UI"/>
                <a:ea typeface="Meiryo UI"/>
                <a:cs typeface="Meiryo UI"/>
                <a:effectLst/>
              </a:rPr>
              <a:t>・AIも使ってたたき台を</a:t>
            </a:r>
          </a:p>
          <a:p>
            <a:pPr marL="0" indent="0" algn="l">
              <a:lnSpc>
                <a:spcPct val="120000"/>
              </a:lnSpc>
              <a:buNone/>
            </a:pPr>
            <a:r>
              <a:rPr sz="1300" b="0" i="0">
                <a:solidFill>
                  <a:srgbClr val="000000"/>
                </a:solidFill>
                <a:latin typeface="Meiryo UI"/>
                <a:ea typeface="Meiryo UI"/>
                <a:cs typeface="Meiryo UI"/>
                <a:effectLst/>
              </a:rPr>
              <a:t>  一緒に叩く</a:t>
            </a:r>
          </a:p>
          <a:p>
            <a:pPr marL="0" indent="0" algn="l">
              <a:lnSpc>
                <a:spcPct val="120000"/>
              </a:lnSpc>
              <a:buNone/>
            </a:pPr>
            <a:r>
              <a:rPr sz="1300" b="0" i="0">
                <a:solidFill>
                  <a:srgbClr val="000000"/>
                </a:solidFill>
                <a:latin typeface="Meiryo UI"/>
                <a:ea typeface="Meiryo UI"/>
                <a:cs typeface="Meiryo UI"/>
                <a:effectLst/>
              </a:rPr>
              <a:t>・カテゴリーと論点の</a:t>
            </a:r>
          </a:p>
          <a:p>
            <a:pPr marL="0" indent="0" algn="l">
              <a:lnSpc>
                <a:spcPct val="120000"/>
              </a:lnSpc>
              <a:buNone/>
            </a:pPr>
            <a:r>
              <a:rPr sz="1300" b="0" i="0">
                <a:solidFill>
                  <a:srgbClr val="000000"/>
                </a:solidFill>
                <a:latin typeface="Meiryo UI"/>
                <a:ea typeface="Meiryo UI"/>
                <a:cs typeface="Meiryo UI"/>
                <a:effectLst/>
              </a:rPr>
              <a:t>  方向性を合意</a:t>
            </a:r>
          </a:p>
        </p:txBody>
      </p:sp>
      <p:sp>
        <p:nvSpPr>
          <p:cNvPr id="12" name="Rectangle 11"/>
          <p:cNvSpPr/>
          <p:nvPr/>
        </p:nvSpPr>
        <p:spPr>
          <a:xfrm>
            <a:off x="2667000" y="4267200"/>
            <a:ext cx="2133600" cy="381000"/>
          </a:xfrm>
          <a:prstGeom prst="rect">
            <a:avLst/>
          </a:prstGeom>
          <a:solidFill>
            <a:srgbClr val="FFFFFF"/>
          </a:solidFill>
          <a:ln w="9525">
            <a:solidFill>
              <a:srgbClr val="D9D9D9"/>
            </a:solid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l" marL="0" indent="0">
              <a:lnSpc>
                <a:spcPct val="110000"/>
              </a:lnSpc>
              <a:buNone/>
            </a:pPr>
            <a:r>
              <a:rPr sz="1200" b="0" i="0">
                <a:solidFill>
                  <a:srgbClr val="7F7F7F"/>
                </a:solidFill>
                <a:latin typeface="Meiryo UI"/>
                <a:ea typeface="Meiryo UI"/>
                <a:cs typeface="Meiryo UI"/>
                <a:effectLst/>
              </a:rPr>
              <a:t>担当：聖さん・小出</a:t>
            </a:r>
          </a:p>
        </p:txBody>
      </p:sp>
      <p:sp>
        <p:nvSpPr>
          <p:cNvPr id="13" name="Right Arrow 12"/>
          <p:cNvSpPr/>
          <p:nvPr/>
        </p:nvSpPr>
        <p:spPr>
          <a:xfrm>
            <a:off x="4826000" y="3073400"/>
            <a:ext cx="203200" cy="279400"/>
          </a:xfrm>
          <a:prstGeom prst="rightArrow">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5054600" y="1752600"/>
            <a:ext cx="2133600" cy="558800"/>
          </a:xfrm>
          <a:prstGeom prst="rect">
            <a:avLst/>
          </a:prstGeom>
          <a:solidFill>
            <a:srgbClr val="03386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ctr" marL="0" indent="0">
              <a:lnSpc>
                <a:spcPct val="110000"/>
              </a:lnSpc>
              <a:buNone/>
            </a:pPr>
            <a:r>
              <a:rPr sz="1400" b="1" i="0">
                <a:solidFill>
                  <a:srgbClr val="FFFFFF"/>
                </a:solidFill>
                <a:latin typeface="Meiryo UI"/>
                <a:ea typeface="Meiryo UI"/>
                <a:cs typeface="Meiryo UI"/>
                <a:effectLst/>
              </a:rPr>
              <a:t>STEP 3
11月中旬</a:t>
            </a:r>
          </a:p>
        </p:txBody>
      </p:sp>
      <p:sp>
        <p:nvSpPr>
          <p:cNvPr id="15" name="Rectangle 14"/>
          <p:cNvSpPr/>
          <p:nvPr/>
        </p:nvSpPr>
        <p:spPr>
          <a:xfrm>
            <a:off x="5054600" y="2311400"/>
            <a:ext cx="2133600" cy="431800"/>
          </a:xfrm>
          <a:prstGeom prst="rect">
            <a:avLst/>
          </a:prstGeom>
          <a:solidFill>
            <a:srgbClr val="F2F2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ctr" marL="0" indent="0">
              <a:lnSpc>
                <a:spcPct val="110000"/>
              </a:lnSpc>
              <a:buNone/>
            </a:pPr>
            <a:r>
              <a:rPr sz="1400" b="1" i="0">
                <a:solidFill>
                  <a:srgbClr val="000000"/>
                </a:solidFill>
                <a:latin typeface="Meiryo UI"/>
                <a:ea typeface="Meiryo UI"/>
                <a:cs typeface="Meiryo UI"/>
                <a:effectLst/>
              </a:rPr>
              <a:t>ドラフト作成</a:t>
            </a:r>
          </a:p>
        </p:txBody>
      </p:sp>
      <p:sp>
        <p:nvSpPr>
          <p:cNvPr id="16" name="Rectangle 15"/>
          <p:cNvSpPr/>
          <p:nvPr/>
        </p:nvSpPr>
        <p:spPr>
          <a:xfrm>
            <a:off x="5054600" y="2743200"/>
            <a:ext cx="2133600" cy="1524000"/>
          </a:xfrm>
          <a:prstGeom prst="rect">
            <a:avLst/>
          </a:prstGeom>
          <a:solidFill>
            <a:srgbClr val="FFFFFF"/>
          </a:solidFill>
          <a:ln w="9525">
            <a:solidFill>
              <a:srgbClr val="D9D9D9"/>
            </a:solidFill>
          </a:ln>
          <a:effectLst/>
        </p:spPr>
        <p:style>
          <a:lnRef idx="1">
            <a:schemeClr val="accent1"/>
          </a:lnRef>
          <a:fillRef idx="3">
            <a:schemeClr val="accent1"/>
          </a:fillRef>
          <a:effectRef idx="0">
            <a:schemeClr val="accent1"/>
          </a:effectRef>
          <a:fontRef idx="minor">
            <a:schemeClr val="lt1"/>
          </a:fontRef>
        </p:style>
        <p:txBody>
          <a:bodyPr rtlCol="0" anchor="t" wrap="square" lIns="76200" rIns="76200" tIns="38100" bIns="38100"/>
          <a:lstStyle/>
          <a:p>
            <a:pPr algn="l" marL="0" indent="0">
              <a:lnSpc>
                <a:spcPct val="120000"/>
              </a:lnSpc>
              <a:buNone/>
            </a:pPr>
            <a:r>
              <a:rPr sz="1300" b="0" i="0">
                <a:solidFill>
                  <a:srgbClr val="000000"/>
                </a:solidFill>
                <a:latin typeface="Meiryo UI"/>
                <a:ea typeface="Meiryo UI"/>
                <a:cs typeface="Meiryo UI"/>
                <a:effectLst/>
              </a:rPr>
              <a:t>・ルーブリック・係数</a:t>
            </a:r>
          </a:p>
          <a:p>
            <a:pPr marL="0" indent="0" algn="l">
              <a:lnSpc>
                <a:spcPct val="120000"/>
              </a:lnSpc>
              <a:buNone/>
            </a:pPr>
            <a:r>
              <a:rPr sz="1300" b="0" i="0">
                <a:solidFill>
                  <a:srgbClr val="000000"/>
                </a:solidFill>
                <a:latin typeface="Meiryo UI"/>
                <a:ea typeface="Meiryo UI"/>
                <a:cs typeface="Meiryo UI"/>
                <a:effectLst/>
              </a:rPr>
              <a:t>・記入サンプル</a:t>
            </a:r>
          </a:p>
          <a:p>
            <a:pPr marL="0" indent="0" algn="l">
              <a:lnSpc>
                <a:spcPct val="120000"/>
              </a:lnSpc>
              <a:buNone/>
            </a:pPr>
            <a:r>
              <a:rPr sz="1300" b="0" i="0">
                <a:solidFill>
                  <a:srgbClr val="000000"/>
                </a:solidFill>
                <a:latin typeface="Meiryo UI"/>
                <a:ea typeface="Meiryo UI"/>
                <a:cs typeface="Meiryo UI"/>
                <a:effectLst/>
              </a:rPr>
              <a:t>・キャリアパス</a:t>
            </a:r>
          </a:p>
        </p:txBody>
      </p:sp>
      <p:sp>
        <p:nvSpPr>
          <p:cNvPr id="17" name="Rectangle 16"/>
          <p:cNvSpPr/>
          <p:nvPr/>
        </p:nvSpPr>
        <p:spPr>
          <a:xfrm>
            <a:off x="5054600" y="4267200"/>
            <a:ext cx="2133600" cy="381000"/>
          </a:xfrm>
          <a:prstGeom prst="rect">
            <a:avLst/>
          </a:prstGeom>
          <a:solidFill>
            <a:srgbClr val="FFFFFF"/>
          </a:solidFill>
          <a:ln w="9525">
            <a:solidFill>
              <a:srgbClr val="D9D9D9"/>
            </a:solid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l" marL="0" indent="0">
              <a:lnSpc>
                <a:spcPct val="110000"/>
              </a:lnSpc>
              <a:buNone/>
            </a:pPr>
            <a:r>
              <a:rPr sz="1200" b="0" i="0">
                <a:solidFill>
                  <a:srgbClr val="7F7F7F"/>
                </a:solidFill>
                <a:latin typeface="Meiryo UI"/>
                <a:ea typeface="Meiryo UI"/>
                <a:cs typeface="Meiryo UI"/>
                <a:effectLst/>
              </a:rPr>
              <a:t>担当：聖さん</a:t>
            </a:r>
          </a:p>
        </p:txBody>
      </p:sp>
      <p:sp>
        <p:nvSpPr>
          <p:cNvPr id="18" name="Right Arrow 17"/>
          <p:cNvSpPr/>
          <p:nvPr/>
        </p:nvSpPr>
        <p:spPr>
          <a:xfrm>
            <a:off x="7213600" y="3073400"/>
            <a:ext cx="203200" cy="279400"/>
          </a:xfrm>
          <a:prstGeom prst="rightArrow">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ectangle 18"/>
          <p:cNvSpPr/>
          <p:nvPr/>
        </p:nvSpPr>
        <p:spPr>
          <a:xfrm>
            <a:off x="7442200" y="1752600"/>
            <a:ext cx="2133600" cy="558800"/>
          </a:xfrm>
          <a:prstGeom prst="rect">
            <a:avLst/>
          </a:prstGeom>
          <a:solidFill>
            <a:srgbClr val="03386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ctr" marL="0" indent="0">
              <a:lnSpc>
                <a:spcPct val="110000"/>
              </a:lnSpc>
              <a:buNone/>
            </a:pPr>
            <a:r>
              <a:rPr sz="1400" b="1" i="0">
                <a:solidFill>
                  <a:srgbClr val="FFFFFF"/>
                </a:solidFill>
                <a:latin typeface="Meiryo UI"/>
                <a:ea typeface="Meiryo UI"/>
                <a:cs typeface="Meiryo UI"/>
                <a:effectLst/>
              </a:rPr>
              <a:t>STEP 4
11月下旬</a:t>
            </a:r>
          </a:p>
        </p:txBody>
      </p:sp>
      <p:sp>
        <p:nvSpPr>
          <p:cNvPr id="20" name="Rectangle 19"/>
          <p:cNvSpPr/>
          <p:nvPr/>
        </p:nvSpPr>
        <p:spPr>
          <a:xfrm>
            <a:off x="7442200" y="2311400"/>
            <a:ext cx="2133600" cy="431800"/>
          </a:xfrm>
          <a:prstGeom prst="rect">
            <a:avLst/>
          </a:prstGeom>
          <a:solidFill>
            <a:srgbClr val="F2F2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ctr" marL="0" indent="0">
              <a:lnSpc>
                <a:spcPct val="110000"/>
              </a:lnSpc>
              <a:buNone/>
            </a:pPr>
            <a:r>
              <a:rPr sz="1400" b="1" i="0">
                <a:solidFill>
                  <a:srgbClr val="000000"/>
                </a:solidFill>
                <a:latin typeface="Meiryo UI"/>
                <a:ea typeface="Meiryo UI"/>
                <a:cs typeface="Meiryo UI"/>
                <a:effectLst/>
              </a:rPr>
              <a:t>制度との整合</a:t>
            </a:r>
          </a:p>
        </p:txBody>
      </p:sp>
      <p:sp>
        <p:nvSpPr>
          <p:cNvPr id="21" name="Rectangle 20"/>
          <p:cNvSpPr/>
          <p:nvPr/>
        </p:nvSpPr>
        <p:spPr>
          <a:xfrm>
            <a:off x="7442200" y="2743200"/>
            <a:ext cx="2133600" cy="1524000"/>
          </a:xfrm>
          <a:prstGeom prst="rect">
            <a:avLst/>
          </a:prstGeom>
          <a:solidFill>
            <a:srgbClr val="FFFFFF"/>
          </a:solidFill>
          <a:ln w="9525">
            <a:solidFill>
              <a:srgbClr val="D9D9D9"/>
            </a:solidFill>
          </a:ln>
          <a:effectLst/>
        </p:spPr>
        <p:style>
          <a:lnRef idx="1">
            <a:schemeClr val="accent1"/>
          </a:lnRef>
          <a:fillRef idx="3">
            <a:schemeClr val="accent1"/>
          </a:fillRef>
          <a:effectRef idx="0">
            <a:schemeClr val="accent1"/>
          </a:effectRef>
          <a:fontRef idx="minor">
            <a:schemeClr val="lt1"/>
          </a:fontRef>
        </p:style>
        <p:txBody>
          <a:bodyPr rtlCol="0" anchor="t" wrap="square" lIns="76200" rIns="76200" tIns="38100" bIns="38100"/>
          <a:lstStyle/>
          <a:p>
            <a:pPr algn="l" marL="0" indent="0">
              <a:lnSpc>
                <a:spcPct val="120000"/>
              </a:lnSpc>
              <a:buNone/>
            </a:pPr>
            <a:r>
              <a:rPr sz="1300" b="0" i="0">
                <a:solidFill>
                  <a:srgbClr val="000000"/>
                </a:solidFill>
                <a:latin typeface="Meiryo UI"/>
                <a:ea typeface="Meiryo UI"/>
                <a:cs typeface="Meiryo UI"/>
                <a:effectLst/>
              </a:rPr>
              <a:t>・報酬・評価委員会・</a:t>
            </a:r>
          </a:p>
          <a:p>
            <a:pPr marL="0" indent="0" algn="l">
              <a:lnSpc>
                <a:spcPct val="120000"/>
              </a:lnSpc>
              <a:buNone/>
            </a:pPr>
            <a:r>
              <a:rPr sz="1300" b="0" i="0">
                <a:solidFill>
                  <a:srgbClr val="000000"/>
                </a:solidFill>
                <a:latin typeface="Meiryo UI"/>
                <a:ea typeface="Meiryo UI"/>
                <a:cs typeface="Meiryo UI"/>
                <a:effectLst/>
              </a:rPr>
              <a:t>  様式との整合</a:t>
            </a:r>
          </a:p>
          <a:p>
            <a:pPr marL="0" indent="0" algn="l">
              <a:lnSpc>
                <a:spcPct val="120000"/>
              </a:lnSpc>
              <a:buNone/>
            </a:pPr>
            <a:r>
              <a:rPr sz="1300" b="0" i="0">
                <a:solidFill>
                  <a:srgbClr val="000000"/>
                </a:solidFill>
                <a:latin typeface="Meiryo UI"/>
                <a:ea typeface="Meiryo UI"/>
                <a:cs typeface="Meiryo UI"/>
                <a:effectLst/>
              </a:rPr>
              <a:t>・福島さんの確認</a:t>
            </a:r>
          </a:p>
        </p:txBody>
      </p:sp>
      <p:sp>
        <p:nvSpPr>
          <p:cNvPr id="22" name="Rectangle 21"/>
          <p:cNvSpPr/>
          <p:nvPr/>
        </p:nvSpPr>
        <p:spPr>
          <a:xfrm>
            <a:off x="7442200" y="4267200"/>
            <a:ext cx="2133600" cy="381000"/>
          </a:xfrm>
          <a:prstGeom prst="rect">
            <a:avLst/>
          </a:prstGeom>
          <a:solidFill>
            <a:srgbClr val="FFFFFF"/>
          </a:solidFill>
          <a:ln w="9525">
            <a:solidFill>
              <a:srgbClr val="D9D9D9"/>
            </a:solid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l" marL="0" indent="0">
              <a:lnSpc>
                <a:spcPct val="110000"/>
              </a:lnSpc>
              <a:buNone/>
            </a:pPr>
            <a:r>
              <a:rPr sz="1200" b="0" i="0">
                <a:solidFill>
                  <a:srgbClr val="7F7F7F"/>
                </a:solidFill>
                <a:latin typeface="Meiryo UI"/>
                <a:ea typeface="Meiryo UI"/>
                <a:cs typeface="Meiryo UI"/>
                <a:effectLst/>
              </a:rPr>
              <a:t>担当：小出・福島さん</a:t>
            </a:r>
          </a:p>
        </p:txBody>
      </p:sp>
      <p:sp>
        <p:nvSpPr>
          <p:cNvPr id="23" name="Right Arrow 22"/>
          <p:cNvSpPr/>
          <p:nvPr/>
        </p:nvSpPr>
        <p:spPr>
          <a:xfrm>
            <a:off x="9601200" y="3073400"/>
            <a:ext cx="203200" cy="279400"/>
          </a:xfrm>
          <a:prstGeom prst="rightArrow">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ectangle 23"/>
          <p:cNvSpPr/>
          <p:nvPr/>
        </p:nvSpPr>
        <p:spPr>
          <a:xfrm>
            <a:off x="9829800" y="1752600"/>
            <a:ext cx="2133600" cy="558800"/>
          </a:xfrm>
          <a:prstGeom prst="rect">
            <a:avLst/>
          </a:prstGeom>
          <a:solidFill>
            <a:srgbClr val="03386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ctr" marL="0" indent="0">
              <a:lnSpc>
                <a:spcPct val="110000"/>
              </a:lnSpc>
              <a:buNone/>
            </a:pPr>
            <a:r>
              <a:rPr sz="1400" b="1" i="0">
                <a:solidFill>
                  <a:srgbClr val="FFFFFF"/>
                </a:solidFill>
                <a:latin typeface="Meiryo UI"/>
                <a:ea typeface="Meiryo UI"/>
                <a:cs typeface="Meiryo UI"/>
                <a:effectLst/>
              </a:rPr>
              <a:t>STEP 5
12月</a:t>
            </a:r>
          </a:p>
        </p:txBody>
      </p:sp>
      <p:sp>
        <p:nvSpPr>
          <p:cNvPr id="25" name="Rectangle 24"/>
          <p:cNvSpPr/>
          <p:nvPr/>
        </p:nvSpPr>
        <p:spPr>
          <a:xfrm>
            <a:off x="9829800" y="2311400"/>
            <a:ext cx="2133600" cy="431800"/>
          </a:xfrm>
          <a:prstGeom prst="rect">
            <a:avLst/>
          </a:prstGeom>
          <a:solidFill>
            <a:srgbClr val="F2F2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ctr" marL="0" indent="0">
              <a:lnSpc>
                <a:spcPct val="110000"/>
              </a:lnSpc>
              <a:buNone/>
            </a:pPr>
            <a:r>
              <a:rPr sz="1400" b="1" i="0">
                <a:solidFill>
                  <a:srgbClr val="000000"/>
                </a:solidFill>
                <a:latin typeface="Meiryo UI"/>
                <a:ea typeface="Meiryo UI"/>
                <a:cs typeface="Meiryo UI"/>
                <a:effectLst/>
              </a:rPr>
              <a:t>承認・展開</a:t>
            </a:r>
          </a:p>
        </p:txBody>
      </p:sp>
      <p:sp>
        <p:nvSpPr>
          <p:cNvPr id="26" name="Rectangle 25"/>
          <p:cNvSpPr/>
          <p:nvPr/>
        </p:nvSpPr>
        <p:spPr>
          <a:xfrm>
            <a:off x="9829800" y="2743200"/>
            <a:ext cx="2133600" cy="1524000"/>
          </a:xfrm>
          <a:prstGeom prst="rect">
            <a:avLst/>
          </a:prstGeom>
          <a:solidFill>
            <a:srgbClr val="FFFFFF"/>
          </a:solidFill>
          <a:ln w="9525">
            <a:solidFill>
              <a:srgbClr val="D9D9D9"/>
            </a:solidFill>
          </a:ln>
          <a:effectLst/>
        </p:spPr>
        <p:style>
          <a:lnRef idx="1">
            <a:schemeClr val="accent1"/>
          </a:lnRef>
          <a:fillRef idx="3">
            <a:schemeClr val="accent1"/>
          </a:fillRef>
          <a:effectRef idx="0">
            <a:schemeClr val="accent1"/>
          </a:effectRef>
          <a:fontRef idx="minor">
            <a:schemeClr val="lt1"/>
          </a:fontRef>
        </p:style>
        <p:txBody>
          <a:bodyPr rtlCol="0" anchor="t" wrap="square" lIns="76200" rIns="76200" tIns="38100" bIns="38100"/>
          <a:lstStyle/>
          <a:p>
            <a:pPr algn="l" marL="0" indent="0">
              <a:lnSpc>
                <a:spcPct val="120000"/>
              </a:lnSpc>
              <a:buNone/>
            </a:pPr>
            <a:r>
              <a:rPr sz="1300" b="0" i="0">
                <a:solidFill>
                  <a:srgbClr val="000000"/>
                </a:solidFill>
                <a:latin typeface="Meiryo UI"/>
                <a:ea typeface="Meiryo UI"/>
                <a:cs typeface="Meiryo UI"/>
                <a:effectLst/>
              </a:rPr>
              <a:t>・藤川さん・評価委員会</a:t>
            </a:r>
          </a:p>
          <a:p>
            <a:pPr marL="0" indent="0" algn="l">
              <a:lnSpc>
                <a:spcPct val="120000"/>
              </a:lnSpc>
              <a:buNone/>
            </a:pPr>
            <a:r>
              <a:rPr sz="1300" b="0" i="0">
                <a:solidFill>
                  <a:srgbClr val="000000"/>
                </a:solidFill>
                <a:latin typeface="Meiryo UI"/>
                <a:ea typeface="Meiryo UI"/>
                <a:cs typeface="Meiryo UI"/>
                <a:effectLst/>
              </a:rPr>
              <a:t>  での承認</a:t>
            </a:r>
          </a:p>
          <a:p>
            <a:pPr marL="0" indent="0" algn="l">
              <a:lnSpc>
                <a:spcPct val="120000"/>
              </a:lnSpc>
              <a:buNone/>
            </a:pPr>
            <a:r>
              <a:rPr sz="1300" b="0" i="0">
                <a:solidFill>
                  <a:srgbClr val="000000"/>
                </a:solidFill>
                <a:latin typeface="Meiryo UI"/>
                <a:ea typeface="Meiryo UI"/>
                <a:cs typeface="Meiryo UI"/>
                <a:effectLst/>
              </a:rPr>
              <a:t>・FDEメンバーへの説明</a:t>
            </a:r>
          </a:p>
        </p:txBody>
      </p:sp>
      <p:sp>
        <p:nvSpPr>
          <p:cNvPr id="27" name="Rectangle 26"/>
          <p:cNvSpPr/>
          <p:nvPr/>
        </p:nvSpPr>
        <p:spPr>
          <a:xfrm>
            <a:off x="9829800" y="4267200"/>
            <a:ext cx="2133600" cy="381000"/>
          </a:xfrm>
          <a:prstGeom prst="rect">
            <a:avLst/>
          </a:prstGeom>
          <a:solidFill>
            <a:srgbClr val="FFFFFF"/>
          </a:solidFill>
          <a:ln w="9525">
            <a:solidFill>
              <a:srgbClr val="D9D9D9"/>
            </a:solid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l" marL="0" indent="0">
              <a:lnSpc>
                <a:spcPct val="110000"/>
              </a:lnSpc>
              <a:buNone/>
            </a:pPr>
            <a:r>
              <a:rPr sz="1200" b="0" i="0">
                <a:solidFill>
                  <a:srgbClr val="7F7F7F"/>
                </a:solidFill>
                <a:latin typeface="Meiryo UI"/>
                <a:ea typeface="Meiryo UI"/>
                <a:cs typeface="Meiryo UI"/>
                <a:effectLst/>
              </a:rPr>
              <a:t>担当：藤川さん・評価委員会</a:t>
            </a:r>
          </a:p>
        </p:txBody>
      </p:sp>
      <p:sp>
        <p:nvSpPr>
          <p:cNvPr id="28" name="Rectangle 27"/>
          <p:cNvSpPr/>
          <p:nvPr/>
        </p:nvSpPr>
        <p:spPr>
          <a:xfrm>
            <a:off x="279400" y="4876800"/>
            <a:ext cx="11696700" cy="1270000"/>
          </a:xfrm>
          <a:prstGeom prst="rect">
            <a:avLst/>
          </a:prstGeom>
          <a:solidFill>
            <a:srgbClr val="F2F2F2"/>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76200" rIns="76200" tIns="38100" bIns="38100"/>
          <a:lstStyle/>
          <a:p>
            <a:pPr algn="l" marL="0" indent="0">
              <a:lnSpc>
                <a:spcPct val="125000"/>
              </a:lnSpc>
              <a:buNone/>
            </a:pPr>
            <a:r>
              <a:rPr sz="1400" b="1" i="0">
                <a:solidFill>
                  <a:srgbClr val="033865"/>
                </a:solidFill>
                <a:latin typeface="Meiryo UI"/>
                <a:ea typeface="Meiryo UI"/>
                <a:cs typeface="Meiryo UI"/>
                <a:effectLst/>
              </a:rPr>
              <a:t>今期（FY27）の目標設定の扱い（案）</a:t>
            </a:r>
          </a:p>
          <a:p>
            <a:pPr marL="0" indent="0" algn="l">
              <a:lnSpc>
                <a:spcPct val="125000"/>
              </a:lnSpc>
              <a:buNone/>
            </a:pPr>
            <a:r>
              <a:rPr sz="1400" b="0" i="0">
                <a:solidFill>
                  <a:srgbClr val="000000"/>
                </a:solidFill>
                <a:latin typeface="Meiryo UI"/>
                <a:ea typeface="Meiryo UI"/>
                <a:cs typeface="Meiryo UI"/>
                <a:effectLst/>
              </a:rPr>
              <a:t>・FY27の目標設定の日程（11/6 Forms提出）は変えません。10月末にカテゴリーを合意できれば、FDEメンバーは新しいカテゴリーで目標を書きます。</a:t>
            </a:r>
          </a:p>
          <a:p>
            <a:pPr marL="0" indent="0" algn="l">
              <a:lnSpc>
                <a:spcPct val="125000"/>
              </a:lnSpc>
              <a:buNone/>
            </a:pPr>
            <a:r>
              <a:rPr sz="1400" b="0" i="0">
                <a:solidFill>
                  <a:srgbClr val="000000"/>
                </a:solidFill>
                <a:latin typeface="Meiryo UI"/>
                <a:ea typeface="Meiryo UI"/>
                <a:cs typeface="Meiryo UI"/>
                <a:effectLst/>
              </a:rPr>
              <a:t>・合意が間に合わない場合は現行のFDE版V2で暫定的に設定し、中間評価のCheck-inで書き換えます。</a:t>
            </a:r>
          </a:p>
        </p:txBody>
      </p:sp>
      <p:sp>
        <p:nvSpPr>
          <p:cNvPr id="29" name="Rectangle 28"/>
          <p:cNvSpPr/>
          <p:nvPr/>
        </p:nvSpPr>
        <p:spPr>
          <a:xfrm>
            <a:off x="279400" y="6350000"/>
            <a:ext cx="11696700" cy="279400"/>
          </a:xfrm>
          <a:prstGeom prst="rect">
            <a:avLst/>
          </a:prstGeom>
          <a:no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l" marL="0" indent="0">
              <a:lnSpc>
                <a:spcPct val="110000"/>
              </a:lnSpc>
              <a:buNone/>
            </a:pPr>
            <a:r>
              <a:rPr sz="1200" b="0" i="0">
                <a:solidFill>
                  <a:srgbClr val="7F7F7F"/>
                </a:solidFill>
                <a:latin typeface="Meiryo UI"/>
                <a:ea typeface="Meiryo UI"/>
                <a:cs typeface="Meiryo UI"/>
                <a:effectLst/>
              </a:rPr>
              <a:t>10月末の期限とFY27日程の据え置きは、ミドルバック定例（10/28）の決定事項です。STEP 3以降の日程は案です。</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279400" y="812800"/>
            <a:ext cx="11696700" cy="584200"/>
          </a:xfrm>
        </p:spPr>
        <p:txBody>
          <a:bodyPr wrap="square"/>
          <a:lstStyle/>
          <a:p>
            <a:pPr marL="0" indent="0" algn="l">
              <a:lnSpc>
                <a:spcPct val="120000"/>
              </a:lnSpc>
              <a:buNone/>
            </a:pPr>
            <a:r>
              <a:rPr sz="1600" b="1" i="0">
                <a:solidFill>
                  <a:srgbClr val="000000"/>
                </a:solidFill>
                <a:latin typeface="Meiryo UI"/>
                <a:ea typeface="Meiryo UI"/>
                <a:cs typeface="Meiryo UI"/>
                <a:effectLst/>
              </a:rPr>
              <a:t>たたき台はFDEのJDから組み立てており、最後に他のコンサルティングファームのベンチマークをまとめています。</a:t>
            </a:r>
          </a:p>
        </p:txBody>
      </p:sp>
      <p:sp>
        <p:nvSpPr>
          <p:cNvPr id="3" name="Title 2"/>
          <p:cNvSpPr>
            <a:spLocks noGrp="1"/>
          </p:cNvSpPr>
          <p:nvPr>
            <p:ph type="title"/>
          </p:nvPr>
        </p:nvSpPr>
        <p:spPr>
          <a:xfrm>
            <a:off x="266700" y="114300"/>
            <a:ext cx="10439400" cy="495300"/>
          </a:xfrm>
        </p:spPr>
        <p:txBody>
          <a:bodyPr/>
          <a:lstStyle/>
          <a:p>
            <a:pPr algn="l"/>
            <a:r>
              <a:rPr sz="2400" b="1" i="0">
                <a:solidFill>
                  <a:srgbClr val="000000"/>
                </a:solidFill>
                <a:latin typeface="Meiryo UI"/>
                <a:ea typeface="Meiryo UI"/>
                <a:cs typeface="Meiryo UI"/>
                <a:effectLst/>
              </a:rPr>
              <a:t>目次</a:t>
            </a:r>
          </a:p>
        </p:txBody>
      </p:sp>
      <p:sp>
        <p:nvSpPr>
          <p:cNvPr id="4" name="Rectangle 3"/>
          <p:cNvSpPr/>
          <p:nvPr/>
        </p:nvSpPr>
        <p:spPr>
          <a:xfrm>
            <a:off x="762000" y="1854200"/>
            <a:ext cx="762000" cy="812800"/>
          </a:xfrm>
          <a:prstGeom prst="rect">
            <a:avLst/>
          </a:prstGeom>
          <a:solidFill>
            <a:srgbClr val="03386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ctr" marL="0" indent="0">
              <a:lnSpc>
                <a:spcPct val="110000"/>
              </a:lnSpc>
              <a:buNone/>
            </a:pPr>
            <a:r>
              <a:rPr sz="2400" b="1" i="0">
                <a:solidFill>
                  <a:srgbClr val="FFFFFF"/>
                </a:solidFill>
                <a:latin typeface="Meiryo UI"/>
                <a:ea typeface="Meiryo UI"/>
                <a:cs typeface="Meiryo UI"/>
                <a:effectLst/>
              </a:rPr>
              <a:t>1</a:t>
            </a:r>
          </a:p>
        </p:txBody>
      </p:sp>
      <p:sp>
        <p:nvSpPr>
          <p:cNvPr id="5" name="Rectangle 4"/>
          <p:cNvSpPr/>
          <p:nvPr/>
        </p:nvSpPr>
        <p:spPr>
          <a:xfrm>
            <a:off x="1625600" y="1854200"/>
            <a:ext cx="9652000" cy="812800"/>
          </a:xfrm>
          <a:prstGeom prst="rect">
            <a:avLst/>
          </a:prstGeom>
          <a:solidFill>
            <a:srgbClr val="FFFFFF"/>
          </a:solidFill>
          <a:ln w="9525">
            <a:solidFill>
              <a:srgbClr val="D9D9D9"/>
            </a:solid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l" marL="0" indent="0">
              <a:lnSpc>
                <a:spcPct val="120000"/>
              </a:lnSpc>
              <a:buNone/>
            </a:pPr>
            <a:r>
              <a:rPr sz="1800" b="1" i="0">
                <a:solidFill>
                  <a:srgbClr val="000000"/>
                </a:solidFill>
                <a:latin typeface="Meiryo UI"/>
                <a:ea typeface="Meiryo UI"/>
                <a:cs typeface="Meiryo UI"/>
                <a:effectLst/>
              </a:rPr>
              <a:t>JDから見たFDEの役割</a:t>
            </a:r>
          </a:p>
          <a:p>
            <a:pPr marL="0" indent="0" algn="l">
              <a:lnSpc>
                <a:spcPct val="120000"/>
              </a:lnSpc>
              <a:buNone/>
            </a:pPr>
            <a:r>
              <a:rPr sz="1400" b="0" i="0">
                <a:solidFill>
                  <a:srgbClr val="7F7F7F"/>
                </a:solidFill>
                <a:latin typeface="Meiryo UI"/>
                <a:ea typeface="Meiryo UI"/>
                <a:cs typeface="Meiryo UI"/>
                <a:effectLst/>
              </a:rPr>
              <a:t>聖さんのJD・説明会資料を起点に、FDEの役割と評価の観点を整理</a:t>
            </a:r>
          </a:p>
        </p:txBody>
      </p:sp>
      <p:sp>
        <p:nvSpPr>
          <p:cNvPr id="6" name="Rectangle 5"/>
          <p:cNvSpPr/>
          <p:nvPr/>
        </p:nvSpPr>
        <p:spPr>
          <a:xfrm>
            <a:off x="762000" y="2921000"/>
            <a:ext cx="762000" cy="812800"/>
          </a:xfrm>
          <a:prstGeom prst="rect">
            <a:avLst/>
          </a:prstGeom>
          <a:solidFill>
            <a:srgbClr val="03386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ctr" marL="0" indent="0">
              <a:lnSpc>
                <a:spcPct val="110000"/>
              </a:lnSpc>
              <a:buNone/>
            </a:pPr>
            <a:r>
              <a:rPr sz="2400" b="1" i="0">
                <a:solidFill>
                  <a:srgbClr val="FFFFFF"/>
                </a:solidFill>
                <a:latin typeface="Meiryo UI"/>
                <a:ea typeface="Meiryo UI"/>
                <a:cs typeface="Meiryo UI"/>
                <a:effectLst/>
              </a:rPr>
              <a:t>2</a:t>
            </a:r>
          </a:p>
        </p:txBody>
      </p:sp>
      <p:sp>
        <p:nvSpPr>
          <p:cNvPr id="7" name="Rectangle 6"/>
          <p:cNvSpPr/>
          <p:nvPr/>
        </p:nvSpPr>
        <p:spPr>
          <a:xfrm>
            <a:off x="1625600" y="2921000"/>
            <a:ext cx="9652000" cy="812800"/>
          </a:xfrm>
          <a:prstGeom prst="rect">
            <a:avLst/>
          </a:prstGeom>
          <a:solidFill>
            <a:srgbClr val="FFFFFF"/>
          </a:solidFill>
          <a:ln w="9525">
            <a:solidFill>
              <a:srgbClr val="D9D9D9"/>
            </a:solid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l" marL="0" indent="0">
              <a:lnSpc>
                <a:spcPct val="120000"/>
              </a:lnSpc>
              <a:buNone/>
            </a:pPr>
            <a:r>
              <a:rPr sz="1800" b="1" i="0">
                <a:solidFill>
                  <a:srgbClr val="000000"/>
                </a:solidFill>
                <a:latin typeface="Meiryo UI"/>
                <a:ea typeface="Meiryo UI"/>
                <a:cs typeface="Meiryo UI"/>
                <a:effectLst/>
              </a:rPr>
              <a:t>HRのたたき台（評価制度・目標設定）</a:t>
            </a:r>
          </a:p>
          <a:p>
            <a:pPr marL="0" indent="0" algn="l">
              <a:lnSpc>
                <a:spcPct val="120000"/>
              </a:lnSpc>
              <a:buNone/>
            </a:pPr>
            <a:r>
              <a:rPr sz="1400" b="0" i="0">
                <a:solidFill>
                  <a:srgbClr val="7F7F7F"/>
                </a:solidFill>
                <a:latin typeface="Meiryo UI"/>
                <a:ea typeface="Meiryo UI"/>
                <a:cs typeface="Meiryo UI"/>
                <a:effectLst/>
              </a:rPr>
              <a:t>コンピテンシーの新旧対照、係数、ルーブリック例、KPI、記入サンプル</a:t>
            </a:r>
          </a:p>
        </p:txBody>
      </p:sp>
      <p:sp>
        <p:nvSpPr>
          <p:cNvPr id="8" name="Rectangle 7"/>
          <p:cNvSpPr/>
          <p:nvPr/>
        </p:nvSpPr>
        <p:spPr>
          <a:xfrm>
            <a:off x="762000" y="3987800"/>
            <a:ext cx="762000" cy="812800"/>
          </a:xfrm>
          <a:prstGeom prst="rect">
            <a:avLst/>
          </a:prstGeom>
          <a:solidFill>
            <a:srgbClr val="03386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ctr" marL="0" indent="0">
              <a:lnSpc>
                <a:spcPct val="110000"/>
              </a:lnSpc>
              <a:buNone/>
            </a:pPr>
            <a:r>
              <a:rPr sz="2400" b="1" i="0">
                <a:solidFill>
                  <a:srgbClr val="FFFFFF"/>
                </a:solidFill>
                <a:latin typeface="Meiryo UI"/>
                <a:ea typeface="Meiryo UI"/>
                <a:cs typeface="Meiryo UI"/>
                <a:effectLst/>
              </a:rPr>
              <a:t>3</a:t>
            </a:r>
          </a:p>
        </p:txBody>
      </p:sp>
      <p:sp>
        <p:nvSpPr>
          <p:cNvPr id="9" name="Rectangle 8"/>
          <p:cNvSpPr/>
          <p:nvPr/>
        </p:nvSpPr>
        <p:spPr>
          <a:xfrm>
            <a:off x="1625600" y="3987800"/>
            <a:ext cx="9652000" cy="812800"/>
          </a:xfrm>
          <a:prstGeom prst="rect">
            <a:avLst/>
          </a:prstGeom>
          <a:solidFill>
            <a:srgbClr val="FFFFFF"/>
          </a:solidFill>
          <a:ln w="9525">
            <a:solidFill>
              <a:srgbClr val="D9D9D9"/>
            </a:solid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l" marL="0" indent="0">
              <a:lnSpc>
                <a:spcPct val="120000"/>
              </a:lnSpc>
              <a:buNone/>
            </a:pPr>
            <a:r>
              <a:rPr sz="1800" b="1" i="0">
                <a:solidFill>
                  <a:srgbClr val="000000"/>
                </a:solidFill>
                <a:latin typeface="Meiryo UI"/>
                <a:ea typeface="Meiryo UI"/>
                <a:cs typeface="Meiryo UI"/>
                <a:effectLst/>
              </a:rPr>
              <a:t>HRのたたき台（キャリアパス・評価体制）</a:t>
            </a:r>
          </a:p>
          <a:p>
            <a:pPr marL="0" indent="0" algn="l">
              <a:lnSpc>
                <a:spcPct val="120000"/>
              </a:lnSpc>
              <a:buNone/>
            </a:pPr>
            <a:r>
              <a:rPr sz="1400" b="0" i="0">
                <a:solidFill>
                  <a:srgbClr val="7F7F7F"/>
                </a:solidFill>
                <a:latin typeface="Meiryo UI"/>
                <a:ea typeface="Meiryo UI"/>
                <a:cs typeface="Meiryo UI"/>
                <a:effectLst/>
              </a:rPr>
              <a:t>スペシャリストトラック、職位別の役割と昇進要件、評価体制、論点</a:t>
            </a:r>
          </a:p>
        </p:txBody>
      </p:sp>
      <p:sp>
        <p:nvSpPr>
          <p:cNvPr id="10" name="Rectangle 9"/>
          <p:cNvSpPr/>
          <p:nvPr/>
        </p:nvSpPr>
        <p:spPr>
          <a:xfrm>
            <a:off x="762000" y="5054600"/>
            <a:ext cx="762000" cy="812800"/>
          </a:xfrm>
          <a:prstGeom prst="rect">
            <a:avLst/>
          </a:prstGeom>
          <a:solidFill>
            <a:srgbClr val="03386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ctr" marL="0" indent="0">
              <a:lnSpc>
                <a:spcPct val="110000"/>
              </a:lnSpc>
              <a:buNone/>
            </a:pPr>
            <a:r>
              <a:rPr sz="2400" b="1" i="0">
                <a:solidFill>
                  <a:srgbClr val="FFFFFF"/>
                </a:solidFill>
                <a:latin typeface="Meiryo UI"/>
                <a:ea typeface="Meiryo UI"/>
                <a:cs typeface="Meiryo UI"/>
                <a:effectLst/>
              </a:rPr>
              <a:t>4</a:t>
            </a:r>
          </a:p>
        </p:txBody>
      </p:sp>
      <p:sp>
        <p:nvSpPr>
          <p:cNvPr id="11" name="Rectangle 10"/>
          <p:cNvSpPr/>
          <p:nvPr/>
        </p:nvSpPr>
        <p:spPr>
          <a:xfrm>
            <a:off x="1625600" y="5054600"/>
            <a:ext cx="9652000" cy="812800"/>
          </a:xfrm>
          <a:prstGeom prst="rect">
            <a:avLst/>
          </a:prstGeom>
          <a:solidFill>
            <a:srgbClr val="FFFFFF"/>
          </a:solidFill>
          <a:ln w="9525">
            <a:solidFill>
              <a:srgbClr val="D9D9D9"/>
            </a:solid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l" marL="0" indent="0">
              <a:lnSpc>
                <a:spcPct val="120000"/>
              </a:lnSpc>
              <a:buNone/>
            </a:pPr>
            <a:r>
              <a:rPr sz="1800" b="1" i="0">
                <a:solidFill>
                  <a:srgbClr val="000000"/>
                </a:solidFill>
                <a:latin typeface="Meiryo UI"/>
                <a:ea typeface="Meiryo UI"/>
                <a:cs typeface="Meiryo UI"/>
                <a:effectLst/>
              </a:rPr>
              <a:t>ベンチマーク</a:t>
            </a:r>
          </a:p>
          <a:p>
            <a:pPr marL="0" indent="0" algn="l">
              <a:lnSpc>
                <a:spcPct val="120000"/>
              </a:lnSpc>
              <a:buNone/>
            </a:pPr>
            <a:r>
              <a:rPr sz="1400" b="0" i="0">
                <a:solidFill>
                  <a:srgbClr val="7F7F7F"/>
                </a:solidFill>
                <a:latin typeface="Meiryo UI"/>
                <a:ea typeface="Meiryo UI"/>
                <a:cs typeface="Meiryo UI"/>
                <a:effectLst/>
              </a:rPr>
              <a:t>戦略・総合コンサルの技術職トラックと、FDE先行企業の要件</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i="0">
                <a:solidFill>
                  <a:srgbClr val="FFFFFF"/>
                </a:solidFill>
                <a:latin typeface="Meiryo UI"/>
                <a:ea typeface="Meiryo UI"/>
                <a:cs typeface="Meiryo UI"/>
                <a:effectLst/>
              </a:rPr>
              <a:t>1. JDから見たFDEの役割</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279400" y="812800"/>
            <a:ext cx="11696700" cy="584200"/>
          </a:xfrm>
        </p:spPr>
        <p:txBody>
          <a:bodyPr wrap="square"/>
          <a:lstStyle/>
          <a:p>
            <a:pPr marL="0" indent="0" algn="l">
              <a:lnSpc>
                <a:spcPct val="120000"/>
              </a:lnSpc>
              <a:buNone/>
            </a:pPr>
            <a:r>
              <a:rPr sz="1600" b="1" i="0">
                <a:solidFill>
                  <a:srgbClr val="000000"/>
                </a:solidFill>
                <a:latin typeface="Meiryo UI"/>
                <a:ea typeface="Meiryo UI"/>
                <a:cs typeface="Meiryo UI"/>
                <a:effectLst/>
              </a:rPr>
              <a:t>JDにあるFDEの7つの業務のうち4つは、コンサルタントの評価項目では測れていないため、ここを起点にカテゴリーを組み直します。</a:t>
            </a:r>
          </a:p>
        </p:txBody>
      </p:sp>
      <p:sp>
        <p:nvSpPr>
          <p:cNvPr id="3" name="Title 2"/>
          <p:cNvSpPr>
            <a:spLocks noGrp="1"/>
          </p:cNvSpPr>
          <p:nvPr>
            <p:ph type="title"/>
          </p:nvPr>
        </p:nvSpPr>
        <p:spPr>
          <a:xfrm>
            <a:off x="266700" y="114300"/>
            <a:ext cx="10439400" cy="495300"/>
          </a:xfrm>
        </p:spPr>
        <p:txBody>
          <a:bodyPr/>
          <a:lstStyle/>
          <a:p>
            <a:pPr algn="l"/>
            <a:r>
              <a:rPr sz="2400" b="1" i="0">
                <a:solidFill>
                  <a:srgbClr val="000000"/>
                </a:solidFill>
                <a:latin typeface="Meiryo UI"/>
                <a:ea typeface="Meiryo UI"/>
                <a:cs typeface="Meiryo UI"/>
                <a:effectLst/>
              </a:rPr>
              <a:t>JDのFDEの業務と、現行の評価での扱い</a:t>
            </a:r>
          </a:p>
        </p:txBody>
      </p:sp>
      <p:graphicFrame>
        <p:nvGraphicFramePr>
          <p:cNvPr id="4" name="Table 3"/>
          <p:cNvGraphicFramePr>
            <a:graphicFrameLocks noGrp="1"/>
          </p:cNvGraphicFramePr>
          <p:nvPr/>
        </p:nvGraphicFramePr>
        <p:xfrm>
          <a:off x="279400" y="1752600"/>
          <a:ext cx="11696698" cy="3886200"/>
        </p:xfrm>
        <a:graphic>
          <a:graphicData uri="http://schemas.openxmlformats.org/drawingml/2006/table">
            <a:tbl>
              <a:tblPr firstRow="0" bandRow="0">
                <a:tableStyleId>{5940675A-B579-460E-94D1-54222C63F5DA}</a:tableStyleId>
              </a:tblPr>
              <a:tblGrid>
                <a:gridCol w="2688896"/>
                <a:gridCol w="3226675"/>
                <a:gridCol w="3092231"/>
                <a:gridCol w="2688896"/>
              </a:tblGrid>
              <a:tr h="330200">
                <a:tc>
                  <a:txBody>
                    <a:bodyPr wrap="square"/>
                    <a:lstStyle/>
                    <a:p>
                      <a:pPr marL="0" indent="0" algn="ctr">
                        <a:lnSpc>
                          <a:spcPct val="105000"/>
                        </a:lnSpc>
                        <a:buNone/>
                      </a:pPr>
                      <a:r>
                        <a:rPr sz="1200" b="1" i="0">
                          <a:solidFill>
                            <a:srgbClr val="FFFFFF"/>
                          </a:solidFill>
                          <a:latin typeface="Meiryo UI"/>
                          <a:ea typeface="Meiryo UI"/>
                          <a:cs typeface="Meiryo UI"/>
                          <a:effectLst/>
                        </a:rPr>
                        <a:t>JDの主な業務（聖さん作成）</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c>
                  <a:txBody>
                    <a:bodyPr wrap="square"/>
                    <a:lstStyle/>
                    <a:p>
                      <a:pPr marL="0" indent="0" algn="ctr">
                        <a:lnSpc>
                          <a:spcPct val="105000"/>
                        </a:lnSpc>
                        <a:buNone/>
                      </a:pPr>
                      <a:r>
                        <a:rPr sz="1200" b="1" i="0">
                          <a:solidFill>
                            <a:srgbClr val="FFFFFF"/>
                          </a:solidFill>
                          <a:latin typeface="Meiryo UI"/>
                          <a:ea typeface="Meiryo UI"/>
                          <a:cs typeface="Meiryo UI"/>
                          <a:effectLst/>
                        </a:rPr>
                        <a:t>内容（JD・説明会資料P.18）</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c>
                  <a:txBody>
                    <a:bodyPr wrap="square"/>
                    <a:lstStyle/>
                    <a:p>
                      <a:pPr marL="0" indent="0" algn="ctr">
                        <a:lnSpc>
                          <a:spcPct val="105000"/>
                        </a:lnSpc>
                        <a:buNone/>
                      </a:pPr>
                      <a:r>
                        <a:rPr sz="1200" b="1" i="0">
                          <a:solidFill>
                            <a:srgbClr val="FFFFFF"/>
                          </a:solidFill>
                          <a:latin typeface="Meiryo UI"/>
                          <a:ea typeface="Meiryo UI"/>
                          <a:cs typeface="Meiryo UI"/>
                          <a:effectLst/>
                        </a:rPr>
                        <a:t>現行（FDE版V2）での扱い</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c>
                  <a:txBody>
                    <a:bodyPr wrap="square"/>
                    <a:lstStyle/>
                    <a:p>
                      <a:pPr marL="0" indent="0" algn="ctr">
                        <a:lnSpc>
                          <a:spcPct val="105000"/>
                        </a:lnSpc>
                        <a:buNone/>
                      </a:pPr>
                      <a:r>
                        <a:rPr sz="1200" b="1" i="0">
                          <a:solidFill>
                            <a:srgbClr val="FFFFFF"/>
                          </a:solidFill>
                          <a:latin typeface="Meiryo UI"/>
                          <a:ea typeface="Meiryo UI"/>
                          <a:cs typeface="Meiryo UI"/>
                          <a:effectLst/>
                        </a:rPr>
                        <a:t>たたき台での評価先</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r>
              <a:tr h="508000">
                <a:tc>
                  <a:txBody>
                    <a:bodyPr wrap="square"/>
                    <a:lstStyle/>
                    <a:p>
                      <a:pPr marL="0" indent="0" algn="l">
                        <a:lnSpc>
                          <a:spcPct val="105000"/>
                        </a:lnSpc>
                        <a:buNone/>
                      </a:pPr>
                      <a:r>
                        <a:rPr sz="1200" b="1" i="0">
                          <a:solidFill>
                            <a:srgbClr val="000000"/>
                          </a:solidFill>
                          <a:latin typeface="Meiryo UI"/>
                          <a:ea typeface="Meiryo UI"/>
                          <a:cs typeface="Meiryo UI"/>
                          <a:effectLst/>
                        </a:rPr>
                        <a:t>1 要件定義・課題分析</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インタビュー・WS、As-Is/To-Beの整理</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問題解決力（記述をFDE寄りに変更）</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① ソリューション設計・実装力</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508000">
                <a:tc>
                  <a:txBody>
                    <a:bodyPr wrap="square"/>
                    <a:lstStyle/>
                    <a:p>
                      <a:pPr marL="0" indent="0" algn="l">
                        <a:lnSpc>
                          <a:spcPct val="105000"/>
                        </a:lnSpc>
                        <a:buNone/>
                      </a:pPr>
                      <a:r>
                        <a:rPr sz="1200" b="1" i="0">
                          <a:solidFill>
                            <a:srgbClr val="000000"/>
                          </a:solidFill>
                          <a:latin typeface="Meiryo UI"/>
                          <a:ea typeface="Meiryo UI"/>
                          <a:cs typeface="Meiryo UI"/>
                          <a:effectLst/>
                        </a:rPr>
                        <a:t>2 AI・データソリューションの実装</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Claude Code等で設計からクラウド実装まで</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C00000"/>
                          </a:solidFill>
                          <a:latin typeface="Meiryo UI"/>
                          <a:ea typeface="Meiryo UI"/>
                          <a:cs typeface="Meiryo UI"/>
                          <a:effectLst/>
                        </a:rPr>
                        <a:t>問題解決力の記述の一部</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① ソリューション設計・実装力</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508000">
                <a:tc>
                  <a:txBody>
                    <a:bodyPr wrap="square"/>
                    <a:lstStyle/>
                    <a:p>
                      <a:pPr marL="0" indent="0" algn="l">
                        <a:lnSpc>
                          <a:spcPct val="105000"/>
                        </a:lnSpc>
                        <a:buNone/>
                      </a:pPr>
                      <a:r>
                        <a:rPr sz="1200" b="1" i="0">
                          <a:solidFill>
                            <a:srgbClr val="000000"/>
                          </a:solidFill>
                          <a:latin typeface="Meiryo UI"/>
                          <a:ea typeface="Meiryo UI"/>
                          <a:cs typeface="Meiryo UI"/>
                          <a:effectLst/>
                        </a:rPr>
                        <a:t>3 クライアントコミュニケーション</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週次MTGのファシリ、非技術者への説明</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C00000"/>
                          </a:solidFill>
                          <a:latin typeface="Meiryo UI"/>
                          <a:ea typeface="Meiryo UI"/>
                          <a:cs typeface="Meiryo UI"/>
                          <a:effectLst/>
                        </a:rPr>
                        <a:t>コミュニケーション力（プレゼン・スライド作成）</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② 品質・本番定着力</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508000">
                <a:tc>
                  <a:txBody>
                    <a:bodyPr wrap="square"/>
                    <a:lstStyle/>
                    <a:p>
                      <a:pPr marL="0" indent="0" algn="l">
                        <a:lnSpc>
                          <a:spcPct val="105000"/>
                        </a:lnSpc>
                        <a:buNone/>
                      </a:pPr>
                      <a:r>
                        <a:rPr sz="1200" b="1" i="0">
                          <a:solidFill>
                            <a:srgbClr val="000000"/>
                          </a:solidFill>
                          <a:latin typeface="Meiryo UI"/>
                          <a:ea typeface="Meiryo UI"/>
                          <a:cs typeface="Meiryo UI"/>
                          <a:effectLst/>
                        </a:rPr>
                        <a:t>4 品質管理・テスト</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テスト設計、AI生成コードの検証・修正</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C00000"/>
                          </a:solidFill>
                          <a:latin typeface="Meiryo UI"/>
                          <a:ea typeface="Meiryo UI"/>
                          <a:cs typeface="Meiryo UI"/>
                          <a:effectLst/>
                        </a:rPr>
                        <a:t>評価項目なし</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② 品質・本番定着力</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508000">
                <a:tc>
                  <a:txBody>
                    <a:bodyPr wrap="square"/>
                    <a:lstStyle/>
                    <a:p>
                      <a:pPr marL="0" indent="0" algn="l">
                        <a:lnSpc>
                          <a:spcPct val="105000"/>
                        </a:lnSpc>
                        <a:buNone/>
                      </a:pPr>
                      <a:r>
                        <a:rPr sz="1200" b="1" i="0">
                          <a:solidFill>
                            <a:srgbClr val="000000"/>
                          </a:solidFill>
                          <a:latin typeface="Meiryo UI"/>
                          <a:ea typeface="Meiryo UI"/>
                          <a:cs typeface="Meiryo UI"/>
                          <a:effectLst/>
                        </a:rPr>
                        <a:t>5 ドキュメント・ナレッジ共有</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仕様書・運用マニュアル、社内への展開</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C00000"/>
                          </a:solidFill>
                          <a:latin typeface="Meiryo UI"/>
                          <a:ea typeface="Meiryo UI"/>
                          <a:cs typeface="Meiryo UI"/>
                          <a:effectLst/>
                        </a:rPr>
                        <a:t>ファームビルディング（シニアのみ）</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⑤ アセット化・ナレッジ還元</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508000">
                <a:tc>
                  <a:txBody>
                    <a:bodyPr wrap="square"/>
                    <a:lstStyle/>
                    <a:p>
                      <a:pPr marL="0" indent="0" algn="l">
                        <a:lnSpc>
                          <a:spcPct val="105000"/>
                        </a:lnSpc>
                        <a:buNone/>
                      </a:pPr>
                      <a:r>
                        <a:rPr sz="1200" b="1" i="0">
                          <a:solidFill>
                            <a:srgbClr val="000000"/>
                          </a:solidFill>
                          <a:latin typeface="Meiryo UI"/>
                          <a:ea typeface="Meiryo UI"/>
                          <a:cs typeface="Meiryo UI"/>
                          <a:effectLst/>
                        </a:rPr>
                        <a:t>6 後輩FDEの育成（SC）</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技術指導・コードレビュー・オンボーディング</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チーム・エクセレンス</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④ チーム・エクセレンス（共通）</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508000">
                <a:tc>
                  <a:txBody>
                    <a:bodyPr wrap="square"/>
                    <a:lstStyle/>
                    <a:p>
                      <a:pPr marL="0" indent="0" algn="l">
                        <a:lnSpc>
                          <a:spcPct val="105000"/>
                        </a:lnSpc>
                        <a:buNone/>
                      </a:pPr>
                      <a:r>
                        <a:rPr sz="1200" b="1" i="0">
                          <a:solidFill>
                            <a:srgbClr val="000000"/>
                          </a:solidFill>
                          <a:latin typeface="Meiryo UI"/>
                          <a:ea typeface="Meiryo UI"/>
                          <a:cs typeface="Meiryo UI"/>
                          <a:effectLst/>
                        </a:rPr>
                        <a:t>7 方法論・組織への貢献（SC）</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ツールキット改善、採用・社内勉強会</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ファームビルディング</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⑥ ファームビルディング（共通）</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bl>
          </a:graphicData>
        </a:graphic>
      </p:graphicFrame>
      <p:sp>
        <p:nvSpPr>
          <p:cNvPr id="5" name="Rectangle 4"/>
          <p:cNvSpPr/>
          <p:nvPr/>
        </p:nvSpPr>
        <p:spPr>
          <a:xfrm>
            <a:off x="279400" y="6350000"/>
            <a:ext cx="11696700" cy="279400"/>
          </a:xfrm>
          <a:prstGeom prst="rect">
            <a:avLst/>
          </a:prstGeom>
          <a:no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l" marL="0" indent="0">
              <a:lnSpc>
                <a:spcPct val="110000"/>
              </a:lnSpc>
              <a:buNone/>
            </a:pPr>
            <a:r>
              <a:rPr sz="1200" b="0" i="0">
                <a:solidFill>
                  <a:srgbClr val="7F7F7F"/>
                </a:solidFill>
                <a:latin typeface="Meiryo UI"/>
                <a:ea typeface="Meiryo UI"/>
                <a:cs typeface="Meiryo UI"/>
                <a:effectLst/>
              </a:rPr>
              <a:t>赤字：現行の評価で十分に測れていない業務。出所：AI&amp;Data Practice採用説明会資料（2026年10月）P.18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279400" y="812800"/>
            <a:ext cx="11696700" cy="584200"/>
          </a:xfrm>
        </p:spPr>
        <p:txBody>
          <a:bodyPr wrap="square"/>
          <a:lstStyle/>
          <a:p>
            <a:pPr marL="0" indent="0" algn="l">
              <a:lnSpc>
                <a:spcPct val="120000"/>
              </a:lnSpc>
              <a:buNone/>
            </a:pPr>
            <a:r>
              <a:rPr sz="1600" b="1" i="0">
                <a:solidFill>
                  <a:srgbClr val="000000"/>
                </a:solidFill>
                <a:latin typeface="Meiryo UI"/>
                <a:ea typeface="Meiryo UI"/>
                <a:cs typeface="Meiryo UI"/>
                <a:effectLst/>
              </a:rPr>
              <a:t>コンサルタントが方向づけ、FDEが現場で作り切る分担のため、FDEには受注ではなく「作り切る」ことを中心に求めるのが自然です。</a:t>
            </a:r>
          </a:p>
        </p:txBody>
      </p:sp>
      <p:sp>
        <p:nvSpPr>
          <p:cNvPr id="3" name="Title 2"/>
          <p:cNvSpPr>
            <a:spLocks noGrp="1"/>
          </p:cNvSpPr>
          <p:nvPr>
            <p:ph type="title"/>
          </p:nvPr>
        </p:nvSpPr>
        <p:spPr>
          <a:xfrm>
            <a:off x="266700" y="114300"/>
            <a:ext cx="10439400" cy="495300"/>
          </a:xfrm>
        </p:spPr>
        <p:txBody>
          <a:bodyPr/>
          <a:lstStyle/>
          <a:p>
            <a:pPr algn="l"/>
            <a:r>
              <a:rPr sz="2400" b="1" i="0">
                <a:solidFill>
                  <a:srgbClr val="000000"/>
                </a:solidFill>
                <a:latin typeface="Meiryo UI"/>
                <a:ea typeface="Meiryo UI"/>
                <a:cs typeface="Meiryo UI"/>
                <a:effectLst/>
              </a:rPr>
              <a:t>コンサルタントとFDEの役割分担</a:t>
            </a:r>
          </a:p>
        </p:txBody>
      </p:sp>
      <p:graphicFrame>
        <p:nvGraphicFramePr>
          <p:cNvPr id="4" name="Table 3"/>
          <p:cNvGraphicFramePr>
            <a:graphicFrameLocks noGrp="1"/>
          </p:cNvGraphicFramePr>
          <p:nvPr/>
        </p:nvGraphicFramePr>
        <p:xfrm>
          <a:off x="279400" y="1752600"/>
          <a:ext cx="11696699" cy="3251200"/>
        </p:xfrm>
        <a:graphic>
          <a:graphicData uri="http://schemas.openxmlformats.org/drawingml/2006/table">
            <a:tbl>
              <a:tblPr firstRow="0" bandRow="0">
                <a:tableStyleId>{5940675A-B579-460E-94D1-54222C63F5DA}</a:tableStyleId>
              </a:tblPr>
              <a:tblGrid>
                <a:gridCol w="1846847"/>
                <a:gridCol w="4924926"/>
                <a:gridCol w="4924926"/>
              </a:tblGrid>
              <a:tr h="330200">
                <a:tc>
                  <a:txBody>
                    <a:bodyPr wrap="square"/>
                    <a:lstStyle/>
                    <a:p>
                      <a:pPr marL="0" indent="0" algn="ctr">
                        <a:lnSpc>
                          <a:spcPct val="105000"/>
                        </a:lnSpc>
                        <a:buNone/>
                      </a:pPr>
                      <a:r>
                        <a:rPr sz="1300" b="1" i="0">
                          <a:solidFill>
                            <a:srgbClr val="FFFFFF"/>
                          </a:solidFill>
                          <a:latin typeface="Meiryo UI"/>
                          <a:ea typeface="Meiryo UI"/>
                          <a:cs typeface="Meiryo UI"/>
                          <a:effectLst/>
                        </a:rPr>
                        <a:t>観点</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c>
                  <a:txBody>
                    <a:bodyPr wrap="square"/>
                    <a:lstStyle/>
                    <a:p>
                      <a:pPr marL="0" indent="0" algn="ctr">
                        <a:lnSpc>
                          <a:spcPct val="105000"/>
                        </a:lnSpc>
                        <a:buNone/>
                      </a:pPr>
                      <a:r>
                        <a:rPr sz="1300" b="1" i="0">
                          <a:solidFill>
                            <a:srgbClr val="FFFFFF"/>
                          </a:solidFill>
                          <a:latin typeface="Meiryo UI"/>
                          <a:ea typeface="Meiryo UI"/>
                          <a:cs typeface="Meiryo UI"/>
                          <a:effectLst/>
                        </a:rPr>
                        <a:t>コンサルタント（M／SM）</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c>
                  <a:txBody>
                    <a:bodyPr wrap="square"/>
                    <a:lstStyle/>
                    <a:p>
                      <a:pPr marL="0" indent="0" algn="ctr">
                        <a:lnSpc>
                          <a:spcPct val="105000"/>
                        </a:lnSpc>
                        <a:buNone/>
                      </a:pPr>
                      <a:r>
                        <a:rPr sz="1300" b="1" i="0">
                          <a:solidFill>
                            <a:srgbClr val="FFFFFF"/>
                          </a:solidFill>
                          <a:latin typeface="Meiryo UI"/>
                          <a:ea typeface="Meiryo UI"/>
                          <a:cs typeface="Meiryo UI"/>
                          <a:effectLst/>
                        </a:rPr>
                        <a:t>FDE（A〜SC）</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r>
              <a:tr h="685800">
                <a:tc>
                  <a:txBody>
                    <a:bodyPr wrap="square"/>
                    <a:lstStyle/>
                    <a:p>
                      <a:pPr marL="0" indent="0" algn="l">
                        <a:lnSpc>
                          <a:spcPct val="105000"/>
                        </a:lnSpc>
                        <a:buNone/>
                      </a:pPr>
                      <a:r>
                        <a:rPr sz="1300" b="1" i="0">
                          <a:solidFill>
                            <a:srgbClr val="000000"/>
                          </a:solidFill>
                          <a:latin typeface="Meiryo UI"/>
                          <a:ea typeface="Meiryo UI"/>
                          <a:cs typeface="Meiryo UI"/>
                          <a:effectLst/>
                        </a:rPr>
                        <a:t>ミッション</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300" b="0" i="0">
                          <a:solidFill>
                            <a:srgbClr val="000000"/>
                          </a:solidFill>
                          <a:latin typeface="Meiryo UI"/>
                          <a:ea typeface="Meiryo UI"/>
                          <a:cs typeface="Meiryo UI"/>
                          <a:effectLst/>
                        </a:rPr>
                        <a:t>経営課題の構想から実行までをリードし、AI・データを軸に案件とプラクティスを拡大する</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300" b="0" i="0">
                          <a:solidFill>
                            <a:srgbClr val="000000"/>
                          </a:solidFill>
                          <a:latin typeface="Meiryo UI"/>
                          <a:ea typeface="Meiryo UI"/>
                          <a:cs typeface="Meiryo UI"/>
                          <a:effectLst/>
                        </a:rPr>
                        <a:t>クライアント現場に入り込み、課題定義から設計・実装・定着までを一気通貫で担う</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431800">
                <a:tc>
                  <a:txBody>
                    <a:bodyPr wrap="square"/>
                    <a:lstStyle/>
                    <a:p>
                      <a:pPr marL="0" indent="0" algn="l">
                        <a:lnSpc>
                          <a:spcPct val="105000"/>
                        </a:lnSpc>
                        <a:buNone/>
                      </a:pPr>
                      <a:r>
                        <a:rPr sz="1300" b="1" i="0">
                          <a:solidFill>
                            <a:srgbClr val="000000"/>
                          </a:solidFill>
                          <a:latin typeface="Meiryo UI"/>
                          <a:ea typeface="Meiryo UI"/>
                          <a:cs typeface="Meiryo UI"/>
                          <a:effectLst/>
                        </a:rPr>
                        <a:t>主な問い</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300" b="0" i="0">
                          <a:solidFill>
                            <a:srgbClr val="000000"/>
                          </a:solidFill>
                          <a:latin typeface="Meiryo UI"/>
                          <a:ea typeface="Meiryo UI"/>
                          <a:cs typeface="Meiryo UI"/>
                          <a:effectLst/>
                        </a:rPr>
                        <a:t>Why／What（なぜ・何を変えるか）</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300" b="0" i="0">
                          <a:solidFill>
                            <a:srgbClr val="000000"/>
                          </a:solidFill>
                          <a:latin typeface="Meiryo UI"/>
                          <a:ea typeface="Meiryo UI"/>
                          <a:cs typeface="Meiryo UI"/>
                          <a:effectLst/>
                        </a:rPr>
                        <a:t>How（どう作り、どう動かし、どう定着させるか）</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431800">
                <a:tc>
                  <a:txBody>
                    <a:bodyPr wrap="square"/>
                    <a:lstStyle/>
                    <a:p>
                      <a:pPr marL="0" indent="0" algn="l">
                        <a:lnSpc>
                          <a:spcPct val="105000"/>
                        </a:lnSpc>
                        <a:buNone/>
                      </a:pPr>
                      <a:r>
                        <a:rPr sz="1300" b="1" i="0">
                          <a:solidFill>
                            <a:srgbClr val="000000"/>
                          </a:solidFill>
                          <a:latin typeface="Meiryo UI"/>
                          <a:ea typeface="Meiryo UI"/>
                          <a:cs typeface="Meiryo UI"/>
                          <a:effectLst/>
                        </a:rPr>
                        <a:t>主な相手</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300" b="0" i="0">
                          <a:solidFill>
                            <a:srgbClr val="000000"/>
                          </a:solidFill>
                          <a:latin typeface="Meiryo UI"/>
                          <a:ea typeface="Meiryo UI"/>
                          <a:cs typeface="Meiryo UI"/>
                          <a:effectLst/>
                        </a:rPr>
                        <a:t>経営層・事業部門</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300" b="0" i="0">
                          <a:solidFill>
                            <a:srgbClr val="000000"/>
                          </a:solidFill>
                          <a:latin typeface="Meiryo UI"/>
                          <a:ea typeface="Meiryo UI"/>
                          <a:cs typeface="Meiryo UI"/>
                          <a:effectLst/>
                        </a:rPr>
                        <a:t>現場ユーザー・IT部門・データやシステムの持ち主</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431800">
                <a:tc>
                  <a:txBody>
                    <a:bodyPr wrap="square"/>
                    <a:lstStyle/>
                    <a:p>
                      <a:pPr marL="0" indent="0" algn="l">
                        <a:lnSpc>
                          <a:spcPct val="105000"/>
                        </a:lnSpc>
                        <a:buNone/>
                      </a:pPr>
                      <a:r>
                        <a:rPr sz="1300" b="1" i="0">
                          <a:solidFill>
                            <a:srgbClr val="000000"/>
                          </a:solidFill>
                          <a:latin typeface="Meiryo UI"/>
                          <a:ea typeface="Meiryo UI"/>
                          <a:cs typeface="Meiryo UI"/>
                          <a:effectLst/>
                        </a:rPr>
                        <a:t>主な成果物</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300" b="0" i="0">
                          <a:solidFill>
                            <a:srgbClr val="000000"/>
                          </a:solidFill>
                          <a:latin typeface="Meiryo UI"/>
                          <a:ea typeface="Meiryo UI"/>
                          <a:cs typeface="Meiryo UI"/>
                          <a:effectLst/>
                        </a:rPr>
                        <a:t>構想・ロードマップ・提案書・意思決定の資料</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300" b="0" i="0">
                          <a:solidFill>
                            <a:srgbClr val="000000"/>
                          </a:solidFill>
                          <a:latin typeface="Meiryo UI"/>
                          <a:ea typeface="Meiryo UI"/>
                          <a:cs typeface="Meiryo UI"/>
                          <a:effectLst/>
                        </a:rPr>
                        <a:t>動くソリューション・設計書・テスト・運用マニュアル</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508000">
                <a:tc>
                  <a:txBody>
                    <a:bodyPr wrap="square"/>
                    <a:lstStyle/>
                    <a:p>
                      <a:pPr marL="0" indent="0" algn="l">
                        <a:lnSpc>
                          <a:spcPct val="105000"/>
                        </a:lnSpc>
                        <a:buNone/>
                      </a:pPr>
                      <a:r>
                        <a:rPr sz="1300" b="1" i="0">
                          <a:solidFill>
                            <a:srgbClr val="000000"/>
                          </a:solidFill>
                          <a:latin typeface="Meiryo UI"/>
                          <a:ea typeface="Meiryo UI"/>
                          <a:cs typeface="Meiryo UI"/>
                          <a:effectLst/>
                        </a:rPr>
                        <a:t>受注・営業</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300" b="0" i="0">
                          <a:solidFill>
                            <a:srgbClr val="000000"/>
                          </a:solidFill>
                          <a:latin typeface="Meiryo UI"/>
                          <a:ea typeface="Meiryo UI"/>
                          <a:cs typeface="Meiryo UI"/>
                          <a:effectLst/>
                        </a:rPr>
                        <a:t>提案・プリセールス、アカウント開発を担う</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300" b="0" i="0">
                          <a:solidFill>
                            <a:srgbClr val="000000"/>
                          </a:solidFill>
                          <a:latin typeface="Meiryo UI"/>
                          <a:ea typeface="Meiryo UI"/>
                          <a:cs typeface="Meiryo UI"/>
                          <a:effectLst/>
                        </a:rPr>
                        <a:t>担わない（提案時の技術デモ・見積の支援まで）</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431800">
                <a:tc>
                  <a:txBody>
                    <a:bodyPr wrap="square"/>
                    <a:lstStyle/>
                    <a:p>
                      <a:pPr marL="0" indent="0" algn="l">
                        <a:lnSpc>
                          <a:spcPct val="105000"/>
                        </a:lnSpc>
                        <a:buNone/>
                      </a:pPr>
                      <a:r>
                        <a:rPr sz="1300" b="1" i="0">
                          <a:solidFill>
                            <a:srgbClr val="000000"/>
                          </a:solidFill>
                          <a:latin typeface="Meiryo UI"/>
                          <a:ea typeface="Meiryo UI"/>
                          <a:cs typeface="Meiryo UI"/>
                          <a:effectLst/>
                        </a:rPr>
                        <a:t>品質の物差し</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300" b="0" i="0">
                          <a:solidFill>
                            <a:srgbClr val="000000"/>
                          </a:solidFill>
                          <a:latin typeface="Meiryo UI"/>
                          <a:ea typeface="Meiryo UI"/>
                          <a:cs typeface="Meiryo UI"/>
                          <a:effectLst/>
                        </a:rPr>
                        <a:t>示唆の深さ・合意形成・QCD</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300" b="0" i="0">
                          <a:solidFill>
                            <a:srgbClr val="000000"/>
                          </a:solidFill>
                          <a:latin typeface="Meiryo UI"/>
                          <a:ea typeface="Meiryo UI"/>
                          <a:cs typeface="Meiryo UI"/>
                          <a:effectLst/>
                        </a:rPr>
                        <a:t>本番稼働・精度・信頼性・利用の定着・再利用</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bl>
          </a:graphicData>
        </a:graphic>
      </p:graphicFrame>
      <p:sp>
        <p:nvSpPr>
          <p:cNvPr id="5" name="Rectangle 4"/>
          <p:cNvSpPr/>
          <p:nvPr/>
        </p:nvSpPr>
        <p:spPr>
          <a:xfrm>
            <a:off x="279400" y="6350000"/>
            <a:ext cx="11696700" cy="279400"/>
          </a:xfrm>
          <a:prstGeom prst="rect">
            <a:avLst/>
          </a:prstGeom>
          <a:no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l" marL="0" indent="0">
              <a:lnSpc>
                <a:spcPct val="110000"/>
              </a:lnSpc>
              <a:buNone/>
            </a:pPr>
            <a:r>
              <a:rPr sz="1200" b="0" i="0">
                <a:solidFill>
                  <a:srgbClr val="7F7F7F"/>
                </a:solidFill>
                <a:latin typeface="Meiryo UI"/>
                <a:ea typeface="Meiryo UI"/>
                <a:cs typeface="Meiryo UI"/>
                <a:effectLst/>
              </a:rPr>
              <a:t>出所：AI&amp;Data Practice採用説明会資料（2026年10月）P.8・15・17〜19。「受注・営業」は福島さんのご意見を反映</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i="0">
                <a:solidFill>
                  <a:srgbClr val="FFFFFF"/>
                </a:solidFill>
                <a:latin typeface="Meiryo UI"/>
                <a:ea typeface="Meiryo UI"/>
                <a:cs typeface="Meiryo UI"/>
                <a:effectLst/>
              </a:rPr>
              <a:t>2. HRのたたき台（評価制度・目標設定）</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279400" y="812800"/>
            <a:ext cx="11696700" cy="584200"/>
          </a:xfrm>
        </p:spPr>
        <p:txBody>
          <a:bodyPr wrap="square"/>
          <a:lstStyle/>
          <a:p>
            <a:pPr marL="0" indent="0" algn="l">
              <a:lnSpc>
                <a:spcPct val="120000"/>
              </a:lnSpc>
              <a:buNone/>
            </a:pPr>
            <a:r>
              <a:rPr sz="1600" b="1" i="0">
                <a:solidFill>
                  <a:srgbClr val="000000"/>
                </a:solidFill>
                <a:latin typeface="Meiryo UI"/>
                <a:ea typeface="Meiryo UI"/>
                <a:cs typeface="Meiryo UI"/>
                <a:effectLst/>
              </a:rPr>
              <a:t>3つの提供価値と6つの枠は残し、FDE固有の3つ（クライアントバリューの2つとコマーシャル推進力）だけを入れ替えます。</a:t>
            </a:r>
          </a:p>
        </p:txBody>
      </p:sp>
      <p:sp>
        <p:nvSpPr>
          <p:cNvPr id="3" name="Title 2"/>
          <p:cNvSpPr>
            <a:spLocks noGrp="1"/>
          </p:cNvSpPr>
          <p:nvPr>
            <p:ph type="title"/>
          </p:nvPr>
        </p:nvSpPr>
        <p:spPr>
          <a:xfrm>
            <a:off x="266700" y="114300"/>
            <a:ext cx="10439400" cy="495300"/>
          </a:xfrm>
        </p:spPr>
        <p:txBody>
          <a:bodyPr/>
          <a:lstStyle/>
          <a:p>
            <a:pPr algn="l"/>
            <a:r>
              <a:rPr sz="2400" b="1" i="0">
                <a:solidFill>
                  <a:srgbClr val="000000"/>
                </a:solidFill>
                <a:latin typeface="Meiryo UI"/>
                <a:ea typeface="Meiryo UI"/>
                <a:cs typeface="Meiryo UI"/>
                <a:effectLst/>
              </a:rPr>
              <a:t>見直しの方針</a:t>
            </a:r>
          </a:p>
        </p:txBody>
      </p:sp>
      <p:graphicFrame>
        <p:nvGraphicFramePr>
          <p:cNvPr id="4" name="Table 3"/>
          <p:cNvGraphicFramePr>
            <a:graphicFrameLocks noGrp="1"/>
          </p:cNvGraphicFramePr>
          <p:nvPr/>
        </p:nvGraphicFramePr>
        <p:xfrm>
          <a:off x="279400" y="1752600"/>
          <a:ext cx="11696697" cy="3251200"/>
        </p:xfrm>
        <a:graphic>
          <a:graphicData uri="http://schemas.openxmlformats.org/drawingml/2006/table">
            <a:tbl>
              <a:tblPr firstRow="0" bandRow="0">
                <a:tableStyleId>{5940675A-B579-460E-94D1-54222C63F5DA}</a:tableStyleId>
              </a:tblPr>
              <a:tblGrid>
                <a:gridCol w="1904113"/>
                <a:gridCol w="1768105"/>
                <a:gridCol w="5440325"/>
                <a:gridCol w="2584154"/>
              </a:tblGrid>
              <a:tr h="330200">
                <a:tc>
                  <a:txBody>
                    <a:bodyPr wrap="square"/>
                    <a:lstStyle/>
                    <a:p>
                      <a:pPr marL="0" indent="0" algn="ctr">
                        <a:lnSpc>
                          <a:spcPct val="105000"/>
                        </a:lnSpc>
                        <a:buNone/>
                      </a:pPr>
                      <a:r>
                        <a:rPr sz="1300" b="1" i="0">
                          <a:solidFill>
                            <a:srgbClr val="FFFFFF"/>
                          </a:solidFill>
                          <a:latin typeface="Meiryo UI"/>
                          <a:ea typeface="Meiryo UI"/>
                          <a:cs typeface="Meiryo UI"/>
                          <a:effectLst/>
                        </a:rPr>
                        <a:t>提供価値</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c>
                  <a:txBody>
                    <a:bodyPr wrap="square"/>
                    <a:lstStyle/>
                    <a:p>
                      <a:pPr marL="0" indent="0" algn="ctr">
                        <a:lnSpc>
                          <a:spcPct val="105000"/>
                        </a:lnSpc>
                        <a:buNone/>
                      </a:pPr>
                      <a:r>
                        <a:rPr sz="1300" b="1" i="0">
                          <a:solidFill>
                            <a:srgbClr val="FFFFFF"/>
                          </a:solidFill>
                          <a:latin typeface="Meiryo UI"/>
                          <a:ea typeface="Meiryo UI"/>
                          <a:cs typeface="Meiryo UI"/>
                          <a:effectLst/>
                        </a:rPr>
                        <a:t>コンサルタントと違うか</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c>
                  <a:txBody>
                    <a:bodyPr wrap="square"/>
                    <a:lstStyle/>
                    <a:p>
                      <a:pPr marL="0" indent="0" algn="ctr">
                        <a:lnSpc>
                          <a:spcPct val="105000"/>
                        </a:lnSpc>
                        <a:buNone/>
                      </a:pPr>
                      <a:r>
                        <a:rPr sz="1300" b="1" i="0">
                          <a:solidFill>
                            <a:srgbClr val="FFFFFF"/>
                          </a:solidFill>
                          <a:latin typeface="Meiryo UI"/>
                          <a:ea typeface="Meiryo UI"/>
                          <a:cs typeface="Meiryo UI"/>
                          <a:effectLst/>
                        </a:rPr>
                        <a:t>理由</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c>
                  <a:txBody>
                    <a:bodyPr wrap="square"/>
                    <a:lstStyle/>
                    <a:p>
                      <a:pPr marL="0" indent="0" algn="ctr">
                        <a:lnSpc>
                          <a:spcPct val="105000"/>
                        </a:lnSpc>
                        <a:buNone/>
                      </a:pPr>
                      <a:r>
                        <a:rPr sz="1300" b="1" i="0">
                          <a:solidFill>
                            <a:srgbClr val="FFFFFF"/>
                          </a:solidFill>
                          <a:latin typeface="Meiryo UI"/>
                          <a:ea typeface="Meiryo UI"/>
                          <a:cs typeface="Meiryo UI"/>
                          <a:effectLst/>
                        </a:rPr>
                        <a:t>たたき台</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r>
              <a:tr h="1016000">
                <a:tc>
                  <a:txBody>
                    <a:bodyPr wrap="square"/>
                    <a:lstStyle/>
                    <a:p>
                      <a:pPr marL="0" indent="0" algn="l">
                        <a:lnSpc>
                          <a:spcPct val="105000"/>
                        </a:lnSpc>
                        <a:buNone/>
                      </a:pPr>
                      <a:r>
                        <a:rPr sz="1300" b="1" i="0">
                          <a:solidFill>
                            <a:srgbClr val="000000"/>
                          </a:solidFill>
                          <a:latin typeface="Meiryo UI"/>
                          <a:ea typeface="Meiryo UI"/>
                          <a:cs typeface="Meiryo UI"/>
                          <a:effectLst/>
                        </a:rPr>
                        <a:t>クライアントバリュー</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ctr">
                        <a:lnSpc>
                          <a:spcPct val="105000"/>
                        </a:lnSpc>
                        <a:buNone/>
                      </a:pPr>
                      <a:r>
                        <a:rPr sz="1300" b="1" i="0">
                          <a:solidFill>
                            <a:srgbClr val="C00000"/>
                          </a:solidFill>
                          <a:latin typeface="Meiryo UI"/>
                          <a:ea typeface="Meiryo UI"/>
                          <a:cs typeface="Meiryo UI"/>
                          <a:effectLst/>
                        </a:rPr>
                        <a:t>違う</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300" b="0" i="0">
                          <a:solidFill>
                            <a:srgbClr val="000000"/>
                          </a:solidFill>
                          <a:latin typeface="Meiryo UI"/>
                          <a:ea typeface="Meiryo UI"/>
                          <a:cs typeface="Meiryo UI"/>
                          <a:effectLst/>
                        </a:rPr>
                        <a:t>コンサルは論点設計・合意形成、FDEは作って本番で動かす。コミュニケーション力（スライド作成など）はジュニアで係数が大きく、ペアのコンサルが担う領域</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300" b="0" i="0">
                          <a:solidFill>
                            <a:srgbClr val="000000"/>
                          </a:solidFill>
                          <a:latin typeface="Meiryo UI"/>
                          <a:ea typeface="Meiryo UI"/>
                          <a:cs typeface="Meiryo UI"/>
                          <a:effectLst/>
                        </a:rPr>
                        <a:t>2つとも入れ替え</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889000">
                <a:tc>
                  <a:txBody>
                    <a:bodyPr wrap="square"/>
                    <a:lstStyle/>
                    <a:p>
                      <a:pPr marL="0" indent="0" algn="l">
                        <a:lnSpc>
                          <a:spcPct val="105000"/>
                        </a:lnSpc>
                        <a:buNone/>
                      </a:pPr>
                      <a:r>
                        <a:rPr sz="1300" b="1" i="0">
                          <a:solidFill>
                            <a:srgbClr val="000000"/>
                          </a:solidFill>
                          <a:latin typeface="Meiryo UI"/>
                          <a:ea typeface="Meiryo UI"/>
                          <a:cs typeface="Meiryo UI"/>
                          <a:effectLst/>
                        </a:rPr>
                        <a:t>ピープルバリュー</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ctr">
                        <a:lnSpc>
                          <a:spcPct val="105000"/>
                        </a:lnSpc>
                        <a:buNone/>
                      </a:pPr>
                      <a:r>
                        <a:rPr sz="1300" b="0" i="0">
                          <a:solidFill>
                            <a:srgbClr val="000000"/>
                          </a:solidFill>
                          <a:latin typeface="Meiryo UI"/>
                          <a:ea typeface="Meiryo UI"/>
                          <a:cs typeface="Meiryo UI"/>
                          <a:effectLst/>
                        </a:rPr>
                        <a:t>同じでよい</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300" b="0" i="0">
                          <a:solidFill>
                            <a:srgbClr val="000000"/>
                          </a:solidFill>
                          <a:latin typeface="Meiryo UI"/>
                          <a:ea typeface="Meiryo UI"/>
                          <a:cs typeface="Meiryo UI"/>
                          <a:effectLst/>
                        </a:rPr>
                        <a:t>プロジェクトの遂行、チームでの協働、育成は職種を問わず求められる。評価委員会でコンサルと並べて調整できる</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300" b="0" i="0">
                          <a:solidFill>
                            <a:srgbClr val="000000"/>
                          </a:solidFill>
                          <a:latin typeface="Meiryo UI"/>
                          <a:ea typeface="Meiryo UI"/>
                          <a:cs typeface="Meiryo UI"/>
                          <a:effectLst/>
                        </a:rPr>
                        <a:t>共通（FDEの例示のみ追加）</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1016000">
                <a:tc>
                  <a:txBody>
                    <a:bodyPr wrap="square"/>
                    <a:lstStyle/>
                    <a:p>
                      <a:pPr marL="0" indent="0" algn="l">
                        <a:lnSpc>
                          <a:spcPct val="105000"/>
                        </a:lnSpc>
                        <a:buNone/>
                      </a:pPr>
                      <a:r>
                        <a:rPr sz="1300" b="1" i="0">
                          <a:solidFill>
                            <a:srgbClr val="000000"/>
                          </a:solidFill>
                          <a:latin typeface="Meiryo UI"/>
                          <a:ea typeface="Meiryo UI"/>
                          <a:cs typeface="Meiryo UI"/>
                          <a:effectLst/>
                        </a:rPr>
                        <a:t>ファームバリュー</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ctr">
                        <a:lnSpc>
                          <a:spcPct val="105000"/>
                        </a:lnSpc>
                        <a:buNone/>
                      </a:pPr>
                      <a:r>
                        <a:rPr sz="1300" b="1" i="0">
                          <a:solidFill>
                            <a:srgbClr val="C00000"/>
                          </a:solidFill>
                          <a:latin typeface="Meiryo UI"/>
                          <a:ea typeface="Meiryo UI"/>
                          <a:cs typeface="Meiryo UI"/>
                          <a:effectLst/>
                        </a:rPr>
                        <a:t>一部違う</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300" b="0" i="0">
                          <a:solidFill>
                            <a:srgbClr val="000000"/>
                          </a:solidFill>
                          <a:latin typeface="Meiryo UI"/>
                          <a:ea typeface="Meiryo UI"/>
                          <a:cs typeface="Meiryo UI"/>
                          <a:effectLst/>
                        </a:rPr>
                        <a:t>FDEは案件をとってくる役割ではない（福島さん）。一方、個別の解決策を型・部品に戻すことは、FDE先行企業が共通して求めている</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300" b="0" i="0">
                          <a:solidFill>
                            <a:srgbClr val="000000"/>
                          </a:solidFill>
                          <a:latin typeface="Meiryo UI"/>
                          <a:ea typeface="Meiryo UI"/>
                          <a:cs typeface="Meiryo UI"/>
                          <a:effectLst/>
                        </a:rPr>
                        <a:t>コマーシャル推進力を入れ替え、ファームビルディングは共通</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bl>
          </a:graphicData>
        </a:graphic>
      </p:graphicFrame>
      <p:sp>
        <p:nvSpPr>
          <p:cNvPr id="5" name="Rectangle 4"/>
          <p:cNvSpPr/>
          <p:nvPr/>
        </p:nvSpPr>
        <p:spPr>
          <a:xfrm>
            <a:off x="279400" y="5283200"/>
            <a:ext cx="11696700" cy="762000"/>
          </a:xfrm>
          <a:prstGeom prst="rect">
            <a:avLst/>
          </a:prstGeom>
          <a:solidFill>
            <a:srgbClr val="F2F2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l" marL="0" indent="0">
              <a:lnSpc>
                <a:spcPct val="110000"/>
              </a:lnSpc>
              <a:buNone/>
            </a:pPr>
            <a:r>
              <a:rPr sz="1400" b="0" i="0">
                <a:solidFill>
                  <a:srgbClr val="000000"/>
                </a:solidFill>
                <a:latin typeface="Meiryo UI"/>
                <a:ea typeface="Meiryo UI"/>
                <a:cs typeface="Meiryo UI"/>
                <a:effectLst/>
              </a:rPr>
              <a:t>スコア（1〜5、3が期待水準）、評価の3次元（PERFORMANCE／GROWTH／VALUE）、評価のプロセスはコンサルタントと共通にし、制度の運用は変えません。</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279400" y="812800"/>
            <a:ext cx="11696700" cy="584200"/>
          </a:xfrm>
        </p:spPr>
        <p:txBody>
          <a:bodyPr wrap="square"/>
          <a:lstStyle/>
          <a:p>
            <a:pPr marL="0" indent="0" algn="l">
              <a:lnSpc>
                <a:spcPct val="120000"/>
              </a:lnSpc>
              <a:buNone/>
            </a:pPr>
            <a:r>
              <a:rPr sz="1600" b="1" i="0">
                <a:solidFill>
                  <a:srgbClr val="000000"/>
                </a:solidFill>
                <a:latin typeface="Meiryo UI"/>
                <a:ea typeface="Meiryo UI"/>
                <a:cs typeface="Meiryo UI"/>
                <a:effectLst/>
              </a:rPr>
              <a:t>入れ替える3つは、JDの業務をそのまま評価項目に移した形にし、FDEの日々の仕事と評価がつながるようにしました。</a:t>
            </a:r>
          </a:p>
        </p:txBody>
      </p:sp>
      <p:sp>
        <p:nvSpPr>
          <p:cNvPr id="3" name="Title 2"/>
          <p:cNvSpPr>
            <a:spLocks noGrp="1"/>
          </p:cNvSpPr>
          <p:nvPr>
            <p:ph type="title"/>
          </p:nvPr>
        </p:nvSpPr>
        <p:spPr>
          <a:xfrm>
            <a:off x="266700" y="114300"/>
            <a:ext cx="10439400" cy="495300"/>
          </a:xfrm>
        </p:spPr>
        <p:txBody>
          <a:bodyPr/>
          <a:lstStyle/>
          <a:p>
            <a:pPr algn="l"/>
            <a:r>
              <a:rPr sz="2400" b="1" i="0">
                <a:solidFill>
                  <a:srgbClr val="000000"/>
                </a:solidFill>
                <a:latin typeface="Meiryo UI"/>
                <a:ea typeface="Meiryo UI"/>
                <a:cs typeface="Meiryo UI"/>
                <a:effectLst/>
              </a:rPr>
              <a:t>コア・コンピテンシーの新旧対照（たたき台）</a:t>
            </a:r>
          </a:p>
        </p:txBody>
      </p:sp>
      <p:graphicFrame>
        <p:nvGraphicFramePr>
          <p:cNvPr id="4" name="Table 3"/>
          <p:cNvGraphicFramePr>
            <a:graphicFrameLocks noGrp="1"/>
          </p:cNvGraphicFramePr>
          <p:nvPr/>
        </p:nvGraphicFramePr>
        <p:xfrm>
          <a:off x="279400" y="1701800"/>
          <a:ext cx="11696698" cy="4114800"/>
        </p:xfrm>
        <a:graphic>
          <a:graphicData uri="http://schemas.openxmlformats.org/drawingml/2006/table">
            <a:tbl>
              <a:tblPr firstRow="0" bandRow="0">
                <a:tableStyleId>{5940675A-B579-460E-94D1-54222C63F5DA}</a:tableStyleId>
              </a:tblPr>
              <a:tblGrid>
                <a:gridCol w="1158089"/>
                <a:gridCol w="1737133"/>
                <a:gridCol w="2200369"/>
                <a:gridCol w="2316178"/>
                <a:gridCol w="4284929"/>
              </a:tblGrid>
              <a:tr h="304800">
                <a:tc>
                  <a:txBody>
                    <a:bodyPr wrap="square"/>
                    <a:lstStyle/>
                    <a:p>
                      <a:pPr marL="0" indent="0" algn="ctr">
                        <a:lnSpc>
                          <a:spcPct val="105000"/>
                        </a:lnSpc>
                        <a:buNone/>
                      </a:pPr>
                      <a:r>
                        <a:rPr sz="1200" b="1" i="0">
                          <a:solidFill>
                            <a:srgbClr val="FFFFFF"/>
                          </a:solidFill>
                          <a:latin typeface="Meiryo UI"/>
                          <a:ea typeface="Meiryo UI"/>
                          <a:cs typeface="Meiryo UI"/>
                          <a:effectLst/>
                        </a:rPr>
                        <a:t>提供価値</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c>
                  <a:txBody>
                    <a:bodyPr wrap="square"/>
                    <a:lstStyle/>
                    <a:p>
                      <a:pPr marL="0" indent="0" algn="ctr">
                        <a:lnSpc>
                          <a:spcPct val="105000"/>
                        </a:lnSpc>
                        <a:buNone/>
                      </a:pPr>
                      <a:r>
                        <a:rPr sz="1200" b="1" i="0">
                          <a:solidFill>
                            <a:srgbClr val="FFFFFF"/>
                          </a:solidFill>
                          <a:latin typeface="Meiryo UI"/>
                          <a:ea typeface="Meiryo UI"/>
                          <a:cs typeface="Meiryo UI"/>
                          <a:effectLst/>
                        </a:rPr>
                        <a:t>現行（コンサル）</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c>
                  <a:txBody>
                    <a:bodyPr wrap="square"/>
                    <a:lstStyle/>
                    <a:p>
                      <a:pPr marL="0" indent="0" algn="ctr">
                        <a:lnSpc>
                          <a:spcPct val="105000"/>
                        </a:lnSpc>
                        <a:buNone/>
                      </a:pPr>
                      <a:r>
                        <a:rPr sz="1200" b="1" i="0">
                          <a:solidFill>
                            <a:srgbClr val="FFFFFF"/>
                          </a:solidFill>
                          <a:latin typeface="Meiryo UI"/>
                          <a:ea typeface="Meiryo UI"/>
                          <a:cs typeface="Meiryo UI"/>
                          <a:effectLst/>
                        </a:rPr>
                        <a:t>たたき台（FDE）</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c>
                  <a:txBody>
                    <a:bodyPr wrap="square"/>
                    <a:lstStyle/>
                    <a:p>
                      <a:pPr marL="0" indent="0" algn="ctr">
                        <a:lnSpc>
                          <a:spcPct val="105000"/>
                        </a:lnSpc>
                        <a:buNone/>
                      </a:pPr>
                      <a:r>
                        <a:rPr sz="1200" b="1" i="0">
                          <a:solidFill>
                            <a:srgbClr val="FFFFFF"/>
                          </a:solidFill>
                          <a:latin typeface="Meiryo UI"/>
                          <a:ea typeface="Meiryo UI"/>
                          <a:cs typeface="Meiryo UI"/>
                          <a:effectLst/>
                        </a:rPr>
                        <a:t>評価項目（案）</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c>
                  <a:txBody>
                    <a:bodyPr wrap="square"/>
                    <a:lstStyle/>
                    <a:p>
                      <a:pPr marL="0" indent="0" algn="ctr">
                        <a:lnSpc>
                          <a:spcPct val="105000"/>
                        </a:lnSpc>
                        <a:buNone/>
                      </a:pPr>
                      <a:r>
                        <a:rPr sz="1200" b="1" i="0">
                          <a:solidFill>
                            <a:srgbClr val="FFFFFF"/>
                          </a:solidFill>
                          <a:latin typeface="Meiryo UI"/>
                          <a:ea typeface="Meiryo UI"/>
                          <a:cs typeface="Meiryo UI"/>
                          <a:effectLst/>
                        </a:rPr>
                        <a:t>求められる内容（案）</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r>
              <a:tr h="787400">
                <a:tc>
                  <a:txBody>
                    <a:bodyPr wrap="square"/>
                    <a:lstStyle/>
                    <a:p>
                      <a:pPr marL="0" indent="0" algn="l">
                        <a:lnSpc>
                          <a:spcPct val="105000"/>
                        </a:lnSpc>
                        <a:buNone/>
                      </a:pPr>
                      <a:r>
                        <a:rPr sz="1200" b="1" i="0">
                          <a:solidFill>
                            <a:srgbClr val="000000"/>
                          </a:solidFill>
                          <a:latin typeface="Meiryo UI"/>
                          <a:ea typeface="Meiryo UI"/>
                          <a:cs typeface="Meiryo UI"/>
                          <a:effectLst/>
                        </a:rPr>
                        <a:t>クライアント</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問題解決力</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1" i="0">
                          <a:solidFill>
                            <a:srgbClr val="000000"/>
                          </a:solidFill>
                          <a:latin typeface="Meiryo UI"/>
                          <a:ea typeface="Meiryo UI"/>
                          <a:cs typeface="Meiryo UI"/>
                          <a:effectLst/>
                        </a:rPr>
                        <a:t>① ソリューション設計・実装力</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要件定義・課題分析／設計・実装／効果測定</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業務課題を要件・アーキテクチャに分解し、AIコーディングツールを使って実装からクライアント環境へのデプロイまで行い、効果をKPIで測る</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787400">
                <a:tc>
                  <a:txBody>
                    <a:bodyPr wrap="square"/>
                    <a:lstStyle/>
                    <a:p>
                      <a:pPr marL="0" indent="0" algn="l">
                        <a:lnSpc>
                          <a:spcPct val="105000"/>
                        </a:lnSpc>
                        <a:buNone/>
                      </a:pPr>
                      <a:r>
                        <a:rPr sz="1200" b="1" i="0">
                          <a:solidFill>
                            <a:srgbClr val="000000"/>
                          </a:solidFill>
                          <a:latin typeface="Meiryo UI"/>
                          <a:ea typeface="Meiryo UI"/>
                          <a:cs typeface="Meiryo UI"/>
                          <a:effectLst/>
                        </a:rPr>
                        <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コミュニケーション力</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1" i="0">
                          <a:solidFill>
                            <a:srgbClr val="000000"/>
                          </a:solidFill>
                          <a:latin typeface="Meiryo UI"/>
                          <a:ea typeface="Meiryo UI"/>
                          <a:cs typeface="Meiryo UI"/>
                          <a:effectLst/>
                        </a:rPr>
                        <a:t>② 品質・本番定着力</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テスト・AI出力の評価／セキュリティ・運用移管／技術コミュニケーション</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AI生成コードやAI出力の精度を検証し、セキュリティと運用への引き継ぎを確実にする。現場ユーザーに説明・教育し、利用を定着させる</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508000">
                <a:tc>
                  <a:txBody>
                    <a:bodyPr wrap="square"/>
                    <a:lstStyle/>
                    <a:p>
                      <a:pPr marL="0" indent="0" algn="l">
                        <a:lnSpc>
                          <a:spcPct val="105000"/>
                        </a:lnSpc>
                        <a:buNone/>
                      </a:pPr>
                      <a:r>
                        <a:rPr sz="1200" b="1" i="0">
                          <a:solidFill>
                            <a:srgbClr val="000000"/>
                          </a:solidFill>
                          <a:latin typeface="Meiryo UI"/>
                          <a:ea typeface="Meiryo UI"/>
                          <a:cs typeface="Meiryo UI"/>
                          <a:effectLst/>
                        </a:rPr>
                        <a:t>ピープル</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プロジェクト・エクセレンス</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③ 共通</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プロジェクト遂行</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共通定義。FDEの例示：スプリント・リリース計画、技術リスクの管理</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508000">
                <a:tc>
                  <a:txBody>
                    <a:bodyPr wrap="square"/>
                    <a:lstStyle/>
                    <a:p>
                      <a:pPr marL="0" indent="0" algn="l">
                        <a:lnSpc>
                          <a:spcPct val="105000"/>
                        </a:lnSpc>
                        <a:buNone/>
                      </a:pPr>
                      <a:r>
                        <a:rPr sz="1200" b="1" i="0">
                          <a:solidFill>
                            <a:srgbClr val="000000"/>
                          </a:solidFill>
                          <a:latin typeface="Meiryo UI"/>
                          <a:ea typeface="Meiryo UI"/>
                          <a:cs typeface="Meiryo UI"/>
                          <a:effectLst/>
                        </a:rPr>
                        <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チーム・エクセレンス</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④ 共通</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リーダーシップとコラボレーション</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共通定義。FDEの例示：コンサルとの役割分担と連携、コードレビュー・後輩FDEの育成</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711200">
                <a:tc>
                  <a:txBody>
                    <a:bodyPr wrap="square"/>
                    <a:lstStyle/>
                    <a:p>
                      <a:pPr marL="0" indent="0" algn="l">
                        <a:lnSpc>
                          <a:spcPct val="105000"/>
                        </a:lnSpc>
                        <a:buNone/>
                      </a:pPr>
                      <a:r>
                        <a:rPr sz="1200" b="1" i="0">
                          <a:solidFill>
                            <a:srgbClr val="000000"/>
                          </a:solidFill>
                          <a:latin typeface="Meiryo UI"/>
                          <a:ea typeface="Meiryo UI"/>
                          <a:cs typeface="Meiryo UI"/>
                          <a:effectLst/>
                        </a:rPr>
                        <a:t>ファーム</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コマーシャル推進力</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1" i="0">
                          <a:solidFill>
                            <a:srgbClr val="000000"/>
                          </a:solidFill>
                          <a:latin typeface="Meiryo UI"/>
                          <a:ea typeface="Meiryo UI"/>
                          <a:cs typeface="Meiryo UI"/>
                          <a:effectLst/>
                        </a:rPr>
                        <a:t>⑤ アセット化・ナレッジ還元</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playbook・再利用部品／プロダクトへの還元</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うまくいった実装を手順書・部品・テンプレートにまとめ、他の案件やPocketなどの自社プロダクトで使える形にする</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508000">
                <a:tc>
                  <a:txBody>
                    <a:bodyPr wrap="square"/>
                    <a:lstStyle/>
                    <a:p>
                      <a:pPr marL="0" indent="0" algn="l">
                        <a:lnSpc>
                          <a:spcPct val="105000"/>
                        </a:lnSpc>
                        <a:buNone/>
                      </a:pPr>
                      <a:r>
                        <a:rPr sz="1200" b="1" i="0">
                          <a:solidFill>
                            <a:srgbClr val="000000"/>
                          </a:solidFill>
                          <a:latin typeface="Meiryo UI"/>
                          <a:ea typeface="Meiryo UI"/>
                          <a:cs typeface="Meiryo UI"/>
                          <a:effectLst/>
                        </a:rPr>
                        <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ファームビルディング</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⑥ 共通</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専門性・ファームビルディング</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共通定義。FDEの例示：技術発信、FDE候補の技術面接、勉強会</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bl>
          </a:graphicData>
        </a:graphic>
      </p:graphicFrame>
      <p:sp>
        <p:nvSpPr>
          <p:cNvPr id="5" name="Rectangle 4"/>
          <p:cNvSpPr/>
          <p:nvPr/>
        </p:nvSpPr>
        <p:spPr>
          <a:xfrm>
            <a:off x="279400" y="6350000"/>
            <a:ext cx="11696700" cy="279400"/>
          </a:xfrm>
          <a:prstGeom prst="rect">
            <a:avLst/>
          </a:prstGeom>
          <a:no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l" marL="0" indent="0">
              <a:lnSpc>
                <a:spcPct val="110000"/>
              </a:lnSpc>
              <a:buNone/>
            </a:pPr>
            <a:r>
              <a:rPr sz="1200" b="0" i="0">
                <a:solidFill>
                  <a:srgbClr val="7F7F7F"/>
                </a:solidFill>
                <a:latin typeface="Meiryo UI"/>
                <a:ea typeface="Meiryo UI"/>
                <a:cs typeface="Meiryo UI"/>
                <a:effectLst/>
              </a:rPr>
              <a:t>太字が入れ替える3つ。③④⑥はコンサルタントと名称・定義が共通で、ルーブリックにFDEの例示を加えます。</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279400" y="812800"/>
            <a:ext cx="11696700" cy="584200"/>
          </a:xfrm>
        </p:spPr>
        <p:txBody>
          <a:bodyPr wrap="square"/>
          <a:lstStyle/>
          <a:p>
            <a:pPr marL="0" indent="0" algn="l">
              <a:lnSpc>
                <a:spcPct val="120000"/>
              </a:lnSpc>
              <a:buNone/>
            </a:pPr>
            <a:r>
              <a:rPr sz="1600" b="1" i="0">
                <a:solidFill>
                  <a:srgbClr val="000000"/>
                </a:solidFill>
                <a:latin typeface="Meiryo UI"/>
                <a:ea typeface="Meiryo UI"/>
                <a:cs typeface="Meiryo UI"/>
                <a:effectLst/>
              </a:rPr>
              <a:t>ジュニアは①②に重みを置き、職位が上がるほど育成とアセット化の比重を上げ、受注の比重は置きません。</a:t>
            </a:r>
          </a:p>
        </p:txBody>
      </p:sp>
      <p:sp>
        <p:nvSpPr>
          <p:cNvPr id="3" name="Title 2"/>
          <p:cNvSpPr>
            <a:spLocks noGrp="1"/>
          </p:cNvSpPr>
          <p:nvPr>
            <p:ph type="title"/>
          </p:nvPr>
        </p:nvSpPr>
        <p:spPr>
          <a:xfrm>
            <a:off x="266700" y="114300"/>
            <a:ext cx="10439400" cy="495300"/>
          </a:xfrm>
        </p:spPr>
        <p:txBody>
          <a:bodyPr/>
          <a:lstStyle/>
          <a:p>
            <a:pPr algn="l"/>
            <a:r>
              <a:rPr sz="2400" b="1" i="0">
                <a:solidFill>
                  <a:srgbClr val="000000"/>
                </a:solidFill>
                <a:latin typeface="Meiryo UI"/>
                <a:ea typeface="Meiryo UI"/>
                <a:cs typeface="Meiryo UI"/>
                <a:effectLst/>
              </a:rPr>
              <a:t>職位別の係数（たたき台）</a:t>
            </a:r>
          </a:p>
        </p:txBody>
      </p:sp>
      <p:graphicFrame>
        <p:nvGraphicFramePr>
          <p:cNvPr id="4" name="Table 3"/>
          <p:cNvGraphicFramePr>
            <a:graphicFrameLocks noGrp="1"/>
          </p:cNvGraphicFramePr>
          <p:nvPr/>
        </p:nvGraphicFramePr>
        <p:xfrm>
          <a:off x="279400" y="1752600"/>
          <a:ext cx="8127997" cy="3175000"/>
        </p:xfrm>
        <a:graphic>
          <a:graphicData uri="http://schemas.openxmlformats.org/drawingml/2006/table">
            <a:tbl>
              <a:tblPr firstRow="0" bandRow="0">
                <a:tableStyleId>{5940675A-B579-460E-94D1-54222C63F5DA}</a:tableStyleId>
              </a:tblPr>
              <a:tblGrid>
                <a:gridCol w="2294964"/>
                <a:gridCol w="1147482"/>
                <a:gridCol w="1147482"/>
                <a:gridCol w="1147482"/>
                <a:gridCol w="1147482"/>
                <a:gridCol w="1243105"/>
              </a:tblGrid>
              <a:tr h="508000">
                <a:tc>
                  <a:txBody>
                    <a:bodyPr wrap="square"/>
                    <a:lstStyle/>
                    <a:p>
                      <a:pPr marL="0" indent="0" algn="ctr">
                        <a:lnSpc>
                          <a:spcPct val="105000"/>
                        </a:lnSpc>
                        <a:buNone/>
                      </a:pPr>
                      <a:r>
                        <a:rPr sz="1300" b="1" i="0">
                          <a:solidFill>
                            <a:srgbClr val="FFFFFF"/>
                          </a:solidFill>
                          <a:latin typeface="Meiryo UI"/>
                          <a:ea typeface="Meiryo UI"/>
                          <a:cs typeface="Meiryo UI"/>
                          <a:effectLst/>
                        </a:rPr>
                        <a:t>コア・コンピテンシー</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c>
                  <a:txBody>
                    <a:bodyPr wrap="square"/>
                    <a:lstStyle/>
                    <a:p>
                      <a:pPr marL="0" indent="0" algn="ctr">
                        <a:lnSpc>
                          <a:spcPct val="105000"/>
                        </a:lnSpc>
                        <a:buNone/>
                      </a:pPr>
                      <a:r>
                        <a:rPr sz="1300" b="1" i="0">
                          <a:solidFill>
                            <a:srgbClr val="FFFFFF"/>
                          </a:solidFill>
                          <a:latin typeface="Meiryo UI"/>
                          <a:ea typeface="Meiryo UI"/>
                          <a:cs typeface="Meiryo UI"/>
                          <a:effectLst/>
                        </a:rPr>
                        <a:t>アソシエイトFDE
（A相当）</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c>
                  <a:txBody>
                    <a:bodyPr wrap="square"/>
                    <a:lstStyle/>
                    <a:p>
                      <a:pPr marL="0" indent="0" algn="ctr">
                        <a:lnSpc>
                          <a:spcPct val="105000"/>
                        </a:lnSpc>
                        <a:buNone/>
                      </a:pPr>
                      <a:r>
                        <a:rPr sz="1300" b="1" i="0">
                          <a:solidFill>
                            <a:srgbClr val="FFFFFF"/>
                          </a:solidFill>
                          <a:latin typeface="Meiryo UI"/>
                          <a:ea typeface="Meiryo UI"/>
                          <a:cs typeface="Meiryo UI"/>
                          <a:effectLst/>
                        </a:rPr>
                        <a:t>FDE
（C相当）</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c>
                  <a:txBody>
                    <a:bodyPr wrap="square"/>
                    <a:lstStyle/>
                    <a:p>
                      <a:pPr marL="0" indent="0" algn="ctr">
                        <a:lnSpc>
                          <a:spcPct val="105000"/>
                        </a:lnSpc>
                        <a:buNone/>
                      </a:pPr>
                      <a:r>
                        <a:rPr sz="1300" b="1" i="0">
                          <a:solidFill>
                            <a:srgbClr val="FFFFFF"/>
                          </a:solidFill>
                          <a:latin typeface="Meiryo UI"/>
                          <a:ea typeface="Meiryo UI"/>
                          <a:cs typeface="Meiryo UI"/>
                          <a:effectLst/>
                        </a:rPr>
                        <a:t>シニアFDE
（SC相当）</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c>
                  <a:txBody>
                    <a:bodyPr wrap="square"/>
                    <a:lstStyle/>
                    <a:p>
                      <a:pPr marL="0" indent="0" algn="ctr">
                        <a:lnSpc>
                          <a:spcPct val="105000"/>
                        </a:lnSpc>
                        <a:buNone/>
                      </a:pPr>
                      <a:r>
                        <a:rPr sz="1300" b="1" i="0">
                          <a:solidFill>
                            <a:srgbClr val="FFFFFF"/>
                          </a:solidFill>
                          <a:latin typeface="Meiryo UI"/>
                          <a:ea typeface="Meiryo UI"/>
                          <a:cs typeface="Meiryo UI"/>
                          <a:effectLst/>
                        </a:rPr>
                        <a:t>リードFDE
（M相当）</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c>
                  <a:txBody>
                    <a:bodyPr wrap="square"/>
                    <a:lstStyle/>
                    <a:p>
                      <a:pPr marL="0" indent="0" algn="ctr">
                        <a:lnSpc>
                          <a:spcPct val="105000"/>
                        </a:lnSpc>
                        <a:buNone/>
                      </a:pPr>
                      <a:r>
                        <a:rPr sz="1300" b="1" i="0">
                          <a:solidFill>
                            <a:srgbClr val="FFFFFF"/>
                          </a:solidFill>
                          <a:latin typeface="Meiryo UI"/>
                          <a:ea typeface="Meiryo UI"/>
                          <a:cs typeface="Meiryo UI"/>
                          <a:effectLst/>
                        </a:rPr>
                        <a:t>プリンシパルFDE
（SM相当）</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r>
              <a:tr h="381000">
                <a:tc>
                  <a:txBody>
                    <a:bodyPr wrap="square"/>
                    <a:lstStyle/>
                    <a:p>
                      <a:pPr marL="0" indent="0" algn="l">
                        <a:lnSpc>
                          <a:spcPct val="105000"/>
                        </a:lnSpc>
                        <a:buNone/>
                      </a:pPr>
                      <a:r>
                        <a:rPr sz="1300" b="1" i="0">
                          <a:solidFill>
                            <a:srgbClr val="000000"/>
                          </a:solidFill>
                          <a:latin typeface="Meiryo UI"/>
                          <a:ea typeface="Meiryo UI"/>
                          <a:cs typeface="Meiryo UI"/>
                          <a:effectLst/>
                        </a:rPr>
                        <a:t>① ソリューション設計・実装力</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ctr">
                        <a:lnSpc>
                          <a:spcPct val="105000"/>
                        </a:lnSpc>
                        <a:buNone/>
                      </a:pPr>
                      <a:r>
                        <a:rPr sz="1300" b="0" i="0">
                          <a:solidFill>
                            <a:srgbClr val="000000"/>
                          </a:solidFill>
                          <a:latin typeface="Meiryo UI"/>
                          <a:ea typeface="Meiryo UI"/>
                          <a:cs typeface="Meiryo UI"/>
                          <a:effectLst/>
                        </a:rPr>
                        <a:t>40%</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ctr">
                        <a:lnSpc>
                          <a:spcPct val="105000"/>
                        </a:lnSpc>
                        <a:buNone/>
                      </a:pPr>
                      <a:r>
                        <a:rPr sz="1300" b="0" i="0">
                          <a:solidFill>
                            <a:srgbClr val="000000"/>
                          </a:solidFill>
                          <a:latin typeface="Meiryo UI"/>
                          <a:ea typeface="Meiryo UI"/>
                          <a:cs typeface="Meiryo UI"/>
                          <a:effectLst/>
                        </a:rPr>
                        <a:t>35%</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ctr">
                        <a:lnSpc>
                          <a:spcPct val="105000"/>
                        </a:lnSpc>
                        <a:buNone/>
                      </a:pPr>
                      <a:r>
                        <a:rPr sz="1300" b="0" i="0">
                          <a:solidFill>
                            <a:srgbClr val="000000"/>
                          </a:solidFill>
                          <a:latin typeface="Meiryo UI"/>
                          <a:ea typeface="Meiryo UI"/>
                          <a:cs typeface="Meiryo UI"/>
                          <a:effectLst/>
                        </a:rPr>
                        <a:t>30%</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ctr">
                        <a:lnSpc>
                          <a:spcPct val="105000"/>
                        </a:lnSpc>
                        <a:buNone/>
                      </a:pPr>
                      <a:r>
                        <a:rPr sz="1300" b="0" i="0">
                          <a:solidFill>
                            <a:srgbClr val="000000"/>
                          </a:solidFill>
                          <a:latin typeface="Meiryo UI"/>
                          <a:ea typeface="Meiryo UI"/>
                          <a:cs typeface="Meiryo UI"/>
                          <a:effectLst/>
                        </a:rPr>
                        <a:t>20%</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ctr">
                        <a:lnSpc>
                          <a:spcPct val="105000"/>
                        </a:lnSpc>
                        <a:buNone/>
                      </a:pPr>
                      <a:r>
                        <a:rPr sz="1300" b="0" i="0">
                          <a:solidFill>
                            <a:srgbClr val="000000"/>
                          </a:solidFill>
                          <a:latin typeface="Meiryo UI"/>
                          <a:ea typeface="Meiryo UI"/>
                          <a:cs typeface="Meiryo UI"/>
                          <a:effectLst/>
                        </a:rPr>
                        <a:t>15%</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381000">
                <a:tc>
                  <a:txBody>
                    <a:bodyPr wrap="square"/>
                    <a:lstStyle/>
                    <a:p>
                      <a:pPr marL="0" indent="0" algn="l">
                        <a:lnSpc>
                          <a:spcPct val="105000"/>
                        </a:lnSpc>
                        <a:buNone/>
                      </a:pPr>
                      <a:r>
                        <a:rPr sz="1300" b="1" i="0">
                          <a:solidFill>
                            <a:srgbClr val="000000"/>
                          </a:solidFill>
                          <a:latin typeface="Meiryo UI"/>
                          <a:ea typeface="Meiryo UI"/>
                          <a:cs typeface="Meiryo UI"/>
                          <a:effectLst/>
                        </a:rPr>
                        <a:t>② 品質・本番定着力</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ctr">
                        <a:lnSpc>
                          <a:spcPct val="105000"/>
                        </a:lnSpc>
                        <a:buNone/>
                      </a:pPr>
                      <a:r>
                        <a:rPr sz="1300" b="0" i="0">
                          <a:solidFill>
                            <a:srgbClr val="000000"/>
                          </a:solidFill>
                          <a:latin typeface="Meiryo UI"/>
                          <a:ea typeface="Meiryo UI"/>
                          <a:cs typeface="Meiryo UI"/>
                          <a:effectLst/>
                        </a:rPr>
                        <a:t>30%</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ctr">
                        <a:lnSpc>
                          <a:spcPct val="105000"/>
                        </a:lnSpc>
                        <a:buNone/>
                      </a:pPr>
                      <a:r>
                        <a:rPr sz="1300" b="0" i="0">
                          <a:solidFill>
                            <a:srgbClr val="000000"/>
                          </a:solidFill>
                          <a:latin typeface="Meiryo UI"/>
                          <a:ea typeface="Meiryo UI"/>
                          <a:cs typeface="Meiryo UI"/>
                          <a:effectLst/>
                        </a:rPr>
                        <a:t>30%</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ctr">
                        <a:lnSpc>
                          <a:spcPct val="105000"/>
                        </a:lnSpc>
                        <a:buNone/>
                      </a:pPr>
                      <a:r>
                        <a:rPr sz="1300" b="0" i="0">
                          <a:solidFill>
                            <a:srgbClr val="000000"/>
                          </a:solidFill>
                          <a:latin typeface="Meiryo UI"/>
                          <a:ea typeface="Meiryo UI"/>
                          <a:cs typeface="Meiryo UI"/>
                          <a:effectLst/>
                        </a:rPr>
                        <a:t>25%</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ctr">
                        <a:lnSpc>
                          <a:spcPct val="105000"/>
                        </a:lnSpc>
                        <a:buNone/>
                      </a:pPr>
                      <a:r>
                        <a:rPr sz="1300" b="0" i="0">
                          <a:solidFill>
                            <a:srgbClr val="000000"/>
                          </a:solidFill>
                          <a:latin typeface="Meiryo UI"/>
                          <a:ea typeface="Meiryo UI"/>
                          <a:cs typeface="Meiryo UI"/>
                          <a:effectLst/>
                        </a:rPr>
                        <a:t>20%</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ctr">
                        <a:lnSpc>
                          <a:spcPct val="105000"/>
                        </a:lnSpc>
                        <a:buNone/>
                      </a:pPr>
                      <a:r>
                        <a:rPr sz="1300" b="0" i="0">
                          <a:solidFill>
                            <a:srgbClr val="000000"/>
                          </a:solidFill>
                          <a:latin typeface="Meiryo UI"/>
                          <a:ea typeface="Meiryo UI"/>
                          <a:cs typeface="Meiryo UI"/>
                          <a:effectLst/>
                        </a:rPr>
                        <a:t>15%</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381000">
                <a:tc>
                  <a:txBody>
                    <a:bodyPr wrap="square"/>
                    <a:lstStyle/>
                    <a:p>
                      <a:pPr marL="0" indent="0" algn="l">
                        <a:lnSpc>
                          <a:spcPct val="105000"/>
                        </a:lnSpc>
                        <a:buNone/>
                      </a:pPr>
                      <a:r>
                        <a:rPr sz="1300" b="1" i="0">
                          <a:solidFill>
                            <a:srgbClr val="000000"/>
                          </a:solidFill>
                          <a:latin typeface="Meiryo UI"/>
                          <a:ea typeface="Meiryo UI"/>
                          <a:cs typeface="Meiryo UI"/>
                          <a:effectLst/>
                        </a:rPr>
                        <a:t>③ プロジェクト・エクセレンス</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ctr">
                        <a:lnSpc>
                          <a:spcPct val="105000"/>
                        </a:lnSpc>
                        <a:buNone/>
                      </a:pPr>
                      <a:r>
                        <a:rPr sz="1300" b="0" i="0">
                          <a:solidFill>
                            <a:srgbClr val="000000"/>
                          </a:solidFill>
                          <a:latin typeface="Meiryo UI"/>
                          <a:ea typeface="Meiryo UI"/>
                          <a:cs typeface="Meiryo UI"/>
                          <a:effectLst/>
                        </a:rPr>
                        <a:t>10%</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ctr">
                        <a:lnSpc>
                          <a:spcPct val="105000"/>
                        </a:lnSpc>
                        <a:buNone/>
                      </a:pPr>
                      <a:r>
                        <a:rPr sz="1300" b="0" i="0">
                          <a:solidFill>
                            <a:srgbClr val="000000"/>
                          </a:solidFill>
                          <a:latin typeface="Meiryo UI"/>
                          <a:ea typeface="Meiryo UI"/>
                          <a:cs typeface="Meiryo UI"/>
                          <a:effectLst/>
                        </a:rPr>
                        <a:t>10%</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ctr">
                        <a:lnSpc>
                          <a:spcPct val="105000"/>
                        </a:lnSpc>
                        <a:buNone/>
                      </a:pPr>
                      <a:r>
                        <a:rPr sz="1300" b="0" i="0">
                          <a:solidFill>
                            <a:srgbClr val="000000"/>
                          </a:solidFill>
                          <a:latin typeface="Meiryo UI"/>
                          <a:ea typeface="Meiryo UI"/>
                          <a:cs typeface="Meiryo UI"/>
                          <a:effectLst/>
                        </a:rPr>
                        <a:t>15%</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ctr">
                        <a:lnSpc>
                          <a:spcPct val="105000"/>
                        </a:lnSpc>
                        <a:buNone/>
                      </a:pPr>
                      <a:r>
                        <a:rPr sz="1300" b="0" i="0">
                          <a:solidFill>
                            <a:srgbClr val="000000"/>
                          </a:solidFill>
                          <a:latin typeface="Meiryo UI"/>
                          <a:ea typeface="Meiryo UI"/>
                          <a:cs typeface="Meiryo UI"/>
                          <a:effectLst/>
                        </a:rPr>
                        <a:t>20%</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ctr">
                        <a:lnSpc>
                          <a:spcPct val="105000"/>
                        </a:lnSpc>
                        <a:buNone/>
                      </a:pPr>
                      <a:r>
                        <a:rPr sz="1300" b="0" i="0">
                          <a:solidFill>
                            <a:srgbClr val="000000"/>
                          </a:solidFill>
                          <a:latin typeface="Meiryo UI"/>
                          <a:ea typeface="Meiryo UI"/>
                          <a:cs typeface="Meiryo UI"/>
                          <a:effectLst/>
                        </a:rPr>
                        <a:t>15%</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381000">
                <a:tc>
                  <a:txBody>
                    <a:bodyPr wrap="square"/>
                    <a:lstStyle/>
                    <a:p>
                      <a:pPr marL="0" indent="0" algn="l">
                        <a:lnSpc>
                          <a:spcPct val="105000"/>
                        </a:lnSpc>
                        <a:buNone/>
                      </a:pPr>
                      <a:r>
                        <a:rPr sz="1300" b="1" i="0">
                          <a:solidFill>
                            <a:srgbClr val="000000"/>
                          </a:solidFill>
                          <a:latin typeface="Meiryo UI"/>
                          <a:ea typeface="Meiryo UI"/>
                          <a:cs typeface="Meiryo UI"/>
                          <a:effectLst/>
                        </a:rPr>
                        <a:t>④ チーム・エクセレンス</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ctr">
                        <a:lnSpc>
                          <a:spcPct val="105000"/>
                        </a:lnSpc>
                        <a:buNone/>
                      </a:pPr>
                      <a:r>
                        <a:rPr sz="1300" b="0" i="0">
                          <a:solidFill>
                            <a:srgbClr val="000000"/>
                          </a:solidFill>
                          <a:latin typeface="Meiryo UI"/>
                          <a:ea typeface="Meiryo UI"/>
                          <a:cs typeface="Meiryo UI"/>
                          <a:effectLst/>
                        </a:rPr>
                        <a:t>10%</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ctr">
                        <a:lnSpc>
                          <a:spcPct val="105000"/>
                        </a:lnSpc>
                        <a:buNone/>
                      </a:pPr>
                      <a:r>
                        <a:rPr sz="1300" b="0" i="0">
                          <a:solidFill>
                            <a:srgbClr val="000000"/>
                          </a:solidFill>
                          <a:latin typeface="Meiryo UI"/>
                          <a:ea typeface="Meiryo UI"/>
                          <a:cs typeface="Meiryo UI"/>
                          <a:effectLst/>
                        </a:rPr>
                        <a:t>15%</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ctr">
                        <a:lnSpc>
                          <a:spcPct val="105000"/>
                        </a:lnSpc>
                        <a:buNone/>
                      </a:pPr>
                      <a:r>
                        <a:rPr sz="1300" b="0" i="0">
                          <a:solidFill>
                            <a:srgbClr val="000000"/>
                          </a:solidFill>
                          <a:latin typeface="Meiryo UI"/>
                          <a:ea typeface="Meiryo UI"/>
                          <a:cs typeface="Meiryo UI"/>
                          <a:effectLst/>
                        </a:rPr>
                        <a:t>15%</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ctr">
                        <a:lnSpc>
                          <a:spcPct val="105000"/>
                        </a:lnSpc>
                        <a:buNone/>
                      </a:pPr>
                      <a:r>
                        <a:rPr sz="1300" b="0" i="0">
                          <a:solidFill>
                            <a:srgbClr val="000000"/>
                          </a:solidFill>
                          <a:latin typeface="Meiryo UI"/>
                          <a:ea typeface="Meiryo UI"/>
                          <a:cs typeface="Meiryo UI"/>
                          <a:effectLst/>
                        </a:rPr>
                        <a:t>20%</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ctr">
                        <a:lnSpc>
                          <a:spcPct val="105000"/>
                        </a:lnSpc>
                        <a:buNone/>
                      </a:pPr>
                      <a:r>
                        <a:rPr sz="1300" b="0" i="0">
                          <a:solidFill>
                            <a:srgbClr val="000000"/>
                          </a:solidFill>
                          <a:latin typeface="Meiryo UI"/>
                          <a:ea typeface="Meiryo UI"/>
                          <a:cs typeface="Meiryo UI"/>
                          <a:effectLst/>
                        </a:rPr>
                        <a:t>20%</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381000">
                <a:tc>
                  <a:txBody>
                    <a:bodyPr wrap="square"/>
                    <a:lstStyle/>
                    <a:p>
                      <a:pPr marL="0" indent="0" algn="l">
                        <a:lnSpc>
                          <a:spcPct val="105000"/>
                        </a:lnSpc>
                        <a:buNone/>
                      </a:pPr>
                      <a:r>
                        <a:rPr sz="1300" b="1" i="0">
                          <a:solidFill>
                            <a:srgbClr val="000000"/>
                          </a:solidFill>
                          <a:latin typeface="Meiryo UI"/>
                          <a:ea typeface="Meiryo UI"/>
                          <a:cs typeface="Meiryo UI"/>
                          <a:effectLst/>
                        </a:rPr>
                        <a:t>⑤ アセット化・ナレッジ還元</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ctr">
                        <a:lnSpc>
                          <a:spcPct val="105000"/>
                        </a:lnSpc>
                        <a:buNone/>
                      </a:pPr>
                      <a:r>
                        <a:rPr sz="1300" b="0" i="0">
                          <a:solidFill>
                            <a:srgbClr val="000000"/>
                          </a:solidFill>
                          <a:latin typeface="Meiryo UI"/>
                          <a:ea typeface="Meiryo UI"/>
                          <a:cs typeface="Meiryo UI"/>
                          <a:effectLst/>
                        </a:rPr>
                        <a:t>10%</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ctr">
                        <a:lnSpc>
                          <a:spcPct val="105000"/>
                        </a:lnSpc>
                        <a:buNone/>
                      </a:pPr>
                      <a:r>
                        <a:rPr sz="1300" b="0" i="0">
                          <a:solidFill>
                            <a:srgbClr val="000000"/>
                          </a:solidFill>
                          <a:latin typeface="Meiryo UI"/>
                          <a:ea typeface="Meiryo UI"/>
                          <a:cs typeface="Meiryo UI"/>
                          <a:effectLst/>
                        </a:rPr>
                        <a:t>10%</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ctr">
                        <a:lnSpc>
                          <a:spcPct val="105000"/>
                        </a:lnSpc>
                        <a:buNone/>
                      </a:pPr>
                      <a:r>
                        <a:rPr sz="1300" b="0" i="0">
                          <a:solidFill>
                            <a:srgbClr val="000000"/>
                          </a:solidFill>
                          <a:latin typeface="Meiryo UI"/>
                          <a:ea typeface="Meiryo UI"/>
                          <a:cs typeface="Meiryo UI"/>
                          <a:effectLst/>
                        </a:rPr>
                        <a:t>10%</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ctr">
                        <a:lnSpc>
                          <a:spcPct val="105000"/>
                        </a:lnSpc>
                        <a:buNone/>
                      </a:pPr>
                      <a:r>
                        <a:rPr sz="1300" b="0" i="0">
                          <a:solidFill>
                            <a:srgbClr val="000000"/>
                          </a:solidFill>
                          <a:latin typeface="Meiryo UI"/>
                          <a:ea typeface="Meiryo UI"/>
                          <a:cs typeface="Meiryo UI"/>
                          <a:effectLst/>
                        </a:rPr>
                        <a:t>10%</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ctr">
                        <a:lnSpc>
                          <a:spcPct val="105000"/>
                        </a:lnSpc>
                        <a:buNone/>
                      </a:pPr>
                      <a:r>
                        <a:rPr sz="1300" b="0" i="0">
                          <a:solidFill>
                            <a:srgbClr val="000000"/>
                          </a:solidFill>
                          <a:latin typeface="Meiryo UI"/>
                          <a:ea typeface="Meiryo UI"/>
                          <a:cs typeface="Meiryo UI"/>
                          <a:effectLst/>
                        </a:rPr>
                        <a:t>20%</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381000">
                <a:tc>
                  <a:txBody>
                    <a:bodyPr wrap="square"/>
                    <a:lstStyle/>
                    <a:p>
                      <a:pPr marL="0" indent="0" algn="l">
                        <a:lnSpc>
                          <a:spcPct val="105000"/>
                        </a:lnSpc>
                        <a:buNone/>
                      </a:pPr>
                      <a:r>
                        <a:rPr sz="1300" b="1" i="0">
                          <a:solidFill>
                            <a:srgbClr val="000000"/>
                          </a:solidFill>
                          <a:latin typeface="Meiryo UI"/>
                          <a:ea typeface="Meiryo UI"/>
                          <a:cs typeface="Meiryo UI"/>
                          <a:effectLst/>
                        </a:rPr>
                        <a:t>⑥ ファームビルディング</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ctr">
                        <a:lnSpc>
                          <a:spcPct val="105000"/>
                        </a:lnSpc>
                        <a:buNone/>
                      </a:pPr>
                      <a:r>
                        <a:rPr sz="1300" b="0" i="0">
                          <a:solidFill>
                            <a:srgbClr val="000000"/>
                          </a:solidFill>
                          <a:latin typeface="Meiryo UI"/>
                          <a:ea typeface="Meiryo UI"/>
                          <a:cs typeface="Meiryo UI"/>
                          <a:effectLst/>
                        </a:rPr>
                        <a:t>0%</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ctr">
                        <a:lnSpc>
                          <a:spcPct val="105000"/>
                        </a:lnSpc>
                        <a:buNone/>
                      </a:pPr>
                      <a:r>
                        <a:rPr sz="1300" b="0" i="0">
                          <a:solidFill>
                            <a:srgbClr val="000000"/>
                          </a:solidFill>
                          <a:latin typeface="Meiryo UI"/>
                          <a:ea typeface="Meiryo UI"/>
                          <a:cs typeface="Meiryo UI"/>
                          <a:effectLst/>
                        </a:rPr>
                        <a:t>0%</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ctr">
                        <a:lnSpc>
                          <a:spcPct val="105000"/>
                        </a:lnSpc>
                        <a:buNone/>
                      </a:pPr>
                      <a:r>
                        <a:rPr sz="1300" b="0" i="0">
                          <a:solidFill>
                            <a:srgbClr val="000000"/>
                          </a:solidFill>
                          <a:latin typeface="Meiryo UI"/>
                          <a:ea typeface="Meiryo UI"/>
                          <a:cs typeface="Meiryo UI"/>
                          <a:effectLst/>
                        </a:rPr>
                        <a:t>5%</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ctr">
                        <a:lnSpc>
                          <a:spcPct val="105000"/>
                        </a:lnSpc>
                        <a:buNone/>
                      </a:pPr>
                      <a:r>
                        <a:rPr sz="1300" b="0" i="0">
                          <a:solidFill>
                            <a:srgbClr val="000000"/>
                          </a:solidFill>
                          <a:latin typeface="Meiryo UI"/>
                          <a:ea typeface="Meiryo UI"/>
                          <a:cs typeface="Meiryo UI"/>
                          <a:effectLst/>
                        </a:rPr>
                        <a:t>10%</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ctr">
                        <a:lnSpc>
                          <a:spcPct val="105000"/>
                        </a:lnSpc>
                        <a:buNone/>
                      </a:pPr>
                      <a:r>
                        <a:rPr sz="1300" b="0" i="0">
                          <a:solidFill>
                            <a:srgbClr val="000000"/>
                          </a:solidFill>
                          <a:latin typeface="Meiryo UI"/>
                          <a:ea typeface="Meiryo UI"/>
                          <a:cs typeface="Meiryo UI"/>
                          <a:effectLst/>
                        </a:rPr>
                        <a:t>15%</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381000">
                <a:tc>
                  <a:txBody>
                    <a:bodyPr wrap="square"/>
                    <a:lstStyle/>
                    <a:p>
                      <a:pPr marL="0" indent="0" algn="l">
                        <a:lnSpc>
                          <a:spcPct val="105000"/>
                        </a:lnSpc>
                        <a:buNone/>
                      </a:pPr>
                      <a:r>
                        <a:rPr sz="1300" b="1" i="0">
                          <a:solidFill>
                            <a:srgbClr val="000000"/>
                          </a:solidFill>
                          <a:latin typeface="Meiryo UI"/>
                          <a:ea typeface="Meiryo UI"/>
                          <a:cs typeface="Meiryo UI"/>
                          <a:effectLst/>
                        </a:rPr>
                        <a:t>合計</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ctr">
                        <a:lnSpc>
                          <a:spcPct val="105000"/>
                        </a:lnSpc>
                        <a:buNone/>
                      </a:pPr>
                      <a:r>
                        <a:rPr sz="1300" b="1" i="0">
                          <a:solidFill>
                            <a:srgbClr val="000000"/>
                          </a:solidFill>
                          <a:latin typeface="Meiryo UI"/>
                          <a:ea typeface="Meiryo UI"/>
                          <a:cs typeface="Meiryo UI"/>
                          <a:effectLst/>
                        </a:rPr>
                        <a:t>100%</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ctr">
                        <a:lnSpc>
                          <a:spcPct val="105000"/>
                        </a:lnSpc>
                        <a:buNone/>
                      </a:pPr>
                      <a:r>
                        <a:rPr sz="1300" b="1" i="0">
                          <a:solidFill>
                            <a:srgbClr val="000000"/>
                          </a:solidFill>
                          <a:latin typeface="Meiryo UI"/>
                          <a:ea typeface="Meiryo UI"/>
                          <a:cs typeface="Meiryo UI"/>
                          <a:effectLst/>
                        </a:rPr>
                        <a:t>100%</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ctr">
                        <a:lnSpc>
                          <a:spcPct val="105000"/>
                        </a:lnSpc>
                        <a:buNone/>
                      </a:pPr>
                      <a:r>
                        <a:rPr sz="1300" b="1" i="0">
                          <a:solidFill>
                            <a:srgbClr val="000000"/>
                          </a:solidFill>
                          <a:latin typeface="Meiryo UI"/>
                          <a:ea typeface="Meiryo UI"/>
                          <a:cs typeface="Meiryo UI"/>
                          <a:effectLst/>
                        </a:rPr>
                        <a:t>100%</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ctr">
                        <a:lnSpc>
                          <a:spcPct val="105000"/>
                        </a:lnSpc>
                        <a:buNone/>
                      </a:pPr>
                      <a:r>
                        <a:rPr sz="1300" b="1" i="0">
                          <a:solidFill>
                            <a:srgbClr val="000000"/>
                          </a:solidFill>
                          <a:latin typeface="Meiryo UI"/>
                          <a:ea typeface="Meiryo UI"/>
                          <a:cs typeface="Meiryo UI"/>
                          <a:effectLst/>
                        </a:rPr>
                        <a:t>100%</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ctr">
                        <a:lnSpc>
                          <a:spcPct val="105000"/>
                        </a:lnSpc>
                        <a:buNone/>
                      </a:pPr>
                      <a:r>
                        <a:rPr sz="1300" b="1" i="0">
                          <a:solidFill>
                            <a:srgbClr val="000000"/>
                          </a:solidFill>
                          <a:latin typeface="Meiryo UI"/>
                          <a:ea typeface="Meiryo UI"/>
                          <a:cs typeface="Meiryo UI"/>
                          <a:effectLst/>
                        </a:rPr>
                        <a:t>100%</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bl>
          </a:graphicData>
        </a:graphic>
      </p:graphicFrame>
      <p:sp>
        <p:nvSpPr>
          <p:cNvPr id="5" name="Rectangle 4"/>
          <p:cNvSpPr/>
          <p:nvPr/>
        </p:nvSpPr>
        <p:spPr>
          <a:xfrm>
            <a:off x="8636000" y="1752600"/>
            <a:ext cx="3340100" cy="3556000"/>
          </a:xfrm>
          <a:prstGeom prst="rect">
            <a:avLst/>
          </a:prstGeom>
          <a:solidFill>
            <a:srgbClr val="F2F2F2"/>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76200" rIns="76200" tIns="38100" bIns="38100"/>
          <a:lstStyle/>
          <a:p>
            <a:pPr algn="l" marL="0" indent="0">
              <a:lnSpc>
                <a:spcPct val="125000"/>
              </a:lnSpc>
              <a:buNone/>
            </a:pPr>
            <a:r>
              <a:rPr sz="1300" b="1" i="0">
                <a:solidFill>
                  <a:srgbClr val="033865"/>
                </a:solidFill>
                <a:latin typeface="Meiryo UI"/>
                <a:ea typeface="Meiryo UI"/>
                <a:cs typeface="Meiryo UI"/>
                <a:effectLst/>
              </a:rPr>
              <a:t>考え方</a:t>
            </a:r>
          </a:p>
          <a:p>
            <a:pPr marL="0" indent="0" algn="l">
              <a:lnSpc>
                <a:spcPct val="125000"/>
              </a:lnSpc>
              <a:buNone/>
            </a:pPr>
            <a:r>
              <a:rPr sz="1300" b="0" i="0">
                <a:solidFill>
                  <a:srgbClr val="000000"/>
                </a:solidFill>
                <a:latin typeface="Meiryo UI"/>
                <a:ea typeface="Meiryo UI"/>
                <a:cs typeface="Meiryo UI"/>
                <a:effectLst/>
              </a:rPr>
              <a:t>・ジュニアからアセット化（⑤）に10%を置き、playbookづくりを評価できるようにします</a:t>
            </a:r>
          </a:p>
          <a:p>
            <a:pPr marL="0" indent="0" algn="l">
              <a:lnSpc>
                <a:spcPct val="125000"/>
              </a:lnSpc>
              <a:buNone/>
            </a:pPr>
            <a:r>
              <a:rPr sz="1300" b="0" i="0">
                <a:solidFill>
                  <a:srgbClr val="000000"/>
                </a:solidFill>
                <a:latin typeface="Meiryo UI"/>
                <a:ea typeface="Meiryo UI"/>
                <a:cs typeface="Meiryo UI"/>
                <a:effectLst/>
              </a:rPr>
              <a:t>・現行のジュニアのファームバリュー0%の扱いは、⑥だけに残します</a:t>
            </a:r>
          </a:p>
          <a:p>
            <a:pPr marL="0" indent="0" algn="l">
              <a:lnSpc>
                <a:spcPct val="125000"/>
              </a:lnSpc>
              <a:buNone/>
            </a:pPr>
            <a:r>
              <a:rPr sz="1300" b="0" i="0">
                <a:solidFill>
                  <a:srgbClr val="000000"/>
                </a:solidFill>
                <a:latin typeface="Meiryo UI"/>
                <a:ea typeface="Meiryo UI"/>
                <a:cs typeface="Meiryo UI"/>
                <a:effectLst/>
              </a:rPr>
              <a:t>・受注責任がないため、コマーシャル推進力の係数はなくします</a:t>
            </a:r>
          </a:p>
          <a:p>
            <a:pPr marL="0" indent="0" algn="l">
              <a:lnSpc>
                <a:spcPct val="125000"/>
              </a:lnSpc>
              <a:buNone/>
            </a:pPr>
            <a:r>
              <a:rPr sz="1300" b="0" i="0">
                <a:solidFill>
                  <a:srgbClr val="000000"/>
                </a:solidFill>
                <a:latin typeface="Meiryo UI"/>
                <a:ea typeface="Meiryo UI"/>
                <a:cs typeface="Meiryo UI"/>
                <a:effectLst/>
              </a:rPr>
              <a:t>・数値はHRの仮置きです。現場の感覚で調整をお願いします</a:t>
            </a:r>
          </a:p>
        </p:txBody>
      </p:sp>
      <p:sp>
        <p:nvSpPr>
          <p:cNvPr id="6" name="Rectangle 5"/>
          <p:cNvSpPr/>
          <p:nvPr/>
        </p:nvSpPr>
        <p:spPr>
          <a:xfrm>
            <a:off x="279400" y="6350000"/>
            <a:ext cx="11696700" cy="279400"/>
          </a:xfrm>
          <a:prstGeom prst="rect">
            <a:avLst/>
          </a:prstGeom>
          <a:no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l" marL="0" indent="0">
              <a:lnSpc>
                <a:spcPct val="110000"/>
              </a:lnSpc>
              <a:buNone/>
            </a:pPr>
            <a:r>
              <a:rPr sz="1200" b="0" i="0">
                <a:solidFill>
                  <a:srgbClr val="7F7F7F"/>
                </a:solidFill>
                <a:latin typeface="Meiryo UI"/>
                <a:ea typeface="Meiryo UI"/>
                <a:cs typeface="Meiryo UI"/>
                <a:effectLst/>
              </a:rPr>
              <a:t>職位名は案です（P.18）。対象職位はJDのA〜SCに、リードFDE・プリンシパルFDEを加えています。</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279400" y="812800"/>
            <a:ext cx="11696700" cy="584200"/>
          </a:xfrm>
        </p:spPr>
        <p:txBody>
          <a:bodyPr wrap="square"/>
          <a:lstStyle/>
          <a:p>
            <a:pPr marL="0" indent="0" algn="l">
              <a:lnSpc>
                <a:spcPct val="120000"/>
              </a:lnSpc>
              <a:buNone/>
            </a:pPr>
            <a:r>
              <a:rPr sz="1600" b="1" i="0">
                <a:solidFill>
                  <a:srgbClr val="000000"/>
                </a:solidFill>
                <a:latin typeface="Meiryo UI"/>
                <a:ea typeface="Meiryo UI"/>
                <a:cs typeface="Meiryo UI"/>
                <a:effectLst/>
              </a:rPr>
              <a:t>ルーブリックは現行と同じ評価1／3／5の3段階とし、「本番で使われたか」と「効果を測れたか」で水準の違いを表します。</a:t>
            </a:r>
          </a:p>
        </p:txBody>
      </p:sp>
      <p:sp>
        <p:nvSpPr>
          <p:cNvPr id="3" name="Title 2"/>
          <p:cNvSpPr>
            <a:spLocks noGrp="1"/>
          </p:cNvSpPr>
          <p:nvPr>
            <p:ph type="title"/>
          </p:nvPr>
        </p:nvSpPr>
        <p:spPr>
          <a:xfrm>
            <a:off x="266700" y="114300"/>
            <a:ext cx="10439400" cy="495300"/>
          </a:xfrm>
        </p:spPr>
        <p:txBody>
          <a:bodyPr/>
          <a:lstStyle/>
          <a:p>
            <a:pPr algn="l"/>
            <a:r>
              <a:rPr sz="2400" b="1" i="0">
                <a:solidFill>
                  <a:srgbClr val="000000"/>
                </a:solidFill>
                <a:latin typeface="Meiryo UI"/>
                <a:ea typeface="Meiryo UI"/>
                <a:cs typeface="Meiryo UI"/>
                <a:effectLst/>
              </a:rPr>
              <a:t>ルーブリックのイメージ（① ソリューション設計・実装力／FDE）</a:t>
            </a:r>
          </a:p>
        </p:txBody>
      </p:sp>
      <p:graphicFrame>
        <p:nvGraphicFramePr>
          <p:cNvPr id="4" name="Table 3"/>
          <p:cNvGraphicFramePr>
            <a:graphicFrameLocks noGrp="1"/>
          </p:cNvGraphicFramePr>
          <p:nvPr/>
        </p:nvGraphicFramePr>
        <p:xfrm>
          <a:off x="279400" y="1752600"/>
          <a:ext cx="11696698" cy="3048000"/>
        </p:xfrm>
        <a:graphic>
          <a:graphicData uri="http://schemas.openxmlformats.org/drawingml/2006/table">
            <a:tbl>
              <a:tblPr firstRow="0" bandRow="0">
                <a:tableStyleId>{5940675A-B579-460E-94D1-54222C63F5DA}</a:tableStyleId>
              </a:tblPr>
              <a:tblGrid>
                <a:gridCol w="1670957"/>
                <a:gridCol w="2827773"/>
                <a:gridCol w="3598984"/>
                <a:gridCol w="3598984"/>
              </a:tblGrid>
              <a:tr h="330200">
                <a:tc>
                  <a:txBody>
                    <a:bodyPr wrap="square"/>
                    <a:lstStyle/>
                    <a:p>
                      <a:pPr marL="0" indent="0" algn="ctr">
                        <a:lnSpc>
                          <a:spcPct val="105000"/>
                        </a:lnSpc>
                        <a:buNone/>
                      </a:pPr>
                      <a:r>
                        <a:rPr sz="1200" b="1" i="0">
                          <a:solidFill>
                            <a:srgbClr val="FFFFFF"/>
                          </a:solidFill>
                          <a:latin typeface="Meiryo UI"/>
                          <a:ea typeface="Meiryo UI"/>
                          <a:cs typeface="Meiryo UI"/>
                          <a:effectLst/>
                        </a:rPr>
                        <a:t>評価項目</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c>
                  <a:txBody>
                    <a:bodyPr wrap="square"/>
                    <a:lstStyle/>
                    <a:p>
                      <a:pPr marL="0" indent="0" algn="ctr">
                        <a:lnSpc>
                          <a:spcPct val="105000"/>
                        </a:lnSpc>
                        <a:buNone/>
                      </a:pPr>
                      <a:r>
                        <a:rPr sz="1200" b="1" i="0">
                          <a:solidFill>
                            <a:srgbClr val="FFFFFF"/>
                          </a:solidFill>
                          <a:latin typeface="Meiryo UI"/>
                          <a:ea typeface="Meiryo UI"/>
                          <a:cs typeface="Meiryo UI"/>
                          <a:effectLst/>
                        </a:rPr>
                        <a:t>評価1：期待を大きく下回る</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c>
                  <a:txBody>
                    <a:bodyPr wrap="square"/>
                    <a:lstStyle/>
                    <a:p>
                      <a:pPr marL="0" indent="0" algn="ctr">
                        <a:lnSpc>
                          <a:spcPct val="105000"/>
                        </a:lnSpc>
                        <a:buNone/>
                      </a:pPr>
                      <a:r>
                        <a:rPr sz="1200" b="1" i="0">
                          <a:solidFill>
                            <a:srgbClr val="FFFFFF"/>
                          </a:solidFill>
                          <a:latin typeface="Meiryo UI"/>
                          <a:ea typeface="Meiryo UI"/>
                          <a:cs typeface="Meiryo UI"/>
                          <a:effectLst/>
                        </a:rPr>
                        <a:t>評価3：期待レベルを満たす</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c>
                  <a:txBody>
                    <a:bodyPr wrap="square"/>
                    <a:lstStyle/>
                    <a:p>
                      <a:pPr marL="0" indent="0" algn="ctr">
                        <a:lnSpc>
                          <a:spcPct val="105000"/>
                        </a:lnSpc>
                        <a:buNone/>
                      </a:pPr>
                      <a:r>
                        <a:rPr sz="1200" b="1" i="0">
                          <a:solidFill>
                            <a:srgbClr val="FFFFFF"/>
                          </a:solidFill>
                          <a:latin typeface="Meiryo UI"/>
                          <a:ea typeface="Meiryo UI"/>
                          <a:cs typeface="Meiryo UI"/>
                          <a:effectLst/>
                        </a:rPr>
                        <a:t>評価5：期待を大きく上回る</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r>
              <a:tr h="889000">
                <a:tc>
                  <a:txBody>
                    <a:bodyPr wrap="square"/>
                    <a:lstStyle/>
                    <a:p>
                      <a:pPr marL="0" indent="0" algn="l">
                        <a:lnSpc>
                          <a:spcPct val="105000"/>
                        </a:lnSpc>
                        <a:buNone/>
                      </a:pPr>
                      <a:r>
                        <a:rPr sz="1200" b="1" i="0">
                          <a:solidFill>
                            <a:srgbClr val="000000"/>
                          </a:solidFill>
                          <a:latin typeface="Meiryo UI"/>
                          <a:ea typeface="Meiryo UI"/>
                          <a:cs typeface="Meiryo UI"/>
                          <a:effectLst/>
                        </a:rPr>
                        <a:t>要件定義・課題分析</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業務課題を要件に落とせず、手戻りが多い</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担当範囲の業務課題を、実装できる要件・バックログに自分で分解できる</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曖昧な要望から本当の課題を引き出し、コンサルと一緒にユースケースの優先順位を決められる</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1016000">
                <a:tc>
                  <a:txBody>
                    <a:bodyPr wrap="square"/>
                    <a:lstStyle/>
                    <a:p>
                      <a:pPr marL="0" indent="0" algn="l">
                        <a:lnSpc>
                          <a:spcPct val="105000"/>
                        </a:lnSpc>
                        <a:buNone/>
                      </a:pPr>
                      <a:r>
                        <a:rPr sz="1200" b="1" i="0">
                          <a:solidFill>
                            <a:srgbClr val="000000"/>
                          </a:solidFill>
                          <a:latin typeface="Meiryo UI"/>
                          <a:ea typeface="Meiryo UI"/>
                          <a:cs typeface="Meiryo UI"/>
                          <a:effectLst/>
                        </a:rPr>
                        <a:t>設計・実装</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AI生成コードをそのまま使い、動かない・直せない</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AIコーディングツールを使いこなし、担当範囲を実装からクライアント環境へのデプロイまで自走できる</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非機能（性能・保守性・セキュリティ）まで考えた設計ができ、他のFDEが参考にする実装を残せる</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812800">
                <a:tc>
                  <a:txBody>
                    <a:bodyPr wrap="square"/>
                    <a:lstStyle/>
                    <a:p>
                      <a:pPr marL="0" indent="0" algn="l">
                        <a:lnSpc>
                          <a:spcPct val="105000"/>
                        </a:lnSpc>
                        <a:buNone/>
                      </a:pPr>
                      <a:r>
                        <a:rPr sz="1200" b="1" i="0">
                          <a:solidFill>
                            <a:srgbClr val="000000"/>
                          </a:solidFill>
                          <a:latin typeface="Meiryo UI"/>
                          <a:ea typeface="Meiryo UI"/>
                          <a:cs typeface="Meiryo UI"/>
                          <a:effectLst/>
                        </a:rPr>
                        <a:t>効果測定</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作ったものの効果を説明できない</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実装の効果とAI出力の精度を、KPIと評価データで測って報告できる</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評価（evals）の仕組みを設計し、利用ログから改善の打ち手を導ける</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bl>
          </a:graphicData>
        </a:graphic>
      </p:graphicFrame>
      <p:sp>
        <p:nvSpPr>
          <p:cNvPr id="5" name="Rectangle 4"/>
          <p:cNvSpPr/>
          <p:nvPr/>
        </p:nvSpPr>
        <p:spPr>
          <a:xfrm>
            <a:off x="279400" y="6350000"/>
            <a:ext cx="11696700" cy="279400"/>
          </a:xfrm>
          <a:prstGeom prst="rect">
            <a:avLst/>
          </a:prstGeom>
          <a:no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l" marL="0" indent="0">
              <a:lnSpc>
                <a:spcPct val="110000"/>
              </a:lnSpc>
              <a:buNone/>
            </a:pPr>
            <a:r>
              <a:rPr sz="1200" b="0" i="0">
                <a:solidFill>
                  <a:srgbClr val="7F7F7F"/>
                </a:solidFill>
                <a:latin typeface="Meiryo UI"/>
                <a:ea typeface="Meiryo UI"/>
                <a:cs typeface="Meiryo UI"/>
                <a:effectLst/>
              </a:rPr>
              <a:t>FDE（C相当）の例。FDE版V2の問題解決力の記述をもとにHRが作成。②⑤も同じ形でお願いします。</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279400" y="812800"/>
            <a:ext cx="11696700" cy="584200"/>
          </a:xfrm>
        </p:spPr>
        <p:txBody>
          <a:bodyPr wrap="square"/>
          <a:lstStyle/>
          <a:p>
            <a:pPr marL="0" indent="0" algn="l">
              <a:lnSpc>
                <a:spcPct val="120000"/>
              </a:lnSpc>
              <a:buNone/>
            </a:pPr>
            <a:r>
              <a:rPr sz="1600" b="1" i="0">
                <a:solidFill>
                  <a:srgbClr val="000000"/>
                </a:solidFill>
                <a:latin typeface="Meiryo UI"/>
                <a:ea typeface="Meiryo UI"/>
                <a:cs typeface="Meiryo UI"/>
                <a:effectLst/>
              </a:rPr>
              <a:t>FDEには受注責任を置かないため、KPIは稼働率を軸に、本番稼働と再利用の実績を加える形が合うと考えます。</a:t>
            </a:r>
          </a:p>
        </p:txBody>
      </p:sp>
      <p:sp>
        <p:nvSpPr>
          <p:cNvPr id="3" name="Title 2"/>
          <p:cNvSpPr>
            <a:spLocks noGrp="1"/>
          </p:cNvSpPr>
          <p:nvPr>
            <p:ph type="title"/>
          </p:nvPr>
        </p:nvSpPr>
        <p:spPr>
          <a:xfrm>
            <a:off x="266700" y="114300"/>
            <a:ext cx="10439400" cy="495300"/>
          </a:xfrm>
        </p:spPr>
        <p:txBody>
          <a:bodyPr/>
          <a:lstStyle/>
          <a:p>
            <a:pPr algn="l"/>
            <a:r>
              <a:rPr sz="2400" b="1" i="0">
                <a:solidFill>
                  <a:srgbClr val="000000"/>
                </a:solidFill>
                <a:latin typeface="Meiryo UI"/>
                <a:ea typeface="Meiryo UI"/>
                <a:cs typeface="Meiryo UI"/>
                <a:effectLst/>
              </a:rPr>
              <a:t>KPI（たたき台）</a:t>
            </a:r>
          </a:p>
        </p:txBody>
      </p:sp>
      <p:graphicFrame>
        <p:nvGraphicFramePr>
          <p:cNvPr id="4" name="Table 3"/>
          <p:cNvGraphicFramePr>
            <a:graphicFrameLocks noGrp="1"/>
          </p:cNvGraphicFramePr>
          <p:nvPr/>
        </p:nvGraphicFramePr>
        <p:xfrm>
          <a:off x="279400" y="1752600"/>
          <a:ext cx="11696699" cy="1930400"/>
        </p:xfrm>
        <a:graphic>
          <a:graphicData uri="http://schemas.openxmlformats.org/drawingml/2006/table">
            <a:tbl>
              <a:tblPr firstRow="0" bandRow="0">
                <a:tableStyleId>{5940675A-B579-460E-94D1-54222C63F5DA}</a:tableStyleId>
              </a:tblPr>
              <a:tblGrid>
                <a:gridCol w="2339340"/>
                <a:gridCol w="1462087"/>
                <a:gridCol w="4386262"/>
                <a:gridCol w="3509010"/>
              </a:tblGrid>
              <a:tr h="330200">
                <a:tc>
                  <a:txBody>
                    <a:bodyPr wrap="square"/>
                    <a:lstStyle/>
                    <a:p>
                      <a:pPr marL="0" indent="0" algn="ctr">
                        <a:lnSpc>
                          <a:spcPct val="105000"/>
                        </a:lnSpc>
                        <a:buNone/>
                      </a:pPr>
                      <a:r>
                        <a:rPr sz="1300" b="1" i="0">
                          <a:solidFill>
                            <a:srgbClr val="FFFFFF"/>
                          </a:solidFill>
                          <a:latin typeface="Meiryo UI"/>
                          <a:ea typeface="Meiryo UI"/>
                          <a:cs typeface="Meiryo UI"/>
                          <a:effectLst/>
                        </a:rPr>
                        <a:t>層</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c>
                  <a:txBody>
                    <a:bodyPr wrap="square"/>
                    <a:lstStyle/>
                    <a:p>
                      <a:pPr marL="0" indent="0" algn="ctr">
                        <a:lnSpc>
                          <a:spcPct val="105000"/>
                        </a:lnSpc>
                        <a:buNone/>
                      </a:pPr>
                      <a:r>
                        <a:rPr sz="1300" b="1" i="0">
                          <a:solidFill>
                            <a:srgbClr val="FFFFFF"/>
                          </a:solidFill>
                          <a:latin typeface="Meiryo UI"/>
                          <a:ea typeface="Meiryo UI"/>
                          <a:cs typeface="Meiryo UI"/>
                          <a:effectLst/>
                        </a:rPr>
                        <a:t>必須KPI</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c>
                  <a:txBody>
                    <a:bodyPr wrap="square"/>
                    <a:lstStyle/>
                    <a:p>
                      <a:pPr marL="0" indent="0" algn="ctr">
                        <a:lnSpc>
                          <a:spcPct val="105000"/>
                        </a:lnSpc>
                        <a:buNone/>
                      </a:pPr>
                      <a:r>
                        <a:rPr sz="1300" b="1" i="0">
                          <a:solidFill>
                            <a:srgbClr val="FFFFFF"/>
                          </a:solidFill>
                          <a:latin typeface="Meiryo UI"/>
                          <a:ea typeface="Meiryo UI"/>
                          <a:cs typeface="Meiryo UI"/>
                          <a:effectLst/>
                        </a:rPr>
                        <a:t>FDE固有のKPI（候補）</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c>
                  <a:txBody>
                    <a:bodyPr wrap="square"/>
                    <a:lstStyle/>
                    <a:p>
                      <a:pPr marL="0" indent="0" algn="ctr">
                        <a:lnSpc>
                          <a:spcPct val="105000"/>
                        </a:lnSpc>
                        <a:buNone/>
                      </a:pPr>
                      <a:r>
                        <a:rPr sz="1300" b="1" i="0">
                          <a:solidFill>
                            <a:srgbClr val="FFFFFF"/>
                          </a:solidFill>
                          <a:latin typeface="Meiryo UI"/>
                          <a:ea typeface="Meiryo UI"/>
                          <a:cs typeface="Meiryo UI"/>
                          <a:effectLst/>
                        </a:rPr>
                        <a:t>コンサルタントとの違い</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r>
              <a:tr h="711200">
                <a:tc>
                  <a:txBody>
                    <a:bodyPr wrap="square"/>
                    <a:lstStyle/>
                    <a:p>
                      <a:pPr marL="0" indent="0" algn="l">
                        <a:lnSpc>
                          <a:spcPct val="105000"/>
                        </a:lnSpc>
                        <a:buNone/>
                      </a:pPr>
                      <a:r>
                        <a:rPr sz="1300" b="1" i="0">
                          <a:solidFill>
                            <a:srgbClr val="000000"/>
                          </a:solidFill>
                          <a:latin typeface="Meiryo UI"/>
                          <a:ea typeface="Meiryo UI"/>
                          <a:cs typeface="Meiryo UI"/>
                          <a:effectLst/>
                        </a:rPr>
                        <a:t>ジュニア（A〜SC）</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300" b="0" i="0">
                          <a:solidFill>
                            <a:srgbClr val="000000"/>
                          </a:solidFill>
                          <a:latin typeface="Meiryo UI"/>
                          <a:ea typeface="Meiryo UI"/>
                          <a:cs typeface="Meiryo UI"/>
                          <a:effectLst/>
                        </a:rPr>
                        <a:t>有償稼働率</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300" b="0" i="0">
                          <a:solidFill>
                            <a:srgbClr val="000000"/>
                          </a:solidFill>
                          <a:latin typeface="Meiryo UI"/>
                          <a:ea typeface="Meiryo UI"/>
                          <a:cs typeface="Meiryo UI"/>
                          <a:effectLst/>
                        </a:rPr>
                        <a:t>担当機能の本番リリース件数、レビュー指摘の解消</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300" b="0" i="0">
                          <a:solidFill>
                            <a:srgbClr val="000000"/>
                          </a:solidFill>
                          <a:latin typeface="Meiryo UI"/>
                          <a:ea typeface="Meiryo UI"/>
                          <a:cs typeface="Meiryo UI"/>
                          <a:effectLst/>
                        </a:rPr>
                        <a:t>同じ（稼働率のみ）</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889000">
                <a:tc>
                  <a:txBody>
                    <a:bodyPr wrap="square"/>
                    <a:lstStyle/>
                    <a:p>
                      <a:pPr marL="0" indent="0" algn="l">
                        <a:lnSpc>
                          <a:spcPct val="105000"/>
                        </a:lnSpc>
                        <a:buNone/>
                      </a:pPr>
                      <a:r>
                        <a:rPr sz="1300" b="1" i="0">
                          <a:solidFill>
                            <a:srgbClr val="000000"/>
                          </a:solidFill>
                          <a:latin typeface="Meiryo UI"/>
                          <a:ea typeface="Meiryo UI"/>
                          <a:cs typeface="Meiryo UI"/>
                          <a:effectLst/>
                        </a:rPr>
                        <a:t>シニア（リードFDE・プリンシパルFDE）</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300" b="0" i="0">
                          <a:solidFill>
                            <a:srgbClr val="000000"/>
                          </a:solidFill>
                          <a:latin typeface="Meiryo UI"/>
                          <a:ea typeface="Meiryo UI"/>
                          <a:cs typeface="Meiryo UI"/>
                          <a:effectLst/>
                        </a:rPr>
                        <a:t>有償稼働率</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300" b="0" i="0">
                          <a:solidFill>
                            <a:srgbClr val="000000"/>
                          </a:solidFill>
                          <a:latin typeface="Meiryo UI"/>
                          <a:ea typeface="Meiryo UI"/>
                          <a:cs typeface="Meiryo UI"/>
                          <a:effectLst/>
                        </a:rPr>
                        <a:t>PoCから本番への移行率、アセットの他案件での再利用件数、FDEの育成</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300" b="0" i="0">
                          <a:solidFill>
                            <a:srgbClr val="000000"/>
                          </a:solidFill>
                          <a:latin typeface="Meiryo UI"/>
                          <a:ea typeface="Meiryo UI"/>
                          <a:cs typeface="Meiryo UI"/>
                          <a:effectLst/>
                        </a:rPr>
                        <a:t>Managed Revenue・Sales Contributionを置かない（または軽くする）</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bl>
          </a:graphicData>
        </a:graphic>
      </p:graphicFrame>
      <p:sp>
        <p:nvSpPr>
          <p:cNvPr id="5" name="Rectangle 4"/>
          <p:cNvSpPr/>
          <p:nvPr/>
        </p:nvSpPr>
        <p:spPr>
          <a:xfrm>
            <a:off x="279400" y="4013200"/>
            <a:ext cx="11696700" cy="1524000"/>
          </a:xfrm>
          <a:prstGeom prst="rect">
            <a:avLst/>
          </a:prstGeom>
          <a:solidFill>
            <a:srgbClr val="F2F2F2"/>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76200" rIns="76200" tIns="38100" bIns="38100"/>
          <a:lstStyle/>
          <a:p>
            <a:pPr algn="l" marL="0" indent="0">
              <a:lnSpc>
                <a:spcPct val="125000"/>
              </a:lnSpc>
              <a:buNone/>
            </a:pPr>
            <a:r>
              <a:rPr sz="1400" b="1" i="0">
                <a:solidFill>
                  <a:srgbClr val="033865"/>
                </a:solidFill>
                <a:latin typeface="Meiryo UI"/>
                <a:ea typeface="Meiryo UI"/>
                <a:cs typeface="Meiryo UI"/>
                <a:effectLst/>
              </a:rPr>
              <a:t>聖さんに見ていただきたい点</a:t>
            </a:r>
          </a:p>
          <a:p>
            <a:pPr marL="0" indent="0" algn="l">
              <a:lnSpc>
                <a:spcPct val="125000"/>
              </a:lnSpc>
              <a:buNone/>
            </a:pPr>
            <a:r>
              <a:rPr sz="1400" b="0" i="0">
                <a:solidFill>
                  <a:srgbClr val="000000"/>
                </a:solidFill>
                <a:latin typeface="Meiryo UI"/>
                <a:ea typeface="Meiryo UI"/>
                <a:cs typeface="Meiryo UI"/>
                <a:effectLst/>
              </a:rPr>
              <a:t>・本番リリース件数や再利用件数を、案件の中で無理なく数えられるか</a:t>
            </a:r>
          </a:p>
          <a:p>
            <a:pPr marL="0" indent="0" algn="l">
              <a:lnSpc>
                <a:spcPct val="125000"/>
              </a:lnSpc>
              <a:buNone/>
            </a:pPr>
            <a:r>
              <a:rPr sz="1400" b="0" i="0">
                <a:solidFill>
                  <a:srgbClr val="000000"/>
                </a:solidFill>
                <a:latin typeface="Meiryo UI"/>
                <a:ea typeface="Meiryo UI"/>
                <a:cs typeface="Meiryo UI"/>
                <a:effectLst/>
              </a:rPr>
              <a:t>・シニアに技術起点の追加提案（展開範囲の拡大など）をKPIとして求めるか</a:t>
            </a:r>
          </a:p>
          <a:p>
            <a:pPr marL="0" indent="0" algn="l">
              <a:lnSpc>
                <a:spcPct val="125000"/>
              </a:lnSpc>
              <a:buNone/>
            </a:pPr>
            <a:r>
              <a:rPr sz="1400" b="0" i="0">
                <a:solidFill>
                  <a:srgbClr val="000000"/>
                </a:solidFill>
                <a:latin typeface="Meiryo UI"/>
                <a:ea typeface="Meiryo UI"/>
                <a:cs typeface="Meiryo UI"/>
                <a:effectLst/>
              </a:rPr>
              <a:t>・稼働率の目標値を、コンサルタントと同じにするか</a:t>
            </a:r>
          </a:p>
        </p:txBody>
      </p:sp>
      <p:sp>
        <p:nvSpPr>
          <p:cNvPr id="6" name="Rectangle 5"/>
          <p:cNvSpPr/>
          <p:nvPr/>
        </p:nvSpPr>
        <p:spPr>
          <a:xfrm>
            <a:off x="279400" y="6350000"/>
            <a:ext cx="11696700" cy="279400"/>
          </a:xfrm>
          <a:prstGeom prst="rect">
            <a:avLst/>
          </a:prstGeom>
          <a:no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l" marL="0" indent="0">
              <a:lnSpc>
                <a:spcPct val="110000"/>
              </a:lnSpc>
              <a:buNone/>
            </a:pPr>
            <a:r>
              <a:rPr sz="1200" b="0" i="0">
                <a:solidFill>
                  <a:srgbClr val="7F7F7F"/>
                </a:solidFill>
                <a:latin typeface="Meiryo UI"/>
                <a:ea typeface="Meiryo UI"/>
                <a:cs typeface="Meiryo UI"/>
                <a:effectLst/>
              </a:rPr>
              <a:t>出所：INTS FDEキャリアパス検討 ディスカッション資料（2026/10/15）の案をもとに、福島さんのご意見を反映</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279400" y="812800"/>
            <a:ext cx="11696700" cy="584200"/>
          </a:xfrm>
        </p:spPr>
        <p:txBody>
          <a:bodyPr wrap="square"/>
          <a:lstStyle/>
          <a:p>
            <a:pPr marL="0" indent="0" algn="l">
              <a:lnSpc>
                <a:spcPct val="120000"/>
              </a:lnSpc>
              <a:buNone/>
            </a:pPr>
            <a:r>
              <a:rPr sz="1600" b="1" i="0">
                <a:solidFill>
                  <a:srgbClr val="000000"/>
                </a:solidFill>
                <a:latin typeface="Meiryo UI"/>
                <a:ea typeface="Meiryo UI"/>
                <a:cs typeface="Meiryo UI"/>
                <a:effectLst/>
              </a:rPr>
              <a:t>様式は全社共通のまま6つの欄をFDEのカテゴリーで書くだけなので、聖さんには記入サンプルの中身をお願いしたいです。</a:t>
            </a:r>
          </a:p>
        </p:txBody>
      </p:sp>
      <p:sp>
        <p:nvSpPr>
          <p:cNvPr id="3" name="Title 2"/>
          <p:cNvSpPr>
            <a:spLocks noGrp="1"/>
          </p:cNvSpPr>
          <p:nvPr>
            <p:ph type="title"/>
          </p:nvPr>
        </p:nvSpPr>
        <p:spPr>
          <a:xfrm>
            <a:off x="266700" y="114300"/>
            <a:ext cx="10439400" cy="495300"/>
          </a:xfrm>
        </p:spPr>
        <p:txBody>
          <a:bodyPr/>
          <a:lstStyle/>
          <a:p>
            <a:pPr algn="l"/>
            <a:r>
              <a:rPr sz="2400" b="1" i="0">
                <a:solidFill>
                  <a:srgbClr val="000000"/>
                </a:solidFill>
                <a:latin typeface="Meiryo UI"/>
                <a:ea typeface="Meiryo UI"/>
                <a:cs typeface="Meiryo UI"/>
                <a:effectLst/>
              </a:rPr>
              <a:t>目標設定シートの記入サンプル（たたき台）</a:t>
            </a:r>
          </a:p>
        </p:txBody>
      </p:sp>
      <p:graphicFrame>
        <p:nvGraphicFramePr>
          <p:cNvPr id="4" name="Table 3"/>
          <p:cNvGraphicFramePr>
            <a:graphicFrameLocks noGrp="1"/>
          </p:cNvGraphicFramePr>
          <p:nvPr/>
        </p:nvGraphicFramePr>
        <p:xfrm>
          <a:off x="279400" y="1752600"/>
          <a:ext cx="11696700" cy="3149600"/>
        </p:xfrm>
        <a:graphic>
          <a:graphicData uri="http://schemas.openxmlformats.org/drawingml/2006/table">
            <a:tbl>
              <a:tblPr firstRow="0" bandRow="0">
                <a:tableStyleId>{5940675A-B579-460E-94D1-54222C63F5DA}</a:tableStyleId>
              </a:tblPr>
              <a:tblGrid>
                <a:gridCol w="2924175"/>
                <a:gridCol w="8772525"/>
              </a:tblGrid>
              <a:tr h="304800">
                <a:tc>
                  <a:txBody>
                    <a:bodyPr wrap="square"/>
                    <a:lstStyle/>
                    <a:p>
                      <a:pPr marL="0" indent="0" algn="ctr">
                        <a:lnSpc>
                          <a:spcPct val="105000"/>
                        </a:lnSpc>
                        <a:buNone/>
                      </a:pPr>
                      <a:r>
                        <a:rPr sz="1200" b="1" i="0">
                          <a:solidFill>
                            <a:srgbClr val="FFFFFF"/>
                          </a:solidFill>
                          <a:latin typeface="Meiryo UI"/>
                          <a:ea typeface="Meiryo UI"/>
                          <a:cs typeface="Meiryo UI"/>
                          <a:effectLst/>
                        </a:rPr>
                        <a:t>シートの欄</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c>
                  <a:txBody>
                    <a:bodyPr wrap="square"/>
                    <a:lstStyle/>
                    <a:p>
                      <a:pPr marL="0" indent="0" algn="ctr">
                        <a:lnSpc>
                          <a:spcPct val="105000"/>
                        </a:lnSpc>
                        <a:buNone/>
                      </a:pPr>
                      <a:r>
                        <a:rPr sz="1200" b="1" i="0">
                          <a:solidFill>
                            <a:srgbClr val="FFFFFF"/>
                          </a:solidFill>
                          <a:latin typeface="Meiryo UI"/>
                          <a:ea typeface="Meiryo UI"/>
                          <a:cs typeface="Meiryo UI"/>
                          <a:effectLst/>
                        </a:rPr>
                        <a:t>FDE（C相当）の記入サンプル（HR案）</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r>
              <a:tr h="584200">
                <a:tc>
                  <a:txBody>
                    <a:bodyPr wrap="square"/>
                    <a:lstStyle/>
                    <a:p>
                      <a:pPr marL="0" indent="0" algn="l">
                        <a:lnSpc>
                          <a:spcPct val="105000"/>
                        </a:lnSpc>
                        <a:buNone/>
                      </a:pPr>
                      <a:r>
                        <a:rPr sz="1200" b="1" i="0">
                          <a:solidFill>
                            <a:srgbClr val="000000"/>
                          </a:solidFill>
                          <a:latin typeface="Meiryo UI"/>
                          <a:ea typeface="Meiryo UI"/>
                          <a:cs typeface="Meiryo UI"/>
                          <a:effectLst/>
                        </a:rPr>
                        <a:t>① ソリューション設計・実装力</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担当範囲の業務課題をバックログに分解し、AIコーディングツールを使って、実装からクライアント環境へのデプロイまで自律的に行う。効果を処理時間・利用率で測る</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584200">
                <a:tc>
                  <a:txBody>
                    <a:bodyPr wrap="square"/>
                    <a:lstStyle/>
                    <a:p>
                      <a:pPr marL="0" indent="0" algn="l">
                        <a:lnSpc>
                          <a:spcPct val="105000"/>
                        </a:lnSpc>
                        <a:buNone/>
                      </a:pPr>
                      <a:r>
                        <a:rPr sz="1200" b="1" i="0">
                          <a:solidFill>
                            <a:srgbClr val="000000"/>
                          </a:solidFill>
                          <a:latin typeface="Meiryo UI"/>
                          <a:ea typeface="Meiryo UI"/>
                          <a:cs typeface="Meiryo UI"/>
                          <a:effectLst/>
                        </a:rPr>
                        <a:t>② 品質・本番定着力</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AI出力の精度を評価データで測り、スプリントレビューで報告する。運用マニュアルを作り、現場ユーザーへの説明会を行う</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431800">
                <a:tc>
                  <a:txBody>
                    <a:bodyPr wrap="square"/>
                    <a:lstStyle/>
                    <a:p>
                      <a:pPr marL="0" indent="0" algn="l">
                        <a:lnSpc>
                          <a:spcPct val="105000"/>
                        </a:lnSpc>
                        <a:buNone/>
                      </a:pPr>
                      <a:r>
                        <a:rPr sz="1200" b="1" i="0">
                          <a:solidFill>
                            <a:srgbClr val="000000"/>
                          </a:solidFill>
                          <a:latin typeface="Meiryo UI"/>
                          <a:ea typeface="Meiryo UI"/>
                          <a:cs typeface="Meiryo UI"/>
                          <a:effectLst/>
                        </a:rPr>
                        <a:t>③ プロジェクト・エクセレンス</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スプリントごとにユーザーストーリーと完了条件をPMと合意し、期限内にリリースする</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431800">
                <a:tc>
                  <a:txBody>
                    <a:bodyPr wrap="square"/>
                    <a:lstStyle/>
                    <a:p>
                      <a:pPr marL="0" indent="0" algn="l">
                        <a:lnSpc>
                          <a:spcPct val="105000"/>
                        </a:lnSpc>
                        <a:buNone/>
                      </a:pPr>
                      <a:r>
                        <a:rPr sz="1200" b="1" i="0">
                          <a:solidFill>
                            <a:srgbClr val="000000"/>
                          </a:solidFill>
                          <a:latin typeface="Meiryo UI"/>
                          <a:ea typeface="Meiryo UI"/>
                          <a:cs typeface="Meiryo UI"/>
                          <a:effectLst/>
                        </a:rPr>
                        <a:t>④ チーム・エクセレンス</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コンサルと週次で進め方をすり合わせる。新メンバーのコードレビューを担当する</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431800">
                <a:tc>
                  <a:txBody>
                    <a:bodyPr wrap="square"/>
                    <a:lstStyle/>
                    <a:p>
                      <a:pPr marL="0" indent="0" algn="l">
                        <a:lnSpc>
                          <a:spcPct val="105000"/>
                        </a:lnSpc>
                        <a:buNone/>
                      </a:pPr>
                      <a:r>
                        <a:rPr sz="1200" b="1" i="0">
                          <a:solidFill>
                            <a:srgbClr val="000000"/>
                          </a:solidFill>
                          <a:latin typeface="Meiryo UI"/>
                          <a:ea typeface="Meiryo UI"/>
                          <a:cs typeface="Meiryo UI"/>
                          <a:effectLst/>
                        </a:rPr>
                        <a:t>⑤ アセット化・ナレッジ還元</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うまくいった実装の手順をplaybookにまとめ、他の案件で使われる状態にする</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381000">
                <a:tc>
                  <a:txBody>
                    <a:bodyPr wrap="square"/>
                    <a:lstStyle/>
                    <a:p>
                      <a:pPr marL="0" indent="0" algn="l">
                        <a:lnSpc>
                          <a:spcPct val="105000"/>
                        </a:lnSpc>
                        <a:buNone/>
                      </a:pPr>
                      <a:r>
                        <a:rPr sz="1200" b="1" i="0">
                          <a:solidFill>
                            <a:srgbClr val="000000"/>
                          </a:solidFill>
                          <a:latin typeface="Meiryo UI"/>
                          <a:ea typeface="Meiryo UI"/>
                          <a:cs typeface="Meiryo UI"/>
                          <a:effectLst/>
                        </a:rPr>
                        <a:t>⑥ ファームビルディング</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（Cは係数0%のため任意）社内勉強会で事例を共有する</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bl>
          </a:graphicData>
        </a:graphic>
      </p:graphicFrame>
      <p:sp>
        <p:nvSpPr>
          <p:cNvPr id="5" name="Rectangle 4"/>
          <p:cNvSpPr/>
          <p:nvPr/>
        </p:nvSpPr>
        <p:spPr>
          <a:xfrm>
            <a:off x="279400" y="6350000"/>
            <a:ext cx="11696700" cy="279400"/>
          </a:xfrm>
          <a:prstGeom prst="rect">
            <a:avLst/>
          </a:prstGeom>
          <a:no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l" marL="0" indent="0">
              <a:lnSpc>
                <a:spcPct val="110000"/>
              </a:lnSpc>
              <a:buNone/>
            </a:pPr>
            <a:r>
              <a:rPr sz="1200" b="0" i="0">
                <a:solidFill>
                  <a:srgbClr val="7F7F7F"/>
                </a:solidFill>
                <a:latin typeface="Meiryo UI"/>
                <a:ea typeface="Meiryo UI"/>
                <a:cs typeface="Meiryo UI"/>
                <a:effectLst/>
              </a:rPr>
              <a:t>FDE版V2の「FDE・C記入サンプル」を組み替えたものです。SC・リードFDEのサンプルもお願いします。</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i="0">
                <a:solidFill>
                  <a:srgbClr val="FFFFFF"/>
                </a:solidFill>
                <a:latin typeface="Meiryo UI"/>
                <a:ea typeface="Meiryo UI"/>
                <a:cs typeface="Meiryo UI"/>
                <a:effectLst/>
              </a:rPr>
              <a:t>3. HRのたたき台（キャリアパス・評価体制）</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279400" y="812800"/>
            <a:ext cx="11696700" cy="584200"/>
          </a:xfrm>
        </p:spPr>
        <p:txBody>
          <a:bodyPr wrap="square"/>
          <a:lstStyle/>
          <a:p>
            <a:pPr marL="0" indent="0" algn="l">
              <a:lnSpc>
                <a:spcPct val="120000"/>
              </a:lnSpc>
              <a:buNone/>
            </a:pPr>
            <a:r>
              <a:rPr sz="1600" b="1" i="0">
                <a:solidFill>
                  <a:srgbClr val="000000"/>
                </a:solidFill>
                <a:latin typeface="Meiryo UI"/>
                <a:ea typeface="Meiryo UI"/>
                <a:cs typeface="Meiryo UI"/>
                <a:effectLst/>
              </a:rPr>
              <a:t>FDEはコンサルタントとは別のスペシャリストトラックとし、職位はINTSのグレードに対応させて、報酬と評価委員会の運用を共通にします。</a:t>
            </a:r>
          </a:p>
        </p:txBody>
      </p:sp>
      <p:sp>
        <p:nvSpPr>
          <p:cNvPr id="3" name="Title 2"/>
          <p:cNvSpPr>
            <a:spLocks noGrp="1"/>
          </p:cNvSpPr>
          <p:nvPr>
            <p:ph type="title"/>
          </p:nvPr>
        </p:nvSpPr>
        <p:spPr>
          <a:xfrm>
            <a:off x="266700" y="114300"/>
            <a:ext cx="10439400" cy="495300"/>
          </a:xfrm>
        </p:spPr>
        <p:txBody>
          <a:bodyPr/>
          <a:lstStyle/>
          <a:p>
            <a:pPr algn="l"/>
            <a:r>
              <a:rPr sz="2400" b="1" i="0">
                <a:solidFill>
                  <a:srgbClr val="000000"/>
                </a:solidFill>
                <a:latin typeface="Meiryo UI"/>
                <a:ea typeface="Meiryo UI"/>
                <a:cs typeface="Meiryo UI"/>
                <a:effectLst/>
              </a:rPr>
              <a:t>キャリアパス：スペシャリストトラック（たたき台）</a:t>
            </a:r>
          </a:p>
        </p:txBody>
      </p:sp>
      <p:sp>
        <p:nvSpPr>
          <p:cNvPr id="4" name="Rectangle 3"/>
          <p:cNvSpPr/>
          <p:nvPr/>
        </p:nvSpPr>
        <p:spPr>
          <a:xfrm>
            <a:off x="279400" y="1752600"/>
            <a:ext cx="2667000" cy="381000"/>
          </a:xfrm>
          <a:prstGeom prst="rect">
            <a:avLst/>
          </a:prstGeom>
          <a:solidFill>
            <a:srgbClr val="03386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ctr" marL="0" indent="0">
              <a:lnSpc>
                <a:spcPct val="110000"/>
              </a:lnSpc>
              <a:buNone/>
            </a:pPr>
            <a:r>
              <a:rPr sz="1400" b="1" i="0">
                <a:solidFill>
                  <a:srgbClr val="FFFFFF"/>
                </a:solidFill>
                <a:latin typeface="Meiryo UI"/>
                <a:ea typeface="Meiryo UI"/>
                <a:cs typeface="Meiryo UI"/>
                <a:effectLst/>
              </a:rPr>
              <a:t>INTSグレード</a:t>
            </a:r>
          </a:p>
        </p:txBody>
      </p:sp>
      <p:sp>
        <p:nvSpPr>
          <p:cNvPr id="5" name="Rectangle 4"/>
          <p:cNvSpPr/>
          <p:nvPr/>
        </p:nvSpPr>
        <p:spPr>
          <a:xfrm>
            <a:off x="3175000" y="1752600"/>
            <a:ext cx="3048000" cy="381000"/>
          </a:xfrm>
          <a:prstGeom prst="rect">
            <a:avLst/>
          </a:prstGeom>
          <a:solidFill>
            <a:srgbClr val="03386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ctr" marL="0" indent="0">
              <a:lnSpc>
                <a:spcPct val="110000"/>
              </a:lnSpc>
              <a:buNone/>
            </a:pPr>
            <a:r>
              <a:rPr sz="1400" b="1" i="0">
                <a:solidFill>
                  <a:srgbClr val="FFFFFF"/>
                </a:solidFill>
                <a:latin typeface="Meiryo UI"/>
                <a:ea typeface="Meiryo UI"/>
                <a:cs typeface="Meiryo UI"/>
                <a:effectLst/>
              </a:rPr>
              <a:t>コンサルタント・トラック</a:t>
            </a:r>
          </a:p>
        </p:txBody>
      </p:sp>
      <p:sp>
        <p:nvSpPr>
          <p:cNvPr id="6" name="Rectangle 5"/>
          <p:cNvSpPr/>
          <p:nvPr/>
        </p:nvSpPr>
        <p:spPr>
          <a:xfrm>
            <a:off x="6451600" y="1752600"/>
            <a:ext cx="3048000" cy="381000"/>
          </a:xfrm>
          <a:prstGeom prst="rect">
            <a:avLst/>
          </a:prstGeom>
          <a:solidFill>
            <a:srgbClr val="0099CC"/>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ctr" marL="0" indent="0">
              <a:lnSpc>
                <a:spcPct val="110000"/>
              </a:lnSpc>
              <a:buNone/>
            </a:pPr>
            <a:r>
              <a:rPr sz="1400" b="1" i="0">
                <a:solidFill>
                  <a:srgbClr val="FFFFFF"/>
                </a:solidFill>
                <a:latin typeface="Meiryo UI"/>
                <a:ea typeface="Meiryo UI"/>
                <a:cs typeface="Meiryo UI"/>
                <a:effectLst/>
              </a:rPr>
              <a:t>FDEスペシャリストトラック</a:t>
            </a:r>
          </a:p>
        </p:txBody>
      </p:sp>
      <p:sp>
        <p:nvSpPr>
          <p:cNvPr id="7" name="Rectangle 6"/>
          <p:cNvSpPr/>
          <p:nvPr/>
        </p:nvSpPr>
        <p:spPr>
          <a:xfrm>
            <a:off x="279400" y="2209800"/>
            <a:ext cx="2667000" cy="457200"/>
          </a:xfrm>
          <a:prstGeom prst="rect">
            <a:avLst/>
          </a:prstGeom>
          <a:solidFill>
            <a:srgbClr val="F2F2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l" marL="0" indent="0">
              <a:lnSpc>
                <a:spcPct val="110000"/>
              </a:lnSpc>
              <a:buNone/>
            </a:pPr>
            <a:r>
              <a:rPr sz="1300" b="1" i="0">
                <a:solidFill>
                  <a:srgbClr val="000000"/>
                </a:solidFill>
                <a:latin typeface="Meiryo UI"/>
                <a:ea typeface="Meiryo UI"/>
                <a:cs typeface="Meiryo UI"/>
                <a:effectLst/>
              </a:rPr>
              <a:t>マネージングディレクター</a:t>
            </a:r>
          </a:p>
        </p:txBody>
      </p:sp>
      <p:sp>
        <p:nvSpPr>
          <p:cNvPr id="8" name="Rectangle 7"/>
          <p:cNvSpPr/>
          <p:nvPr/>
        </p:nvSpPr>
        <p:spPr>
          <a:xfrm>
            <a:off x="3175000" y="2209800"/>
            <a:ext cx="3048000" cy="457200"/>
          </a:xfrm>
          <a:prstGeom prst="rect">
            <a:avLst/>
          </a:prstGeom>
          <a:solidFill>
            <a:srgbClr val="FFFFFF"/>
          </a:solidFill>
          <a:ln w="9525">
            <a:solidFill>
              <a:srgbClr val="D9D9D9"/>
            </a:solid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ctr" marL="0" indent="0">
              <a:lnSpc>
                <a:spcPct val="110000"/>
              </a:lnSpc>
              <a:buNone/>
            </a:pPr>
            <a:r>
              <a:rPr sz="1300" b="0" i="0">
                <a:solidFill>
                  <a:srgbClr val="000000"/>
                </a:solidFill>
                <a:latin typeface="Meiryo UI"/>
                <a:ea typeface="Meiryo UI"/>
                <a:cs typeface="Meiryo UI"/>
                <a:effectLst/>
              </a:rPr>
              <a:t>マネージングディレクター</a:t>
            </a:r>
          </a:p>
        </p:txBody>
      </p:sp>
      <p:sp>
        <p:nvSpPr>
          <p:cNvPr id="9" name="Rectangle 8"/>
          <p:cNvSpPr/>
          <p:nvPr/>
        </p:nvSpPr>
        <p:spPr>
          <a:xfrm>
            <a:off x="6451600" y="2209800"/>
            <a:ext cx="3048000" cy="457200"/>
          </a:xfrm>
          <a:prstGeom prst="rect">
            <a:avLst/>
          </a:prstGeom>
          <a:solidFill>
            <a:srgbClr val="FFFFFF"/>
          </a:solidFill>
          <a:ln w="9525">
            <a:solidFill>
              <a:srgbClr val="D9D9D9"/>
            </a:solid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ctr" marL="0" indent="0">
              <a:lnSpc>
                <a:spcPct val="110000"/>
              </a:lnSpc>
              <a:buNone/>
            </a:pPr>
            <a:r>
              <a:rPr sz="1300" b="0" i="0">
                <a:solidFill>
                  <a:srgbClr val="7F7F7F"/>
                </a:solidFill>
                <a:latin typeface="Meiryo UI"/>
                <a:ea typeface="Meiryo UI"/>
                <a:cs typeface="Meiryo UI"/>
                <a:effectLst/>
              </a:rPr>
              <a:t>（設けない）</a:t>
            </a:r>
          </a:p>
        </p:txBody>
      </p:sp>
      <p:sp>
        <p:nvSpPr>
          <p:cNvPr id="10" name="Rectangle 9"/>
          <p:cNvSpPr/>
          <p:nvPr/>
        </p:nvSpPr>
        <p:spPr>
          <a:xfrm>
            <a:off x="279400" y="2743200"/>
            <a:ext cx="2667000" cy="457200"/>
          </a:xfrm>
          <a:prstGeom prst="rect">
            <a:avLst/>
          </a:prstGeom>
          <a:solidFill>
            <a:srgbClr val="F2F2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l" marL="0" indent="0">
              <a:lnSpc>
                <a:spcPct val="110000"/>
              </a:lnSpc>
              <a:buNone/>
            </a:pPr>
            <a:r>
              <a:rPr sz="1300" b="1" i="0">
                <a:solidFill>
                  <a:srgbClr val="000000"/>
                </a:solidFill>
                <a:latin typeface="Meiryo UI"/>
                <a:ea typeface="Meiryo UI"/>
                <a:cs typeface="Meiryo UI"/>
                <a:effectLst/>
              </a:rPr>
              <a:t>ディレクター</a:t>
            </a:r>
          </a:p>
        </p:txBody>
      </p:sp>
      <p:sp>
        <p:nvSpPr>
          <p:cNvPr id="11" name="Rectangle 10"/>
          <p:cNvSpPr/>
          <p:nvPr/>
        </p:nvSpPr>
        <p:spPr>
          <a:xfrm>
            <a:off x="3175000" y="2743200"/>
            <a:ext cx="3048000" cy="457200"/>
          </a:xfrm>
          <a:prstGeom prst="rect">
            <a:avLst/>
          </a:prstGeom>
          <a:solidFill>
            <a:srgbClr val="FFFFFF"/>
          </a:solidFill>
          <a:ln w="9525">
            <a:solidFill>
              <a:srgbClr val="D9D9D9"/>
            </a:solid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ctr" marL="0" indent="0">
              <a:lnSpc>
                <a:spcPct val="110000"/>
              </a:lnSpc>
              <a:buNone/>
            </a:pPr>
            <a:r>
              <a:rPr sz="1300" b="0" i="0">
                <a:solidFill>
                  <a:srgbClr val="000000"/>
                </a:solidFill>
                <a:latin typeface="Meiryo UI"/>
                <a:ea typeface="Meiryo UI"/>
                <a:cs typeface="Meiryo UI"/>
                <a:effectLst/>
              </a:rPr>
              <a:t>ディレクター</a:t>
            </a:r>
          </a:p>
        </p:txBody>
      </p:sp>
      <p:sp>
        <p:nvSpPr>
          <p:cNvPr id="12" name="Rectangle 11"/>
          <p:cNvSpPr/>
          <p:nvPr/>
        </p:nvSpPr>
        <p:spPr>
          <a:xfrm>
            <a:off x="6451600" y="2743200"/>
            <a:ext cx="3048000" cy="457200"/>
          </a:xfrm>
          <a:prstGeom prst="rect">
            <a:avLst/>
          </a:prstGeom>
          <a:solidFill>
            <a:srgbClr val="FFFFFF"/>
          </a:solidFill>
          <a:ln w="9525">
            <a:solidFill>
              <a:srgbClr val="D9D9D9"/>
            </a:solid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ctr" marL="0" indent="0">
              <a:lnSpc>
                <a:spcPct val="110000"/>
              </a:lnSpc>
              <a:buNone/>
            </a:pPr>
            <a:r>
              <a:rPr sz="1300" b="0" i="0">
                <a:solidFill>
                  <a:srgbClr val="7F7F7F"/>
                </a:solidFill>
                <a:latin typeface="Meiryo UI"/>
                <a:ea typeface="Meiryo UI"/>
                <a:cs typeface="Meiryo UI"/>
                <a:effectLst/>
              </a:rPr>
              <a:t>（要検討）</a:t>
            </a:r>
          </a:p>
        </p:txBody>
      </p:sp>
      <p:sp>
        <p:nvSpPr>
          <p:cNvPr id="13" name="Rectangle 12"/>
          <p:cNvSpPr/>
          <p:nvPr/>
        </p:nvSpPr>
        <p:spPr>
          <a:xfrm>
            <a:off x="279400" y="3276600"/>
            <a:ext cx="2667000" cy="457200"/>
          </a:xfrm>
          <a:prstGeom prst="rect">
            <a:avLst/>
          </a:prstGeom>
          <a:solidFill>
            <a:srgbClr val="F2F2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l" marL="0" indent="0">
              <a:lnSpc>
                <a:spcPct val="110000"/>
              </a:lnSpc>
              <a:buNone/>
            </a:pPr>
            <a:r>
              <a:rPr sz="1300" b="1" i="0">
                <a:solidFill>
                  <a:srgbClr val="000000"/>
                </a:solidFill>
                <a:latin typeface="Meiryo UI"/>
                <a:ea typeface="Meiryo UI"/>
                <a:cs typeface="Meiryo UI"/>
                <a:effectLst/>
              </a:rPr>
              <a:t>シニアマネジャー</a:t>
            </a:r>
          </a:p>
        </p:txBody>
      </p:sp>
      <p:sp>
        <p:nvSpPr>
          <p:cNvPr id="14" name="Rectangle 13"/>
          <p:cNvSpPr/>
          <p:nvPr/>
        </p:nvSpPr>
        <p:spPr>
          <a:xfrm>
            <a:off x="3175000" y="3276600"/>
            <a:ext cx="3048000" cy="457200"/>
          </a:xfrm>
          <a:prstGeom prst="rect">
            <a:avLst/>
          </a:prstGeom>
          <a:solidFill>
            <a:srgbClr val="FFFFFF"/>
          </a:solidFill>
          <a:ln w="9525">
            <a:solidFill>
              <a:srgbClr val="D9D9D9"/>
            </a:solid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ctr" marL="0" indent="0">
              <a:lnSpc>
                <a:spcPct val="110000"/>
              </a:lnSpc>
              <a:buNone/>
            </a:pPr>
            <a:r>
              <a:rPr sz="1300" b="0" i="0">
                <a:solidFill>
                  <a:srgbClr val="000000"/>
                </a:solidFill>
                <a:latin typeface="Meiryo UI"/>
                <a:ea typeface="Meiryo UI"/>
                <a:cs typeface="Meiryo UI"/>
                <a:effectLst/>
              </a:rPr>
              <a:t>シニアマネジャー</a:t>
            </a:r>
          </a:p>
        </p:txBody>
      </p:sp>
      <p:sp>
        <p:nvSpPr>
          <p:cNvPr id="15" name="Rectangle 14"/>
          <p:cNvSpPr/>
          <p:nvPr/>
        </p:nvSpPr>
        <p:spPr>
          <a:xfrm>
            <a:off x="6451600" y="3276600"/>
            <a:ext cx="3048000" cy="457200"/>
          </a:xfrm>
          <a:prstGeom prst="rect">
            <a:avLst/>
          </a:prstGeom>
          <a:solidFill>
            <a:srgbClr val="FFFFFF"/>
          </a:solidFill>
          <a:ln w="19050">
            <a:solidFill>
              <a:srgbClr val="0099CC"/>
            </a:solid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ctr" marL="0" indent="0">
              <a:lnSpc>
                <a:spcPct val="110000"/>
              </a:lnSpc>
              <a:buNone/>
            </a:pPr>
            <a:r>
              <a:rPr sz="1300" b="1" i="0">
                <a:solidFill>
                  <a:srgbClr val="000000"/>
                </a:solidFill>
                <a:latin typeface="Meiryo UI"/>
                <a:ea typeface="Meiryo UI"/>
                <a:cs typeface="Meiryo UI"/>
                <a:effectLst/>
              </a:rPr>
              <a:t>プリンシパルFDE</a:t>
            </a:r>
          </a:p>
        </p:txBody>
      </p:sp>
      <p:sp>
        <p:nvSpPr>
          <p:cNvPr id="16" name="Rectangle 15"/>
          <p:cNvSpPr/>
          <p:nvPr/>
        </p:nvSpPr>
        <p:spPr>
          <a:xfrm>
            <a:off x="279400" y="3810000"/>
            <a:ext cx="2667000" cy="457200"/>
          </a:xfrm>
          <a:prstGeom prst="rect">
            <a:avLst/>
          </a:prstGeom>
          <a:solidFill>
            <a:srgbClr val="F2F2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l" marL="0" indent="0">
              <a:lnSpc>
                <a:spcPct val="110000"/>
              </a:lnSpc>
              <a:buNone/>
            </a:pPr>
            <a:r>
              <a:rPr sz="1300" b="1" i="0">
                <a:solidFill>
                  <a:srgbClr val="000000"/>
                </a:solidFill>
                <a:latin typeface="Meiryo UI"/>
                <a:ea typeface="Meiryo UI"/>
                <a:cs typeface="Meiryo UI"/>
                <a:effectLst/>
              </a:rPr>
              <a:t>マネジャー</a:t>
            </a:r>
          </a:p>
        </p:txBody>
      </p:sp>
      <p:sp>
        <p:nvSpPr>
          <p:cNvPr id="17" name="Rectangle 16"/>
          <p:cNvSpPr/>
          <p:nvPr/>
        </p:nvSpPr>
        <p:spPr>
          <a:xfrm>
            <a:off x="3175000" y="3810000"/>
            <a:ext cx="3048000" cy="457200"/>
          </a:xfrm>
          <a:prstGeom prst="rect">
            <a:avLst/>
          </a:prstGeom>
          <a:solidFill>
            <a:srgbClr val="FFFFFF"/>
          </a:solidFill>
          <a:ln w="9525">
            <a:solidFill>
              <a:srgbClr val="D9D9D9"/>
            </a:solid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ctr" marL="0" indent="0">
              <a:lnSpc>
                <a:spcPct val="110000"/>
              </a:lnSpc>
              <a:buNone/>
            </a:pPr>
            <a:r>
              <a:rPr sz="1300" b="0" i="0">
                <a:solidFill>
                  <a:srgbClr val="000000"/>
                </a:solidFill>
                <a:latin typeface="Meiryo UI"/>
                <a:ea typeface="Meiryo UI"/>
                <a:cs typeface="Meiryo UI"/>
                <a:effectLst/>
              </a:rPr>
              <a:t>マネジャー</a:t>
            </a:r>
          </a:p>
        </p:txBody>
      </p:sp>
      <p:sp>
        <p:nvSpPr>
          <p:cNvPr id="18" name="Rectangle 17"/>
          <p:cNvSpPr/>
          <p:nvPr/>
        </p:nvSpPr>
        <p:spPr>
          <a:xfrm>
            <a:off x="6451600" y="3810000"/>
            <a:ext cx="3048000" cy="457200"/>
          </a:xfrm>
          <a:prstGeom prst="rect">
            <a:avLst/>
          </a:prstGeom>
          <a:solidFill>
            <a:srgbClr val="FFFFFF"/>
          </a:solidFill>
          <a:ln w="19050">
            <a:solidFill>
              <a:srgbClr val="0099CC"/>
            </a:solid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ctr" marL="0" indent="0">
              <a:lnSpc>
                <a:spcPct val="110000"/>
              </a:lnSpc>
              <a:buNone/>
            </a:pPr>
            <a:r>
              <a:rPr sz="1300" b="1" i="0">
                <a:solidFill>
                  <a:srgbClr val="000000"/>
                </a:solidFill>
                <a:latin typeface="Meiryo UI"/>
                <a:ea typeface="Meiryo UI"/>
                <a:cs typeface="Meiryo UI"/>
                <a:effectLst/>
              </a:rPr>
              <a:t>リードFDE</a:t>
            </a:r>
          </a:p>
        </p:txBody>
      </p:sp>
      <p:sp>
        <p:nvSpPr>
          <p:cNvPr id="19" name="Rectangle 18"/>
          <p:cNvSpPr/>
          <p:nvPr/>
        </p:nvSpPr>
        <p:spPr>
          <a:xfrm>
            <a:off x="279400" y="4343400"/>
            <a:ext cx="2667000" cy="457200"/>
          </a:xfrm>
          <a:prstGeom prst="rect">
            <a:avLst/>
          </a:prstGeom>
          <a:solidFill>
            <a:srgbClr val="F2F2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l" marL="0" indent="0">
              <a:lnSpc>
                <a:spcPct val="110000"/>
              </a:lnSpc>
              <a:buNone/>
            </a:pPr>
            <a:r>
              <a:rPr sz="1300" b="1" i="0">
                <a:solidFill>
                  <a:srgbClr val="000000"/>
                </a:solidFill>
                <a:latin typeface="Meiryo UI"/>
                <a:ea typeface="Meiryo UI"/>
                <a:cs typeface="Meiryo UI"/>
                <a:effectLst/>
              </a:rPr>
              <a:t>シニアコンサルタント</a:t>
            </a:r>
          </a:p>
        </p:txBody>
      </p:sp>
      <p:sp>
        <p:nvSpPr>
          <p:cNvPr id="20" name="Rectangle 19"/>
          <p:cNvSpPr/>
          <p:nvPr/>
        </p:nvSpPr>
        <p:spPr>
          <a:xfrm>
            <a:off x="3175000" y="4343400"/>
            <a:ext cx="3048000" cy="457200"/>
          </a:xfrm>
          <a:prstGeom prst="rect">
            <a:avLst/>
          </a:prstGeom>
          <a:solidFill>
            <a:srgbClr val="FFFFFF"/>
          </a:solidFill>
          <a:ln w="9525">
            <a:solidFill>
              <a:srgbClr val="D9D9D9"/>
            </a:solid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ctr" marL="0" indent="0">
              <a:lnSpc>
                <a:spcPct val="110000"/>
              </a:lnSpc>
              <a:buNone/>
            </a:pPr>
            <a:r>
              <a:rPr sz="1300" b="0" i="0">
                <a:solidFill>
                  <a:srgbClr val="000000"/>
                </a:solidFill>
                <a:latin typeface="Meiryo UI"/>
                <a:ea typeface="Meiryo UI"/>
                <a:cs typeface="Meiryo UI"/>
                <a:effectLst/>
              </a:rPr>
              <a:t>シニアコンサルタント</a:t>
            </a:r>
          </a:p>
        </p:txBody>
      </p:sp>
      <p:sp>
        <p:nvSpPr>
          <p:cNvPr id="21" name="Rectangle 20"/>
          <p:cNvSpPr/>
          <p:nvPr/>
        </p:nvSpPr>
        <p:spPr>
          <a:xfrm>
            <a:off x="6451600" y="4343400"/>
            <a:ext cx="3048000" cy="457200"/>
          </a:xfrm>
          <a:prstGeom prst="rect">
            <a:avLst/>
          </a:prstGeom>
          <a:solidFill>
            <a:srgbClr val="FFFFFF"/>
          </a:solidFill>
          <a:ln w="19050">
            <a:solidFill>
              <a:srgbClr val="0099CC"/>
            </a:solid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ctr" marL="0" indent="0">
              <a:lnSpc>
                <a:spcPct val="110000"/>
              </a:lnSpc>
              <a:buNone/>
            </a:pPr>
            <a:r>
              <a:rPr sz="1300" b="1" i="0">
                <a:solidFill>
                  <a:srgbClr val="000000"/>
                </a:solidFill>
                <a:latin typeface="Meiryo UI"/>
                <a:ea typeface="Meiryo UI"/>
                <a:cs typeface="Meiryo UI"/>
                <a:effectLst/>
              </a:rPr>
              <a:t>シニアFDE</a:t>
            </a:r>
          </a:p>
        </p:txBody>
      </p:sp>
      <p:sp>
        <p:nvSpPr>
          <p:cNvPr id="22" name="Rectangle 21"/>
          <p:cNvSpPr/>
          <p:nvPr/>
        </p:nvSpPr>
        <p:spPr>
          <a:xfrm>
            <a:off x="279400" y="4876800"/>
            <a:ext cx="2667000" cy="457200"/>
          </a:xfrm>
          <a:prstGeom prst="rect">
            <a:avLst/>
          </a:prstGeom>
          <a:solidFill>
            <a:srgbClr val="F2F2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l" marL="0" indent="0">
              <a:lnSpc>
                <a:spcPct val="110000"/>
              </a:lnSpc>
              <a:buNone/>
            </a:pPr>
            <a:r>
              <a:rPr sz="1300" b="1" i="0">
                <a:solidFill>
                  <a:srgbClr val="000000"/>
                </a:solidFill>
                <a:latin typeface="Meiryo UI"/>
                <a:ea typeface="Meiryo UI"/>
                <a:cs typeface="Meiryo UI"/>
                <a:effectLst/>
              </a:rPr>
              <a:t>コンサルタント</a:t>
            </a:r>
          </a:p>
        </p:txBody>
      </p:sp>
      <p:sp>
        <p:nvSpPr>
          <p:cNvPr id="23" name="Rectangle 22"/>
          <p:cNvSpPr/>
          <p:nvPr/>
        </p:nvSpPr>
        <p:spPr>
          <a:xfrm>
            <a:off x="3175000" y="4876800"/>
            <a:ext cx="3048000" cy="457200"/>
          </a:xfrm>
          <a:prstGeom prst="rect">
            <a:avLst/>
          </a:prstGeom>
          <a:solidFill>
            <a:srgbClr val="FFFFFF"/>
          </a:solidFill>
          <a:ln w="9525">
            <a:solidFill>
              <a:srgbClr val="D9D9D9"/>
            </a:solid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ctr" marL="0" indent="0">
              <a:lnSpc>
                <a:spcPct val="110000"/>
              </a:lnSpc>
              <a:buNone/>
            </a:pPr>
            <a:r>
              <a:rPr sz="1300" b="0" i="0">
                <a:solidFill>
                  <a:srgbClr val="000000"/>
                </a:solidFill>
                <a:latin typeface="Meiryo UI"/>
                <a:ea typeface="Meiryo UI"/>
                <a:cs typeface="Meiryo UI"/>
                <a:effectLst/>
              </a:rPr>
              <a:t>コンサルタント</a:t>
            </a:r>
          </a:p>
        </p:txBody>
      </p:sp>
      <p:sp>
        <p:nvSpPr>
          <p:cNvPr id="24" name="Rectangle 23"/>
          <p:cNvSpPr/>
          <p:nvPr/>
        </p:nvSpPr>
        <p:spPr>
          <a:xfrm>
            <a:off x="6451600" y="4876800"/>
            <a:ext cx="3048000" cy="457200"/>
          </a:xfrm>
          <a:prstGeom prst="rect">
            <a:avLst/>
          </a:prstGeom>
          <a:solidFill>
            <a:srgbClr val="FFFFFF"/>
          </a:solidFill>
          <a:ln w="19050">
            <a:solidFill>
              <a:srgbClr val="0099CC"/>
            </a:solid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ctr" marL="0" indent="0">
              <a:lnSpc>
                <a:spcPct val="110000"/>
              </a:lnSpc>
              <a:buNone/>
            </a:pPr>
            <a:r>
              <a:rPr sz="1300" b="1" i="0">
                <a:solidFill>
                  <a:srgbClr val="000000"/>
                </a:solidFill>
                <a:latin typeface="Meiryo UI"/>
                <a:ea typeface="Meiryo UI"/>
                <a:cs typeface="Meiryo UI"/>
                <a:effectLst/>
              </a:rPr>
              <a:t>FDE</a:t>
            </a:r>
          </a:p>
        </p:txBody>
      </p:sp>
      <p:sp>
        <p:nvSpPr>
          <p:cNvPr id="25" name="Rectangle 24"/>
          <p:cNvSpPr/>
          <p:nvPr/>
        </p:nvSpPr>
        <p:spPr>
          <a:xfrm>
            <a:off x="279400" y="5410200"/>
            <a:ext cx="2667000" cy="457200"/>
          </a:xfrm>
          <a:prstGeom prst="rect">
            <a:avLst/>
          </a:prstGeom>
          <a:solidFill>
            <a:srgbClr val="F2F2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l" marL="0" indent="0">
              <a:lnSpc>
                <a:spcPct val="110000"/>
              </a:lnSpc>
              <a:buNone/>
            </a:pPr>
            <a:r>
              <a:rPr sz="1300" b="1" i="0">
                <a:solidFill>
                  <a:srgbClr val="000000"/>
                </a:solidFill>
                <a:latin typeface="Meiryo UI"/>
                <a:ea typeface="Meiryo UI"/>
                <a:cs typeface="Meiryo UI"/>
                <a:effectLst/>
              </a:rPr>
              <a:t>アソシエイト</a:t>
            </a:r>
          </a:p>
        </p:txBody>
      </p:sp>
      <p:sp>
        <p:nvSpPr>
          <p:cNvPr id="26" name="Rectangle 25"/>
          <p:cNvSpPr/>
          <p:nvPr/>
        </p:nvSpPr>
        <p:spPr>
          <a:xfrm>
            <a:off x="3175000" y="5410200"/>
            <a:ext cx="3048000" cy="457200"/>
          </a:xfrm>
          <a:prstGeom prst="rect">
            <a:avLst/>
          </a:prstGeom>
          <a:solidFill>
            <a:srgbClr val="FFFFFF"/>
          </a:solidFill>
          <a:ln w="9525">
            <a:solidFill>
              <a:srgbClr val="D9D9D9"/>
            </a:solid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ctr" marL="0" indent="0">
              <a:lnSpc>
                <a:spcPct val="110000"/>
              </a:lnSpc>
              <a:buNone/>
            </a:pPr>
            <a:r>
              <a:rPr sz="1300" b="0" i="0">
                <a:solidFill>
                  <a:srgbClr val="000000"/>
                </a:solidFill>
                <a:latin typeface="Meiryo UI"/>
                <a:ea typeface="Meiryo UI"/>
                <a:cs typeface="Meiryo UI"/>
                <a:effectLst/>
              </a:rPr>
              <a:t>アソシエイト</a:t>
            </a:r>
          </a:p>
        </p:txBody>
      </p:sp>
      <p:sp>
        <p:nvSpPr>
          <p:cNvPr id="27" name="Rectangle 26"/>
          <p:cNvSpPr/>
          <p:nvPr/>
        </p:nvSpPr>
        <p:spPr>
          <a:xfrm>
            <a:off x="6451600" y="5410200"/>
            <a:ext cx="3048000" cy="457200"/>
          </a:xfrm>
          <a:prstGeom prst="rect">
            <a:avLst/>
          </a:prstGeom>
          <a:solidFill>
            <a:srgbClr val="FFFFFF"/>
          </a:solidFill>
          <a:ln w="19050">
            <a:solidFill>
              <a:srgbClr val="0099CC"/>
            </a:solid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ctr" marL="0" indent="0">
              <a:lnSpc>
                <a:spcPct val="110000"/>
              </a:lnSpc>
              <a:buNone/>
            </a:pPr>
            <a:r>
              <a:rPr sz="1300" b="1" i="0">
                <a:solidFill>
                  <a:srgbClr val="000000"/>
                </a:solidFill>
                <a:latin typeface="Meiryo UI"/>
                <a:ea typeface="Meiryo UI"/>
                <a:cs typeface="Meiryo UI"/>
                <a:effectLst/>
              </a:rPr>
              <a:t>アソシエイトFDE</a:t>
            </a:r>
          </a:p>
        </p:txBody>
      </p:sp>
      <p:sp>
        <p:nvSpPr>
          <p:cNvPr id="28" name="Rectangle 27"/>
          <p:cNvSpPr/>
          <p:nvPr/>
        </p:nvSpPr>
        <p:spPr>
          <a:xfrm>
            <a:off x="9728200" y="1752600"/>
            <a:ext cx="2247900" cy="4191000"/>
          </a:xfrm>
          <a:prstGeom prst="rect">
            <a:avLst/>
          </a:prstGeom>
          <a:solidFill>
            <a:srgbClr val="F2F2F2"/>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76200" rIns="76200" tIns="38100" bIns="38100"/>
          <a:lstStyle/>
          <a:p>
            <a:pPr algn="l" marL="0" indent="0">
              <a:lnSpc>
                <a:spcPct val="125000"/>
              </a:lnSpc>
              <a:buNone/>
            </a:pPr>
            <a:r>
              <a:rPr sz="1300" b="1" i="0">
                <a:solidFill>
                  <a:srgbClr val="033865"/>
                </a:solidFill>
                <a:latin typeface="Meiryo UI"/>
                <a:ea typeface="Meiryo UI"/>
                <a:cs typeface="Meiryo UI"/>
                <a:effectLst/>
              </a:rPr>
              <a:t>ポイント</a:t>
            </a:r>
          </a:p>
          <a:p>
            <a:pPr marL="0" indent="0" algn="l">
              <a:lnSpc>
                <a:spcPct val="125000"/>
              </a:lnSpc>
              <a:buNone/>
            </a:pPr>
            <a:r>
              <a:rPr sz="1300" b="0" i="0">
                <a:solidFill>
                  <a:srgbClr val="000000"/>
                </a:solidFill>
                <a:latin typeface="Meiryo UI"/>
                <a:ea typeface="Meiryo UI"/>
                <a:cs typeface="Meiryo UI"/>
                <a:effectLst/>
              </a:rPr>
              <a:t>・受注責任を求めない専門職</a:t>
            </a:r>
          </a:p>
          <a:p>
            <a:pPr marL="0" indent="0" algn="l">
              <a:lnSpc>
                <a:spcPct val="125000"/>
              </a:lnSpc>
              <a:buNone/>
            </a:pPr>
            <a:r>
              <a:rPr sz="1300" b="0" i="0">
                <a:solidFill>
                  <a:srgbClr val="000000"/>
                </a:solidFill>
                <a:latin typeface="Meiryo UI"/>
                <a:ea typeface="Meiryo UI"/>
                <a:cs typeface="Meiryo UI"/>
                <a:effectLst/>
              </a:rPr>
              <a:t>・評価はFDE版コンピテンシー</a:t>
            </a:r>
          </a:p>
          <a:p>
            <a:pPr marL="0" indent="0" algn="l">
              <a:lnSpc>
                <a:spcPct val="125000"/>
              </a:lnSpc>
              <a:buNone/>
            </a:pPr>
            <a:r>
              <a:rPr sz="1300" b="0" i="0">
                <a:solidFill>
                  <a:srgbClr val="000000"/>
                </a:solidFill>
                <a:latin typeface="Meiryo UI"/>
                <a:ea typeface="Meiryo UI"/>
                <a:cs typeface="Meiryo UI"/>
                <a:effectLst/>
              </a:rPr>
              <a:t>・報酬レンジ・在籍期間・評価委員会は同じグレードで共通</a:t>
            </a:r>
          </a:p>
          <a:p>
            <a:pPr marL="0" indent="0" algn="l">
              <a:lnSpc>
                <a:spcPct val="125000"/>
              </a:lnSpc>
              <a:buNone/>
            </a:pPr>
            <a:r>
              <a:rPr sz="1300" b="0" i="0">
                <a:solidFill>
                  <a:srgbClr val="000000"/>
                </a:solidFill>
                <a:latin typeface="Meiryo UI"/>
                <a:ea typeface="Meiryo UI"/>
                <a:cs typeface="Meiryo UI"/>
                <a:effectLst/>
              </a:rPr>
              <a:t>・コンサルへ移るときは、受注責任を果たせることを条件にする</a:t>
            </a:r>
          </a:p>
        </p:txBody>
      </p:sp>
      <p:sp>
        <p:nvSpPr>
          <p:cNvPr id="29" name="Rectangle 28"/>
          <p:cNvSpPr/>
          <p:nvPr/>
        </p:nvSpPr>
        <p:spPr>
          <a:xfrm>
            <a:off x="279400" y="6350000"/>
            <a:ext cx="11696700" cy="279400"/>
          </a:xfrm>
          <a:prstGeom prst="rect">
            <a:avLst/>
          </a:prstGeom>
          <a:no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l" marL="0" indent="0">
              <a:lnSpc>
                <a:spcPct val="110000"/>
              </a:lnSpc>
              <a:buNone/>
            </a:pPr>
            <a:r>
              <a:rPr sz="1200" b="0" i="0">
                <a:solidFill>
                  <a:srgbClr val="7F7F7F"/>
                </a:solidFill>
                <a:latin typeface="Meiryo UI"/>
                <a:ea typeface="Meiryo UI"/>
                <a:cs typeface="Meiryo UI"/>
                <a:effectLst/>
              </a:rPr>
              <a:t>ディレクター以上をFDEトラックに設けるかは論点です（P.21）。職位名はすべて案です。</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279400" y="812800"/>
            <a:ext cx="11696700" cy="584200"/>
          </a:xfrm>
        </p:spPr>
        <p:txBody>
          <a:bodyPr wrap="square"/>
          <a:lstStyle/>
          <a:p>
            <a:pPr marL="0" indent="0" algn="l">
              <a:lnSpc>
                <a:spcPct val="120000"/>
              </a:lnSpc>
              <a:buNone/>
            </a:pPr>
            <a:r>
              <a:rPr sz="1600" b="1" i="0">
                <a:solidFill>
                  <a:srgbClr val="000000"/>
                </a:solidFill>
                <a:latin typeface="Meiryo UI"/>
                <a:ea typeface="Meiryo UI"/>
                <a:cs typeface="Meiryo UI"/>
                <a:effectLst/>
              </a:rPr>
              <a:t>昇進要件は「自分で作り切る」から「チームで本番稼働させる」「型にして広げる」へと、影響範囲を広げる形で定義します。</a:t>
            </a:r>
          </a:p>
        </p:txBody>
      </p:sp>
      <p:sp>
        <p:nvSpPr>
          <p:cNvPr id="3" name="Title 2"/>
          <p:cNvSpPr>
            <a:spLocks noGrp="1"/>
          </p:cNvSpPr>
          <p:nvPr>
            <p:ph type="title"/>
          </p:nvPr>
        </p:nvSpPr>
        <p:spPr>
          <a:xfrm>
            <a:off x="266700" y="114300"/>
            <a:ext cx="10439400" cy="495300"/>
          </a:xfrm>
        </p:spPr>
        <p:txBody>
          <a:bodyPr/>
          <a:lstStyle/>
          <a:p>
            <a:pPr algn="l"/>
            <a:r>
              <a:rPr sz="2400" b="1" i="0">
                <a:solidFill>
                  <a:srgbClr val="000000"/>
                </a:solidFill>
                <a:latin typeface="Meiryo UI"/>
                <a:ea typeface="Meiryo UI"/>
                <a:cs typeface="Meiryo UI"/>
                <a:effectLst/>
              </a:rPr>
              <a:t>職位別の役割と昇進要件（たたき台）</a:t>
            </a:r>
          </a:p>
        </p:txBody>
      </p:sp>
      <p:graphicFrame>
        <p:nvGraphicFramePr>
          <p:cNvPr id="4" name="Table 3"/>
          <p:cNvGraphicFramePr>
            <a:graphicFrameLocks noGrp="1"/>
          </p:cNvGraphicFramePr>
          <p:nvPr/>
        </p:nvGraphicFramePr>
        <p:xfrm>
          <a:off x="279400" y="1752600"/>
          <a:ext cx="11696698" cy="3556000"/>
        </p:xfrm>
        <a:graphic>
          <a:graphicData uri="http://schemas.openxmlformats.org/drawingml/2006/table">
            <a:tbl>
              <a:tblPr firstRow="0" bandRow="0">
                <a:tableStyleId>{5940675A-B579-460E-94D1-54222C63F5DA}</a:tableStyleId>
              </a:tblPr>
              <a:tblGrid>
                <a:gridCol w="1742061"/>
                <a:gridCol w="3484123"/>
                <a:gridCol w="2986391"/>
                <a:gridCol w="3484123"/>
              </a:tblGrid>
              <a:tr h="330200">
                <a:tc>
                  <a:txBody>
                    <a:bodyPr wrap="square"/>
                    <a:lstStyle/>
                    <a:p>
                      <a:pPr marL="0" indent="0" algn="ctr">
                        <a:lnSpc>
                          <a:spcPct val="105000"/>
                        </a:lnSpc>
                        <a:buNone/>
                      </a:pPr>
                      <a:r>
                        <a:rPr sz="1200" b="1" i="0">
                          <a:solidFill>
                            <a:srgbClr val="FFFFFF"/>
                          </a:solidFill>
                          <a:latin typeface="Meiryo UI"/>
                          <a:ea typeface="Meiryo UI"/>
                          <a:cs typeface="Meiryo UI"/>
                          <a:effectLst/>
                        </a:rPr>
                        <a:t>FDEの職位</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c>
                  <a:txBody>
                    <a:bodyPr wrap="square"/>
                    <a:lstStyle/>
                    <a:p>
                      <a:pPr marL="0" indent="0" algn="ctr">
                        <a:lnSpc>
                          <a:spcPct val="105000"/>
                        </a:lnSpc>
                        <a:buNone/>
                      </a:pPr>
                      <a:r>
                        <a:rPr sz="1200" b="1" i="0">
                          <a:solidFill>
                            <a:srgbClr val="FFFFFF"/>
                          </a:solidFill>
                          <a:latin typeface="Meiryo UI"/>
                          <a:ea typeface="Meiryo UI"/>
                          <a:cs typeface="Meiryo UI"/>
                          <a:effectLst/>
                        </a:rPr>
                        <a:t>主な役割</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c>
                  <a:txBody>
                    <a:bodyPr wrap="square"/>
                    <a:lstStyle/>
                    <a:p>
                      <a:pPr marL="0" indent="0" algn="ctr">
                        <a:lnSpc>
                          <a:spcPct val="105000"/>
                        </a:lnSpc>
                        <a:buNone/>
                      </a:pPr>
                      <a:r>
                        <a:rPr sz="1200" b="1" i="0">
                          <a:solidFill>
                            <a:srgbClr val="FFFFFF"/>
                          </a:solidFill>
                          <a:latin typeface="Meiryo UI"/>
                          <a:ea typeface="Meiryo UI"/>
                          <a:cs typeface="Meiryo UI"/>
                          <a:effectLst/>
                        </a:rPr>
                        <a:t>経験の目安（JD）</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c>
                  <a:txBody>
                    <a:bodyPr wrap="square"/>
                    <a:lstStyle/>
                    <a:p>
                      <a:pPr marL="0" indent="0" algn="ctr">
                        <a:lnSpc>
                          <a:spcPct val="105000"/>
                        </a:lnSpc>
                        <a:buNone/>
                      </a:pPr>
                      <a:r>
                        <a:rPr sz="1200" b="1" i="0">
                          <a:solidFill>
                            <a:srgbClr val="FFFFFF"/>
                          </a:solidFill>
                          <a:latin typeface="Meiryo UI"/>
                          <a:ea typeface="Meiryo UI"/>
                          <a:cs typeface="Meiryo UI"/>
                          <a:effectLst/>
                        </a:rPr>
                        <a:t>次の職位への昇進要件（例）</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r>
              <a:tr h="584200">
                <a:tc>
                  <a:txBody>
                    <a:bodyPr wrap="square"/>
                    <a:lstStyle/>
                    <a:p>
                      <a:pPr marL="0" indent="0" algn="l">
                        <a:lnSpc>
                          <a:spcPct val="105000"/>
                        </a:lnSpc>
                        <a:buNone/>
                      </a:pPr>
                      <a:r>
                        <a:rPr sz="1200" b="1" i="0">
                          <a:solidFill>
                            <a:srgbClr val="000000"/>
                          </a:solidFill>
                          <a:latin typeface="Meiryo UI"/>
                          <a:ea typeface="Meiryo UI"/>
                          <a:cs typeface="Meiryo UI"/>
                          <a:effectLst/>
                        </a:rPr>
                        <a:t>アソシエイトFDE</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上長の支援のもとで、担当機能の実装・テストとデータ準備を行う</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担当機能を自分で本番リリースできる</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711200">
                <a:tc>
                  <a:txBody>
                    <a:bodyPr wrap="square"/>
                    <a:lstStyle/>
                    <a:p>
                      <a:pPr marL="0" indent="0" algn="l">
                        <a:lnSpc>
                          <a:spcPct val="105000"/>
                        </a:lnSpc>
                        <a:buNone/>
                      </a:pPr>
                      <a:r>
                        <a:rPr sz="1200" b="1" i="0">
                          <a:solidFill>
                            <a:srgbClr val="000000"/>
                          </a:solidFill>
                          <a:latin typeface="Meiryo UI"/>
                          <a:ea typeface="Meiryo UI"/>
                          <a:cs typeface="Meiryo UI"/>
                          <a:effectLst/>
                        </a:rPr>
                        <a:t>FDE</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担当範囲を設計から実装・デプロイまで自走する</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コンサル・事業会社等で3年以上、要件定義〜リリース2回以上</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案件の技術領域（例：RAG基盤）を任せられ、効果と精度をKPIで示せる</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711200">
                <a:tc>
                  <a:txBody>
                    <a:bodyPr wrap="square"/>
                    <a:lstStyle/>
                    <a:p>
                      <a:pPr marL="0" indent="0" algn="l">
                        <a:lnSpc>
                          <a:spcPct val="105000"/>
                        </a:lnSpc>
                        <a:buNone/>
                      </a:pPr>
                      <a:r>
                        <a:rPr sz="1200" b="1" i="0">
                          <a:solidFill>
                            <a:srgbClr val="000000"/>
                          </a:solidFill>
                          <a:latin typeface="Meiryo UI"/>
                          <a:ea typeface="Meiryo UI"/>
                          <a:cs typeface="Meiryo UI"/>
                          <a:effectLst/>
                        </a:rPr>
                        <a:t>シニアFDE</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案件の技術領域を主導し、後輩FDEを育てる</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5年以上、本番リリースを自律的に完遂、技術指導の経験</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案件全体のアーキテクチャを設計し、本番稼働までやり切った実績</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635000">
                <a:tc>
                  <a:txBody>
                    <a:bodyPr wrap="square"/>
                    <a:lstStyle/>
                    <a:p>
                      <a:pPr marL="0" indent="0" algn="l">
                        <a:lnSpc>
                          <a:spcPct val="105000"/>
                        </a:lnSpc>
                        <a:buNone/>
                      </a:pPr>
                      <a:r>
                        <a:rPr sz="1200" b="1" i="0">
                          <a:solidFill>
                            <a:srgbClr val="000000"/>
                          </a:solidFill>
                          <a:latin typeface="Meiryo UI"/>
                          <a:ea typeface="Meiryo UI"/>
                          <a:cs typeface="Meiryo UI"/>
                          <a:effectLst/>
                        </a:rPr>
                        <a:t>リードFDE</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複数案件の技術責任者として、品質とFDEチームを統括する</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複数案件の本番稼働と、作ったアセットが他の案件で使われた実績</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584200">
                <a:tc>
                  <a:txBody>
                    <a:bodyPr wrap="square"/>
                    <a:lstStyle/>
                    <a:p>
                      <a:pPr marL="0" indent="0" algn="l">
                        <a:lnSpc>
                          <a:spcPct val="105000"/>
                        </a:lnSpc>
                        <a:buNone/>
                      </a:pPr>
                      <a:r>
                        <a:rPr sz="1200" b="1" i="0">
                          <a:solidFill>
                            <a:srgbClr val="000000"/>
                          </a:solidFill>
                          <a:latin typeface="Meiryo UI"/>
                          <a:ea typeface="Meiryo UI"/>
                          <a:cs typeface="Meiryo UI"/>
                          <a:effectLst/>
                        </a:rPr>
                        <a:t>プリンシパルFDE</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AI&amp;Dataの技術方針と実装パターンのオファリング化を主導する</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（ディレクター相当を設ける場合に定義）</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bl>
          </a:graphicData>
        </a:graphic>
      </p:graphicFrame>
      <p:sp>
        <p:nvSpPr>
          <p:cNvPr id="5" name="Rectangle 4"/>
          <p:cNvSpPr/>
          <p:nvPr/>
        </p:nvSpPr>
        <p:spPr>
          <a:xfrm>
            <a:off x="279400" y="6350000"/>
            <a:ext cx="11696700" cy="279400"/>
          </a:xfrm>
          <a:prstGeom prst="rect">
            <a:avLst/>
          </a:prstGeom>
          <a:no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l" marL="0" indent="0">
              <a:lnSpc>
                <a:spcPct val="110000"/>
              </a:lnSpc>
              <a:buNone/>
            </a:pPr>
            <a:r>
              <a:rPr sz="1200" b="0" i="0">
                <a:solidFill>
                  <a:srgbClr val="7F7F7F"/>
                </a:solidFill>
                <a:latin typeface="Meiryo UI"/>
                <a:ea typeface="Meiryo UI"/>
                <a:cs typeface="Meiryo UI"/>
                <a:effectLst/>
              </a:rPr>
              <a:t>出所：AI&amp;Data Practice採用説明会資料 P.18（経験の目安）、FDEキャリアパス検討 ディスカッション資料（10/15）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279400" y="812800"/>
            <a:ext cx="11696700" cy="584200"/>
          </a:xfrm>
        </p:spPr>
        <p:txBody>
          <a:bodyPr wrap="square"/>
          <a:lstStyle/>
          <a:p>
            <a:pPr marL="0" indent="0" algn="l">
              <a:lnSpc>
                <a:spcPct val="120000"/>
              </a:lnSpc>
              <a:buNone/>
            </a:pPr>
            <a:r>
              <a:rPr sz="1600" b="1" i="0">
                <a:solidFill>
                  <a:srgbClr val="000000"/>
                </a:solidFill>
                <a:latin typeface="Meiryo UI"/>
                <a:ea typeface="Meiryo UI"/>
                <a:cs typeface="Meiryo UI"/>
                <a:effectLst/>
              </a:rPr>
              <a:t>一次評価は聖さん、最終評価は評価委員会とし、案件のPMの声を参考意見として入れることで、FDEの技術と協働の両方を評価します。</a:t>
            </a:r>
          </a:p>
        </p:txBody>
      </p:sp>
      <p:sp>
        <p:nvSpPr>
          <p:cNvPr id="3" name="Title 2"/>
          <p:cNvSpPr>
            <a:spLocks noGrp="1"/>
          </p:cNvSpPr>
          <p:nvPr>
            <p:ph type="title"/>
          </p:nvPr>
        </p:nvSpPr>
        <p:spPr>
          <a:xfrm>
            <a:off x="266700" y="114300"/>
            <a:ext cx="10439400" cy="495300"/>
          </a:xfrm>
        </p:spPr>
        <p:txBody>
          <a:bodyPr/>
          <a:lstStyle/>
          <a:p>
            <a:pPr algn="l"/>
            <a:r>
              <a:rPr sz="2400" b="1" i="0">
                <a:solidFill>
                  <a:srgbClr val="000000"/>
                </a:solidFill>
                <a:latin typeface="Meiryo UI"/>
                <a:ea typeface="Meiryo UI"/>
                <a:cs typeface="Meiryo UI"/>
                <a:effectLst/>
              </a:rPr>
              <a:t>評価体制（たたき台）</a:t>
            </a:r>
          </a:p>
        </p:txBody>
      </p:sp>
      <p:sp>
        <p:nvSpPr>
          <p:cNvPr id="4" name="Rectangle 3"/>
          <p:cNvSpPr/>
          <p:nvPr/>
        </p:nvSpPr>
        <p:spPr>
          <a:xfrm>
            <a:off x="279400" y="1803400"/>
            <a:ext cx="3556000" cy="431800"/>
          </a:xfrm>
          <a:prstGeom prst="rect">
            <a:avLst/>
          </a:prstGeom>
          <a:solidFill>
            <a:srgbClr val="03386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ctr" marL="0" indent="0">
              <a:lnSpc>
                <a:spcPct val="110000"/>
              </a:lnSpc>
              <a:buNone/>
            </a:pPr>
            <a:r>
              <a:rPr sz="1400" b="1" i="0">
                <a:solidFill>
                  <a:srgbClr val="FFFFFF"/>
                </a:solidFill>
                <a:latin typeface="Meiryo UI"/>
                <a:ea typeface="Meiryo UI"/>
                <a:cs typeface="Meiryo UI"/>
                <a:effectLst/>
              </a:rPr>
              <a:t>参考意見</a:t>
            </a:r>
          </a:p>
        </p:txBody>
      </p:sp>
      <p:sp>
        <p:nvSpPr>
          <p:cNvPr id="5" name="Rectangle 4"/>
          <p:cNvSpPr/>
          <p:nvPr/>
        </p:nvSpPr>
        <p:spPr>
          <a:xfrm>
            <a:off x="279400" y="2235200"/>
            <a:ext cx="3556000" cy="457200"/>
          </a:xfrm>
          <a:prstGeom prst="rect">
            <a:avLst/>
          </a:prstGeom>
          <a:solidFill>
            <a:srgbClr val="F2F2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ctr" marL="0" indent="0">
              <a:lnSpc>
                <a:spcPct val="110000"/>
              </a:lnSpc>
              <a:buNone/>
            </a:pPr>
            <a:r>
              <a:rPr sz="1400" b="1" i="0">
                <a:solidFill>
                  <a:srgbClr val="000000"/>
                </a:solidFill>
                <a:latin typeface="Meiryo UI"/>
                <a:ea typeface="Meiryo UI"/>
                <a:cs typeface="Meiryo UI"/>
                <a:effectLst/>
              </a:rPr>
              <a:t>案件のPM（コンサル）</a:t>
            </a:r>
          </a:p>
        </p:txBody>
      </p:sp>
      <p:sp>
        <p:nvSpPr>
          <p:cNvPr id="6" name="Rectangle 5"/>
          <p:cNvSpPr/>
          <p:nvPr/>
        </p:nvSpPr>
        <p:spPr>
          <a:xfrm>
            <a:off x="279400" y="2692400"/>
            <a:ext cx="3556000" cy="1524000"/>
          </a:xfrm>
          <a:prstGeom prst="rect">
            <a:avLst/>
          </a:prstGeom>
          <a:solidFill>
            <a:srgbClr val="FFFFFF"/>
          </a:solidFill>
          <a:ln w="9525">
            <a:solidFill>
              <a:srgbClr val="D9D9D9"/>
            </a:solidFill>
          </a:ln>
          <a:effectLst/>
        </p:spPr>
        <p:style>
          <a:lnRef idx="1">
            <a:schemeClr val="accent1"/>
          </a:lnRef>
          <a:fillRef idx="3">
            <a:schemeClr val="accent1"/>
          </a:fillRef>
          <a:effectRef idx="0">
            <a:schemeClr val="accent1"/>
          </a:effectRef>
          <a:fontRef idx="minor">
            <a:schemeClr val="lt1"/>
          </a:fontRef>
        </p:style>
        <p:txBody>
          <a:bodyPr rtlCol="0" anchor="t" wrap="square" lIns="76200" rIns="76200" tIns="38100" bIns="38100"/>
          <a:lstStyle/>
          <a:p>
            <a:pPr algn="l" marL="0" indent="0">
              <a:lnSpc>
                <a:spcPct val="125000"/>
              </a:lnSpc>
              <a:buNone/>
            </a:pPr>
            <a:r>
              <a:rPr sz="1400" b="0" i="0">
                <a:solidFill>
                  <a:srgbClr val="000000"/>
                </a:solidFill>
                <a:latin typeface="Meiryo UI"/>
                <a:ea typeface="Meiryo UI"/>
                <a:cs typeface="Meiryo UI"/>
                <a:effectLst/>
              </a:rPr>
              <a:t>・PJ評価の形で入力</a:t>
            </a:r>
          </a:p>
          <a:p>
            <a:pPr marL="0" indent="0" algn="l">
              <a:lnSpc>
                <a:spcPct val="125000"/>
              </a:lnSpc>
              <a:buNone/>
            </a:pPr>
            <a:r>
              <a:rPr sz="1400" b="0" i="0">
                <a:solidFill>
                  <a:srgbClr val="000000"/>
                </a:solidFill>
                <a:latin typeface="Meiryo UI"/>
                <a:ea typeface="Meiryo UI"/>
                <a:cs typeface="Meiryo UI"/>
                <a:effectLst/>
              </a:rPr>
              <a:t>・③プロジェクト・エクセレンス、</a:t>
            </a:r>
          </a:p>
          <a:p>
            <a:pPr marL="0" indent="0" algn="l">
              <a:lnSpc>
                <a:spcPct val="125000"/>
              </a:lnSpc>
              <a:buNone/>
            </a:pPr>
            <a:r>
              <a:rPr sz="1400" b="0" i="0">
                <a:solidFill>
                  <a:srgbClr val="000000"/>
                </a:solidFill>
                <a:latin typeface="Meiryo UI"/>
                <a:ea typeface="Meiryo UI"/>
                <a:cs typeface="Meiryo UI"/>
                <a:effectLst/>
              </a:rPr>
              <a:t>  ④チーム・エクセレンスを中心に</a:t>
            </a:r>
          </a:p>
        </p:txBody>
      </p:sp>
      <p:sp>
        <p:nvSpPr>
          <p:cNvPr id="7" name="Right Arrow 6"/>
          <p:cNvSpPr/>
          <p:nvPr/>
        </p:nvSpPr>
        <p:spPr>
          <a:xfrm>
            <a:off x="3937000" y="3073400"/>
            <a:ext cx="304800" cy="330200"/>
          </a:xfrm>
          <a:prstGeom prst="rightArrow">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ectangle 7"/>
          <p:cNvSpPr/>
          <p:nvPr/>
        </p:nvSpPr>
        <p:spPr>
          <a:xfrm>
            <a:off x="4343400" y="1803400"/>
            <a:ext cx="3556000" cy="431800"/>
          </a:xfrm>
          <a:prstGeom prst="rect">
            <a:avLst/>
          </a:prstGeom>
          <a:solidFill>
            <a:srgbClr val="03386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ctr" marL="0" indent="0">
              <a:lnSpc>
                <a:spcPct val="110000"/>
              </a:lnSpc>
              <a:buNone/>
            </a:pPr>
            <a:r>
              <a:rPr sz="1400" b="1" i="0">
                <a:solidFill>
                  <a:srgbClr val="FFFFFF"/>
                </a:solidFill>
                <a:latin typeface="Meiryo UI"/>
                <a:ea typeface="Meiryo UI"/>
                <a:cs typeface="Meiryo UI"/>
                <a:effectLst/>
              </a:rPr>
              <a:t>一次評価</a:t>
            </a:r>
          </a:p>
        </p:txBody>
      </p:sp>
      <p:sp>
        <p:nvSpPr>
          <p:cNvPr id="9" name="Rectangle 8"/>
          <p:cNvSpPr/>
          <p:nvPr/>
        </p:nvSpPr>
        <p:spPr>
          <a:xfrm>
            <a:off x="4343400" y="2235200"/>
            <a:ext cx="3556000" cy="457200"/>
          </a:xfrm>
          <a:prstGeom prst="rect">
            <a:avLst/>
          </a:prstGeom>
          <a:solidFill>
            <a:srgbClr val="F2F2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ctr" marL="0" indent="0">
              <a:lnSpc>
                <a:spcPct val="110000"/>
              </a:lnSpc>
              <a:buNone/>
            </a:pPr>
            <a:r>
              <a:rPr sz="1400" b="1" i="0">
                <a:solidFill>
                  <a:srgbClr val="000000"/>
                </a:solidFill>
                <a:latin typeface="Meiryo UI"/>
                <a:ea typeface="Meiryo UI"/>
                <a:cs typeface="Meiryo UI"/>
                <a:effectLst/>
              </a:rPr>
              <a:t>高橋 聖さん（AI&amp;D PL）</a:t>
            </a:r>
          </a:p>
        </p:txBody>
      </p:sp>
      <p:sp>
        <p:nvSpPr>
          <p:cNvPr id="10" name="Rectangle 9"/>
          <p:cNvSpPr/>
          <p:nvPr/>
        </p:nvSpPr>
        <p:spPr>
          <a:xfrm>
            <a:off x="4343400" y="2692400"/>
            <a:ext cx="3556000" cy="1524000"/>
          </a:xfrm>
          <a:prstGeom prst="rect">
            <a:avLst/>
          </a:prstGeom>
          <a:solidFill>
            <a:srgbClr val="FFFFFF"/>
          </a:solidFill>
          <a:ln w="9525">
            <a:solidFill>
              <a:srgbClr val="D9D9D9"/>
            </a:solidFill>
          </a:ln>
          <a:effectLst/>
        </p:spPr>
        <p:style>
          <a:lnRef idx="1">
            <a:schemeClr val="accent1"/>
          </a:lnRef>
          <a:fillRef idx="3">
            <a:schemeClr val="accent1"/>
          </a:fillRef>
          <a:effectRef idx="0">
            <a:schemeClr val="accent1"/>
          </a:effectRef>
          <a:fontRef idx="minor">
            <a:schemeClr val="lt1"/>
          </a:fontRef>
        </p:style>
        <p:txBody>
          <a:bodyPr rtlCol="0" anchor="t" wrap="square" lIns="76200" rIns="76200" tIns="38100" bIns="38100"/>
          <a:lstStyle/>
          <a:p>
            <a:pPr algn="l" marL="0" indent="0">
              <a:lnSpc>
                <a:spcPct val="125000"/>
              </a:lnSpc>
              <a:buNone/>
            </a:pPr>
            <a:r>
              <a:rPr sz="1400" b="0" i="0">
                <a:solidFill>
                  <a:srgbClr val="000000"/>
                </a:solidFill>
                <a:latin typeface="Meiryo UI"/>
                <a:ea typeface="Meiryo UI"/>
                <a:cs typeface="Meiryo UI"/>
                <a:effectLst/>
              </a:rPr>
              <a:t>・6つのコンピテンシーすべて</a:t>
            </a:r>
          </a:p>
          <a:p>
            <a:pPr marL="0" indent="0" algn="l">
              <a:lnSpc>
                <a:spcPct val="125000"/>
              </a:lnSpc>
              <a:buNone/>
            </a:pPr>
            <a:r>
              <a:rPr sz="1400" b="0" i="0">
                <a:solidFill>
                  <a:srgbClr val="000000"/>
                </a:solidFill>
                <a:latin typeface="Meiryo UI"/>
                <a:ea typeface="Meiryo UI"/>
                <a:cs typeface="Meiryo UI"/>
                <a:effectLst/>
              </a:rPr>
              <a:t>・①②⑤は技術の観点で評価</a:t>
            </a:r>
          </a:p>
          <a:p>
            <a:pPr marL="0" indent="0" algn="l">
              <a:lnSpc>
                <a:spcPct val="125000"/>
              </a:lnSpc>
              <a:buNone/>
            </a:pPr>
            <a:r>
              <a:rPr sz="1400" b="0" i="0">
                <a:solidFill>
                  <a:srgbClr val="000000"/>
                </a:solidFill>
                <a:latin typeface="Meiryo UI"/>
                <a:ea typeface="Meiryo UI"/>
                <a:cs typeface="Meiryo UI"/>
                <a:effectLst/>
              </a:rPr>
              <a:t>・カウンセラーとして統合</a:t>
            </a:r>
          </a:p>
        </p:txBody>
      </p:sp>
      <p:sp>
        <p:nvSpPr>
          <p:cNvPr id="11" name="Right Arrow 10"/>
          <p:cNvSpPr/>
          <p:nvPr/>
        </p:nvSpPr>
        <p:spPr>
          <a:xfrm>
            <a:off x="8001000" y="3073400"/>
            <a:ext cx="304800" cy="330200"/>
          </a:xfrm>
          <a:prstGeom prst="rightArrow">
            <a:avLst/>
          </a:prstGeom>
          <a:solidFill>
            <a:srgbClr val="D9D9D9"/>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8407400" y="1803400"/>
            <a:ext cx="3556000" cy="431800"/>
          </a:xfrm>
          <a:prstGeom prst="rect">
            <a:avLst/>
          </a:prstGeom>
          <a:solidFill>
            <a:srgbClr val="03386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ctr" marL="0" indent="0">
              <a:lnSpc>
                <a:spcPct val="110000"/>
              </a:lnSpc>
              <a:buNone/>
            </a:pPr>
            <a:r>
              <a:rPr sz="1400" b="1" i="0">
                <a:solidFill>
                  <a:srgbClr val="FFFFFF"/>
                </a:solidFill>
                <a:latin typeface="Meiryo UI"/>
                <a:ea typeface="Meiryo UI"/>
                <a:cs typeface="Meiryo UI"/>
                <a:effectLst/>
              </a:rPr>
              <a:t>最終評価</a:t>
            </a:r>
          </a:p>
        </p:txBody>
      </p:sp>
      <p:sp>
        <p:nvSpPr>
          <p:cNvPr id="13" name="Rectangle 12"/>
          <p:cNvSpPr/>
          <p:nvPr/>
        </p:nvSpPr>
        <p:spPr>
          <a:xfrm>
            <a:off x="8407400" y="2235200"/>
            <a:ext cx="3556000" cy="457200"/>
          </a:xfrm>
          <a:prstGeom prst="rect">
            <a:avLst/>
          </a:prstGeom>
          <a:solidFill>
            <a:srgbClr val="F2F2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ctr" marL="0" indent="0">
              <a:lnSpc>
                <a:spcPct val="110000"/>
              </a:lnSpc>
              <a:buNone/>
            </a:pPr>
            <a:r>
              <a:rPr sz="1400" b="1" i="0">
                <a:solidFill>
                  <a:srgbClr val="000000"/>
                </a:solidFill>
                <a:latin typeface="Meiryo UI"/>
                <a:ea typeface="Meiryo UI"/>
                <a:cs typeface="Meiryo UI"/>
                <a:effectLst/>
              </a:rPr>
              <a:t>評価委員会</a:t>
            </a:r>
          </a:p>
        </p:txBody>
      </p:sp>
      <p:sp>
        <p:nvSpPr>
          <p:cNvPr id="14" name="Rectangle 13"/>
          <p:cNvSpPr/>
          <p:nvPr/>
        </p:nvSpPr>
        <p:spPr>
          <a:xfrm>
            <a:off x="8407400" y="2692400"/>
            <a:ext cx="3556000" cy="1524000"/>
          </a:xfrm>
          <a:prstGeom prst="rect">
            <a:avLst/>
          </a:prstGeom>
          <a:solidFill>
            <a:srgbClr val="FFFFFF"/>
          </a:solidFill>
          <a:ln w="9525">
            <a:solidFill>
              <a:srgbClr val="D9D9D9"/>
            </a:solidFill>
          </a:ln>
          <a:effectLst/>
        </p:spPr>
        <p:style>
          <a:lnRef idx="1">
            <a:schemeClr val="accent1"/>
          </a:lnRef>
          <a:fillRef idx="3">
            <a:schemeClr val="accent1"/>
          </a:fillRef>
          <a:effectRef idx="0">
            <a:schemeClr val="accent1"/>
          </a:effectRef>
          <a:fontRef idx="minor">
            <a:schemeClr val="lt1"/>
          </a:fontRef>
        </p:style>
        <p:txBody>
          <a:bodyPr rtlCol="0" anchor="t" wrap="square" lIns="76200" rIns="76200" tIns="38100" bIns="38100"/>
          <a:lstStyle/>
          <a:p>
            <a:pPr algn="l" marL="0" indent="0">
              <a:lnSpc>
                <a:spcPct val="125000"/>
              </a:lnSpc>
              <a:buNone/>
            </a:pPr>
            <a:r>
              <a:rPr sz="1400" b="0" i="0">
                <a:solidFill>
                  <a:srgbClr val="000000"/>
                </a:solidFill>
                <a:latin typeface="Meiryo UI"/>
                <a:ea typeface="Meiryo UI"/>
                <a:cs typeface="Meiryo UI"/>
                <a:effectLst/>
              </a:rPr>
              <a:t>・③④⑥はコンサルと並べて調整</a:t>
            </a:r>
          </a:p>
          <a:p>
            <a:pPr marL="0" indent="0" algn="l">
              <a:lnSpc>
                <a:spcPct val="125000"/>
              </a:lnSpc>
              <a:buNone/>
            </a:pPr>
            <a:r>
              <a:rPr sz="1400" b="0" i="0">
                <a:solidFill>
                  <a:srgbClr val="000000"/>
                </a:solidFill>
                <a:latin typeface="Meiryo UI"/>
                <a:ea typeface="Meiryo UI"/>
                <a:cs typeface="Meiryo UI"/>
                <a:effectLst/>
              </a:rPr>
              <a:t>・①②⑤はFDEの中で調整</a:t>
            </a:r>
          </a:p>
          <a:p>
            <a:pPr marL="0" indent="0" algn="l">
              <a:lnSpc>
                <a:spcPct val="125000"/>
              </a:lnSpc>
              <a:buNone/>
            </a:pPr>
            <a:r>
              <a:rPr sz="1400" b="0" i="0">
                <a:solidFill>
                  <a:srgbClr val="000000"/>
                </a:solidFill>
                <a:latin typeface="Meiryo UI"/>
                <a:ea typeface="Meiryo UI"/>
                <a:cs typeface="Meiryo UI"/>
                <a:effectLst/>
              </a:rPr>
              <a:t>・昇進判定</a:t>
            </a:r>
          </a:p>
        </p:txBody>
      </p:sp>
      <p:sp>
        <p:nvSpPr>
          <p:cNvPr id="15" name="Rectangle 14"/>
          <p:cNvSpPr/>
          <p:nvPr/>
        </p:nvSpPr>
        <p:spPr>
          <a:xfrm>
            <a:off x="279400" y="4521200"/>
            <a:ext cx="11696700" cy="1016000"/>
          </a:xfrm>
          <a:prstGeom prst="rect">
            <a:avLst/>
          </a:prstGeom>
          <a:solidFill>
            <a:srgbClr val="F2F2F2"/>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76200" rIns="76200" tIns="38100" bIns="38100"/>
          <a:lstStyle/>
          <a:p>
            <a:pPr algn="l" marL="0" indent="0">
              <a:lnSpc>
                <a:spcPct val="125000"/>
              </a:lnSpc>
              <a:buNone/>
            </a:pPr>
            <a:r>
              <a:rPr sz="1400" b="1" i="0">
                <a:solidFill>
                  <a:srgbClr val="033865"/>
                </a:solidFill>
                <a:latin typeface="Meiryo UI"/>
                <a:ea typeface="Meiryo UI"/>
                <a:cs typeface="Meiryo UI"/>
                <a:effectLst/>
              </a:rPr>
              <a:t>確認したい点</a:t>
            </a:r>
          </a:p>
          <a:p>
            <a:pPr marL="0" indent="0" algn="l">
              <a:lnSpc>
                <a:spcPct val="125000"/>
              </a:lnSpc>
              <a:buNone/>
            </a:pPr>
            <a:r>
              <a:rPr sz="1400" b="0" i="0">
                <a:solidFill>
                  <a:srgbClr val="000000"/>
                </a:solidFill>
                <a:latin typeface="Meiryo UI"/>
                <a:ea typeface="Meiryo UI"/>
                <a:cs typeface="Meiryo UI"/>
                <a:effectLst/>
              </a:rPr>
              <a:t>・評価委員会で①②⑤（技術の評価）を説明する方法（聖さんの陪席など）</a:t>
            </a:r>
          </a:p>
          <a:p>
            <a:pPr marL="0" indent="0" algn="l">
              <a:lnSpc>
                <a:spcPct val="125000"/>
              </a:lnSpc>
              <a:buNone/>
            </a:pPr>
            <a:r>
              <a:rPr sz="1400" b="0" i="0">
                <a:solidFill>
                  <a:srgbClr val="000000"/>
                </a:solidFill>
                <a:latin typeface="Meiryo UI"/>
                <a:ea typeface="Meiryo UI"/>
                <a:cs typeface="Meiryo UI"/>
                <a:effectLst/>
              </a:rPr>
              <a:t>・FDEの人数が増えたときに、シニアFDEに技術レビューを任せるか</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279400" y="812800"/>
            <a:ext cx="11696700" cy="584200"/>
          </a:xfrm>
        </p:spPr>
        <p:txBody>
          <a:bodyPr wrap="square"/>
          <a:lstStyle/>
          <a:p>
            <a:pPr marL="0" indent="0" algn="l">
              <a:lnSpc>
                <a:spcPct val="120000"/>
              </a:lnSpc>
              <a:buNone/>
            </a:pPr>
            <a:r>
              <a:rPr sz="1600" b="1" i="0">
                <a:solidFill>
                  <a:srgbClr val="000000"/>
                </a:solidFill>
                <a:latin typeface="Meiryo UI"/>
                <a:ea typeface="Meiryo UI"/>
                <a:cs typeface="Meiryo UI"/>
                <a:effectLst/>
              </a:rPr>
              <a:t>ドラフトの前に、トラックの範囲と開始職位、係数とKPIの考え方の4点を決めておくと、手戻りなく進められます。</a:t>
            </a:r>
          </a:p>
        </p:txBody>
      </p:sp>
      <p:sp>
        <p:nvSpPr>
          <p:cNvPr id="3" name="Title 2"/>
          <p:cNvSpPr>
            <a:spLocks noGrp="1"/>
          </p:cNvSpPr>
          <p:nvPr>
            <p:ph type="title"/>
          </p:nvPr>
        </p:nvSpPr>
        <p:spPr>
          <a:xfrm>
            <a:off x="266700" y="114300"/>
            <a:ext cx="10439400" cy="495300"/>
          </a:xfrm>
        </p:spPr>
        <p:txBody>
          <a:bodyPr/>
          <a:lstStyle/>
          <a:p>
            <a:pPr algn="l"/>
            <a:r>
              <a:rPr sz="2400" b="1" i="0">
                <a:solidFill>
                  <a:srgbClr val="000000"/>
                </a:solidFill>
                <a:latin typeface="Meiryo UI"/>
                <a:ea typeface="Meiryo UI"/>
                <a:cs typeface="Meiryo UI"/>
                <a:effectLst/>
              </a:rPr>
              <a:t>聖さんにご判断いただきたい論点</a:t>
            </a:r>
          </a:p>
        </p:txBody>
      </p:sp>
      <p:graphicFrame>
        <p:nvGraphicFramePr>
          <p:cNvPr id="4" name="Table 3"/>
          <p:cNvGraphicFramePr>
            <a:graphicFrameLocks noGrp="1"/>
          </p:cNvGraphicFramePr>
          <p:nvPr/>
        </p:nvGraphicFramePr>
        <p:xfrm>
          <a:off x="279400" y="1752600"/>
          <a:ext cx="11696698" cy="3733800"/>
        </p:xfrm>
        <a:graphic>
          <a:graphicData uri="http://schemas.openxmlformats.org/drawingml/2006/table">
            <a:tbl>
              <a:tblPr firstRow="0" bandRow="0">
                <a:tableStyleId>{5940675A-B579-460E-94D1-54222C63F5DA}</a:tableStyleId>
              </a:tblPr>
              <a:tblGrid>
                <a:gridCol w="544032"/>
                <a:gridCol w="2720162"/>
                <a:gridCol w="4896293"/>
                <a:gridCol w="3536211"/>
              </a:tblGrid>
              <a:tr h="330200">
                <a:tc>
                  <a:txBody>
                    <a:bodyPr wrap="square"/>
                    <a:lstStyle/>
                    <a:p>
                      <a:pPr marL="0" indent="0" algn="ctr">
                        <a:lnSpc>
                          <a:spcPct val="105000"/>
                        </a:lnSpc>
                        <a:buNone/>
                      </a:pPr>
                      <a:r>
                        <a:rPr sz="1200" b="1" i="0">
                          <a:solidFill>
                            <a:srgbClr val="FFFFFF"/>
                          </a:solidFill>
                          <a:latin typeface="Meiryo UI"/>
                          <a:ea typeface="Meiryo UI"/>
                          <a:cs typeface="Meiryo UI"/>
                          <a:effectLst/>
                        </a:rPr>
                        <a:t>#</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c>
                  <a:txBody>
                    <a:bodyPr wrap="square"/>
                    <a:lstStyle/>
                    <a:p>
                      <a:pPr marL="0" indent="0" algn="ctr">
                        <a:lnSpc>
                          <a:spcPct val="105000"/>
                        </a:lnSpc>
                        <a:buNone/>
                      </a:pPr>
                      <a:r>
                        <a:rPr sz="1200" b="1" i="0">
                          <a:solidFill>
                            <a:srgbClr val="FFFFFF"/>
                          </a:solidFill>
                          <a:latin typeface="Meiryo UI"/>
                          <a:ea typeface="Meiryo UI"/>
                          <a:cs typeface="Meiryo UI"/>
                          <a:effectLst/>
                        </a:rPr>
                        <a:t>論点</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c>
                  <a:txBody>
                    <a:bodyPr wrap="square"/>
                    <a:lstStyle/>
                    <a:p>
                      <a:pPr marL="0" indent="0" algn="ctr">
                        <a:lnSpc>
                          <a:spcPct val="105000"/>
                        </a:lnSpc>
                        <a:buNone/>
                      </a:pPr>
                      <a:r>
                        <a:rPr sz="1200" b="1" i="0">
                          <a:solidFill>
                            <a:srgbClr val="FFFFFF"/>
                          </a:solidFill>
                          <a:latin typeface="Meiryo UI"/>
                          <a:ea typeface="Meiryo UI"/>
                          <a:cs typeface="Meiryo UI"/>
                          <a:effectLst/>
                        </a:rPr>
                        <a:t>HRのたたき台</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c>
                  <a:txBody>
                    <a:bodyPr wrap="square"/>
                    <a:lstStyle/>
                    <a:p>
                      <a:pPr marL="0" indent="0" algn="ctr">
                        <a:lnSpc>
                          <a:spcPct val="105000"/>
                        </a:lnSpc>
                        <a:buNone/>
                      </a:pPr>
                      <a:r>
                        <a:rPr sz="1200" b="1" i="0">
                          <a:solidFill>
                            <a:srgbClr val="FFFFFF"/>
                          </a:solidFill>
                          <a:latin typeface="Meiryo UI"/>
                          <a:ea typeface="Meiryo UI"/>
                          <a:cs typeface="Meiryo UI"/>
                          <a:effectLst/>
                        </a:rPr>
                        <a:t>選択肢</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r>
              <a:tr h="584200">
                <a:tc>
                  <a:txBody>
                    <a:bodyPr wrap="square"/>
                    <a:lstStyle/>
                    <a:p>
                      <a:pPr marL="0" indent="0" algn="ctr">
                        <a:lnSpc>
                          <a:spcPct val="105000"/>
                        </a:lnSpc>
                        <a:buNone/>
                      </a:pPr>
                      <a:r>
                        <a:rPr sz="1200" b="1" i="0">
                          <a:solidFill>
                            <a:srgbClr val="000000"/>
                          </a:solidFill>
                          <a:latin typeface="Meiryo UI"/>
                          <a:ea typeface="Meiryo UI"/>
                          <a:cs typeface="Meiryo UI"/>
                          <a:effectLst/>
                        </a:rPr>
                        <a:t>1</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FDEトラックの上限</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プリンシパルFDE（SM相当）まで。D以上は今後検討</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SMまで／Dまで設ける／MDで合流</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508000">
                <a:tc>
                  <a:txBody>
                    <a:bodyPr wrap="square"/>
                    <a:lstStyle/>
                    <a:p>
                      <a:pPr marL="0" indent="0" algn="ctr">
                        <a:lnSpc>
                          <a:spcPct val="105000"/>
                        </a:lnSpc>
                        <a:buNone/>
                      </a:pPr>
                      <a:r>
                        <a:rPr sz="1200" b="1" i="0">
                          <a:solidFill>
                            <a:srgbClr val="000000"/>
                          </a:solidFill>
                          <a:latin typeface="Meiryo UI"/>
                          <a:ea typeface="Meiryo UI"/>
                          <a:cs typeface="Meiryo UI"/>
                          <a:effectLst/>
                        </a:rPr>
                        <a:t>2</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FDEトラックの開始職位</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アソシエイトFDEから（新卒・若手の採用に対応）</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Aから／SC相当から分岐</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584200">
                <a:tc>
                  <a:txBody>
                    <a:bodyPr wrap="square"/>
                    <a:lstStyle/>
                    <a:p>
                      <a:pPr marL="0" indent="0" algn="ctr">
                        <a:lnSpc>
                          <a:spcPct val="105000"/>
                        </a:lnSpc>
                        <a:buNone/>
                      </a:pPr>
                      <a:r>
                        <a:rPr sz="1200" b="1" i="0">
                          <a:solidFill>
                            <a:srgbClr val="000000"/>
                          </a:solidFill>
                          <a:latin typeface="Meiryo UI"/>
                          <a:ea typeface="Meiryo UI"/>
                          <a:cs typeface="Meiryo UI"/>
                          <a:effectLst/>
                        </a:rPr>
                        <a:t>3</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コンピテンシーの入れ替え範囲</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①②⑤の3つを入れ替え、③④⑥は共通</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3つ／クライアントの2つのみ／全面的に作り直す</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508000">
                <a:tc>
                  <a:txBody>
                    <a:bodyPr wrap="square"/>
                    <a:lstStyle/>
                    <a:p>
                      <a:pPr marL="0" indent="0" algn="ctr">
                        <a:lnSpc>
                          <a:spcPct val="105000"/>
                        </a:lnSpc>
                        <a:buNone/>
                      </a:pPr>
                      <a:r>
                        <a:rPr sz="1200" b="1" i="0">
                          <a:solidFill>
                            <a:srgbClr val="000000"/>
                          </a:solidFill>
                          <a:latin typeface="Meiryo UI"/>
                          <a:ea typeface="Meiryo UI"/>
                          <a:cs typeface="Meiryo UI"/>
                          <a:effectLst/>
                        </a:rPr>
                        <a:t>4</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係数とKPI</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P.13・15の案（受注の比重なし）</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案のまま／技術起点の追加提案を加える</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635000">
                <a:tc>
                  <a:txBody>
                    <a:bodyPr wrap="square"/>
                    <a:lstStyle/>
                    <a:p>
                      <a:pPr marL="0" indent="0" algn="ctr">
                        <a:lnSpc>
                          <a:spcPct val="105000"/>
                        </a:lnSpc>
                        <a:buNone/>
                      </a:pPr>
                      <a:r>
                        <a:rPr sz="1200" b="1" i="0">
                          <a:solidFill>
                            <a:srgbClr val="000000"/>
                          </a:solidFill>
                          <a:latin typeface="Meiryo UI"/>
                          <a:ea typeface="Meiryo UI"/>
                          <a:cs typeface="Meiryo UI"/>
                          <a:effectLst/>
                        </a:rPr>
                        <a:t>5</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コンサルとの間の移り方</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年1回の昇進判定時に、同じグレードで移れる。コンサルへは受注責任が条件</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年1回／随時</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584200">
                <a:tc>
                  <a:txBody>
                    <a:bodyPr wrap="square"/>
                    <a:lstStyle/>
                    <a:p>
                      <a:pPr marL="0" indent="0" algn="ctr">
                        <a:lnSpc>
                          <a:spcPct val="105000"/>
                        </a:lnSpc>
                        <a:buNone/>
                      </a:pPr>
                      <a:r>
                        <a:rPr sz="1200" b="1" i="0">
                          <a:solidFill>
                            <a:srgbClr val="000000"/>
                          </a:solidFill>
                          <a:latin typeface="Meiryo UI"/>
                          <a:ea typeface="Meiryo UI"/>
                          <a:cs typeface="Meiryo UI"/>
                          <a:effectLst/>
                        </a:rPr>
                        <a:t>6</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中途採用者の格付け</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技術評価（実技・設計面接）を主とし、経験年数は目安</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経験年数基準／技術評価基準</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bl>
          </a:graphicData>
        </a:graphic>
      </p:graphicFrame>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800" b="1" i="0">
                <a:solidFill>
                  <a:srgbClr val="FFFFFF"/>
                </a:solidFill>
                <a:latin typeface="Meiryo UI"/>
                <a:ea typeface="Meiryo UI"/>
                <a:cs typeface="Meiryo UI"/>
                <a:effectLst/>
              </a:rPr>
              <a:t>4. ベンチマーク</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279400" y="812800"/>
            <a:ext cx="11696700" cy="584200"/>
          </a:xfrm>
        </p:spPr>
        <p:txBody>
          <a:bodyPr wrap="square"/>
          <a:lstStyle/>
          <a:p>
            <a:pPr marL="0" indent="0" algn="l">
              <a:lnSpc>
                <a:spcPct val="120000"/>
              </a:lnSpc>
              <a:buNone/>
            </a:pPr>
            <a:r>
              <a:rPr sz="1600" b="1" i="0">
                <a:solidFill>
                  <a:srgbClr val="000000"/>
                </a:solidFill>
                <a:latin typeface="Meiryo UI"/>
                <a:ea typeface="Meiryo UI"/>
                <a:cs typeface="Meiryo UI"/>
                <a:effectLst/>
              </a:rPr>
              <a:t>戦略・総合コンサルの多くは、技術者をコンサルとは別のトラックで処遇しつつ、職位はコンサルと対応させて比べられるようにしています。</a:t>
            </a:r>
          </a:p>
        </p:txBody>
      </p:sp>
      <p:sp>
        <p:nvSpPr>
          <p:cNvPr id="3" name="Title 2"/>
          <p:cNvSpPr>
            <a:spLocks noGrp="1"/>
          </p:cNvSpPr>
          <p:nvPr>
            <p:ph type="title"/>
          </p:nvPr>
        </p:nvSpPr>
        <p:spPr>
          <a:xfrm>
            <a:off x="266700" y="114300"/>
            <a:ext cx="10439400" cy="495300"/>
          </a:xfrm>
        </p:spPr>
        <p:txBody>
          <a:bodyPr/>
          <a:lstStyle/>
          <a:p>
            <a:pPr algn="l"/>
            <a:r>
              <a:rPr sz="2400" b="1" i="0">
                <a:solidFill>
                  <a:srgbClr val="000000"/>
                </a:solidFill>
                <a:latin typeface="Meiryo UI"/>
                <a:ea typeface="Meiryo UI"/>
                <a:cs typeface="Meiryo UI"/>
                <a:effectLst/>
              </a:rPr>
              <a:t>コンサルティングファームの技術職トラック：3つのパターン</a:t>
            </a:r>
          </a:p>
        </p:txBody>
      </p:sp>
      <p:graphicFrame>
        <p:nvGraphicFramePr>
          <p:cNvPr id="4" name="Table 3"/>
          <p:cNvGraphicFramePr>
            <a:graphicFrameLocks noGrp="1"/>
          </p:cNvGraphicFramePr>
          <p:nvPr/>
        </p:nvGraphicFramePr>
        <p:xfrm>
          <a:off x="279400" y="1752600"/>
          <a:ext cx="11696699" cy="3149600"/>
        </p:xfrm>
        <a:graphic>
          <a:graphicData uri="http://schemas.openxmlformats.org/drawingml/2006/table">
            <a:tbl>
              <a:tblPr firstRow="0" bandRow="0">
                <a:tableStyleId>{5940675A-B579-460E-94D1-54222C63F5DA}</a:tableStyleId>
              </a:tblPr>
              <a:tblGrid>
                <a:gridCol w="2079413"/>
                <a:gridCol w="2339340"/>
                <a:gridCol w="4678680"/>
                <a:gridCol w="2599266"/>
              </a:tblGrid>
              <a:tr h="330200">
                <a:tc>
                  <a:txBody>
                    <a:bodyPr wrap="square"/>
                    <a:lstStyle/>
                    <a:p>
                      <a:pPr marL="0" indent="0" algn="ctr">
                        <a:lnSpc>
                          <a:spcPct val="105000"/>
                        </a:lnSpc>
                        <a:buNone/>
                      </a:pPr>
                      <a:r>
                        <a:rPr sz="1200" b="1" i="0">
                          <a:solidFill>
                            <a:srgbClr val="FFFFFF"/>
                          </a:solidFill>
                          <a:latin typeface="Meiryo UI"/>
                          <a:ea typeface="Meiryo UI"/>
                          <a:cs typeface="Meiryo UI"/>
                          <a:effectLst/>
                        </a:rPr>
                        <a:t>パターン</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c>
                  <a:txBody>
                    <a:bodyPr wrap="square"/>
                    <a:lstStyle/>
                    <a:p>
                      <a:pPr marL="0" indent="0" algn="ctr">
                        <a:lnSpc>
                          <a:spcPct val="105000"/>
                        </a:lnSpc>
                        <a:buNone/>
                      </a:pPr>
                      <a:r>
                        <a:rPr sz="1200" b="1" i="0">
                          <a:solidFill>
                            <a:srgbClr val="FFFFFF"/>
                          </a:solidFill>
                          <a:latin typeface="Meiryo UI"/>
                          <a:ea typeface="Meiryo UI"/>
                          <a:cs typeface="Meiryo UI"/>
                          <a:effectLst/>
                        </a:rPr>
                        <a:t>主な事例</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c>
                  <a:txBody>
                    <a:bodyPr wrap="square"/>
                    <a:lstStyle/>
                    <a:p>
                      <a:pPr marL="0" indent="0" algn="ctr">
                        <a:lnSpc>
                          <a:spcPct val="105000"/>
                        </a:lnSpc>
                        <a:buNone/>
                      </a:pPr>
                      <a:r>
                        <a:rPr sz="1200" b="1" i="0">
                          <a:solidFill>
                            <a:srgbClr val="FFFFFF"/>
                          </a:solidFill>
                          <a:latin typeface="Meiryo UI"/>
                          <a:ea typeface="Meiryo UI"/>
                          <a:cs typeface="Meiryo UI"/>
                          <a:effectLst/>
                        </a:rPr>
                        <a:t>仕組み</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c>
                  <a:txBody>
                    <a:bodyPr wrap="square"/>
                    <a:lstStyle/>
                    <a:p>
                      <a:pPr marL="0" indent="0" algn="ctr">
                        <a:lnSpc>
                          <a:spcPct val="105000"/>
                        </a:lnSpc>
                        <a:buNone/>
                      </a:pPr>
                      <a:r>
                        <a:rPr sz="1200" b="1" i="0">
                          <a:solidFill>
                            <a:srgbClr val="FFFFFF"/>
                          </a:solidFill>
                          <a:latin typeface="Meiryo UI"/>
                          <a:ea typeface="Meiryo UI"/>
                          <a:cs typeface="Meiryo UI"/>
                          <a:effectLst/>
                        </a:rPr>
                        <a:t>INTSへの当てはめ</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r>
              <a:tr h="1219200">
                <a:tc>
                  <a:txBody>
                    <a:bodyPr wrap="square"/>
                    <a:lstStyle/>
                    <a:p>
                      <a:pPr marL="0" indent="0" algn="l">
                        <a:lnSpc>
                          <a:spcPct val="105000"/>
                        </a:lnSpc>
                        <a:buNone/>
                      </a:pPr>
                      <a:r>
                        <a:rPr sz="1200" b="1" i="0">
                          <a:solidFill>
                            <a:srgbClr val="000000"/>
                          </a:solidFill>
                          <a:latin typeface="Meiryo UI"/>
                          <a:ea typeface="Meiryo UI"/>
                          <a:cs typeface="Meiryo UI"/>
                          <a:effectLst/>
                        </a:rPr>
                        <a:t>A. 並行トラック
（職位はコンサルと対応）</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McKinsey（エキスパート）
Bain（Vector）
Deloitte（スペシャリスト）</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専門職の職位をコンサルの職位に対応させる。営業の要求を軽く、専門性の要求を重くする。パートナー相当への道はあるが時間がかかる</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1" i="0">
                          <a:solidFill>
                            <a:srgbClr val="000000"/>
                          </a:solidFill>
                          <a:latin typeface="Meiryo UI"/>
                          <a:ea typeface="Meiryo UI"/>
                          <a:cs typeface="Meiryo UI"/>
                          <a:effectLst/>
                        </a:rPr>
                        <a:t>たたき台で採用（福島さんのご意見と一致）</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889000">
                <a:tc>
                  <a:txBody>
                    <a:bodyPr wrap="square"/>
                    <a:lstStyle/>
                    <a:p>
                      <a:pPr marL="0" indent="0" algn="l">
                        <a:lnSpc>
                          <a:spcPct val="105000"/>
                        </a:lnSpc>
                        <a:buNone/>
                      </a:pPr>
                      <a:r>
                        <a:rPr sz="1200" b="1" i="0">
                          <a:solidFill>
                            <a:srgbClr val="000000"/>
                          </a:solidFill>
                          <a:latin typeface="Meiryo UI"/>
                          <a:ea typeface="Meiryo UI"/>
                          <a:cs typeface="Meiryo UI"/>
                          <a:effectLst/>
                        </a:rPr>
                        <a:t>B. 技術組織の独自ラダー</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McKinsey QuantumBlack
BCG X</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技術組織の中で、Engineer→Senior→Lead／Principalの独自の職位を持つ。全社の職位とは別建て</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FDEの人数が増えた段階での選択肢</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711200">
                <a:tc>
                  <a:txBody>
                    <a:bodyPr wrap="square"/>
                    <a:lstStyle/>
                    <a:p>
                      <a:pPr marL="0" indent="0" algn="l">
                        <a:lnSpc>
                          <a:spcPct val="105000"/>
                        </a:lnSpc>
                        <a:buNone/>
                      </a:pPr>
                      <a:r>
                        <a:rPr sz="1200" b="1" i="0">
                          <a:solidFill>
                            <a:srgbClr val="000000"/>
                          </a:solidFill>
                          <a:latin typeface="Meiryo UI"/>
                          <a:ea typeface="Meiryo UI"/>
                          <a:cs typeface="Meiryo UI"/>
                          <a:effectLst/>
                        </a:rPr>
                        <a:t>C. 共通グレード＋職種</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Accenture</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全社共通のキャリアレベルに、FDEなどの職種を当てはめる</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評価の物差しが共通になりやすく、今回の指摘と合わない</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bl>
          </a:graphicData>
        </a:graphic>
      </p:graphicFrame>
      <p:sp>
        <p:nvSpPr>
          <p:cNvPr id="5" name="Rectangle 4"/>
          <p:cNvSpPr/>
          <p:nvPr/>
        </p:nvSpPr>
        <p:spPr>
          <a:xfrm>
            <a:off x="279400" y="6350000"/>
            <a:ext cx="11696700" cy="279400"/>
          </a:xfrm>
          <a:prstGeom prst="rect">
            <a:avLst/>
          </a:prstGeom>
          <a:no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l" marL="0" indent="0">
              <a:lnSpc>
                <a:spcPct val="110000"/>
              </a:lnSpc>
              <a:buNone/>
            </a:pPr>
            <a:r>
              <a:rPr sz="1200" b="0" i="0">
                <a:solidFill>
                  <a:srgbClr val="7F7F7F"/>
                </a:solidFill>
                <a:latin typeface="Meiryo UI"/>
                <a:ea typeface="Meiryo UI"/>
                <a:cs typeface="Meiryo UI"/>
                <a:effectLst/>
              </a:rPr>
              <a:t>各社の社内等級表は非公開のため、求人の職位名、キャリア解説サイト、社員の投稿などから整理した参考値です。</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279400" y="812800"/>
            <a:ext cx="11696700" cy="584200"/>
          </a:xfrm>
        </p:spPr>
        <p:txBody>
          <a:bodyPr wrap="square"/>
          <a:lstStyle/>
          <a:p>
            <a:pPr marL="0" indent="0" algn="l">
              <a:lnSpc>
                <a:spcPct val="120000"/>
              </a:lnSpc>
              <a:buNone/>
            </a:pPr>
            <a:r>
              <a:rPr sz="1600" b="1" i="0">
                <a:solidFill>
                  <a:srgbClr val="000000"/>
                </a:solidFill>
                <a:latin typeface="Meiryo UI"/>
                <a:ea typeface="Meiryo UI"/>
                <a:cs typeface="Meiryo UI"/>
                <a:effectLst/>
              </a:rPr>
              <a:t>専門職トラックでは、どのファームも受注の要求を軽くする一方、上位職には育成と技術の標準化を求めています。</a:t>
            </a:r>
          </a:p>
        </p:txBody>
      </p:sp>
      <p:sp>
        <p:nvSpPr>
          <p:cNvPr id="3" name="Title 2"/>
          <p:cNvSpPr>
            <a:spLocks noGrp="1"/>
          </p:cNvSpPr>
          <p:nvPr>
            <p:ph type="title"/>
          </p:nvPr>
        </p:nvSpPr>
        <p:spPr>
          <a:xfrm>
            <a:off x="266700" y="114300"/>
            <a:ext cx="10439400" cy="495300"/>
          </a:xfrm>
        </p:spPr>
        <p:txBody>
          <a:bodyPr/>
          <a:lstStyle/>
          <a:p>
            <a:pPr algn="l"/>
            <a:r>
              <a:rPr sz="2400" b="1" i="0">
                <a:solidFill>
                  <a:srgbClr val="000000"/>
                </a:solidFill>
                <a:latin typeface="Meiryo UI"/>
                <a:ea typeface="Meiryo UI"/>
                <a:cs typeface="Meiryo UI"/>
                <a:effectLst/>
              </a:rPr>
              <a:t>各社の技術職トラックの詳細</a:t>
            </a:r>
          </a:p>
        </p:txBody>
      </p:sp>
      <p:graphicFrame>
        <p:nvGraphicFramePr>
          <p:cNvPr id="4" name="Table 3"/>
          <p:cNvGraphicFramePr>
            <a:graphicFrameLocks noGrp="1"/>
          </p:cNvGraphicFramePr>
          <p:nvPr/>
        </p:nvGraphicFramePr>
        <p:xfrm>
          <a:off x="279400" y="1701800"/>
          <a:ext cx="11696699" cy="3810000"/>
        </p:xfrm>
        <a:graphic>
          <a:graphicData uri="http://schemas.openxmlformats.org/drawingml/2006/table">
            <a:tbl>
              <a:tblPr firstRow="0" bandRow="0">
                <a:tableStyleId>{5940675A-B579-460E-94D1-54222C63F5DA}</a:tableStyleId>
              </a:tblPr>
              <a:tblGrid>
                <a:gridCol w="1257709"/>
                <a:gridCol w="3018503"/>
                <a:gridCol w="3647358"/>
                <a:gridCol w="3773129"/>
              </a:tblGrid>
              <a:tr h="304800">
                <a:tc>
                  <a:txBody>
                    <a:bodyPr wrap="square"/>
                    <a:lstStyle/>
                    <a:p>
                      <a:pPr marL="0" indent="0" algn="ctr">
                        <a:lnSpc>
                          <a:spcPct val="105000"/>
                        </a:lnSpc>
                        <a:buNone/>
                      </a:pPr>
                      <a:r>
                        <a:rPr sz="1200" b="1" i="0">
                          <a:solidFill>
                            <a:srgbClr val="FFFFFF"/>
                          </a:solidFill>
                          <a:latin typeface="Meiryo UI"/>
                          <a:ea typeface="Meiryo UI"/>
                          <a:cs typeface="Meiryo UI"/>
                          <a:effectLst/>
                        </a:rPr>
                        <a:t>ファーム</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c>
                  <a:txBody>
                    <a:bodyPr wrap="square"/>
                    <a:lstStyle/>
                    <a:p>
                      <a:pPr marL="0" indent="0" algn="ctr">
                        <a:lnSpc>
                          <a:spcPct val="105000"/>
                        </a:lnSpc>
                        <a:buNone/>
                      </a:pPr>
                      <a:r>
                        <a:rPr sz="1200" b="1" i="0">
                          <a:solidFill>
                            <a:srgbClr val="FFFFFF"/>
                          </a:solidFill>
                          <a:latin typeface="Meiryo UI"/>
                          <a:ea typeface="Meiryo UI"/>
                          <a:cs typeface="Meiryo UI"/>
                          <a:effectLst/>
                        </a:rPr>
                        <a:t>技術職の組織・トラック</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c>
                  <a:txBody>
                    <a:bodyPr wrap="square"/>
                    <a:lstStyle/>
                    <a:p>
                      <a:pPr marL="0" indent="0" algn="ctr">
                        <a:lnSpc>
                          <a:spcPct val="105000"/>
                        </a:lnSpc>
                        <a:buNone/>
                      </a:pPr>
                      <a:r>
                        <a:rPr sz="1200" b="1" i="0">
                          <a:solidFill>
                            <a:srgbClr val="FFFFFF"/>
                          </a:solidFill>
                          <a:latin typeface="Meiryo UI"/>
                          <a:ea typeface="Meiryo UI"/>
                          <a:cs typeface="Meiryo UI"/>
                          <a:effectLst/>
                        </a:rPr>
                        <a:t>職位（例）</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c>
                  <a:txBody>
                    <a:bodyPr wrap="square"/>
                    <a:lstStyle/>
                    <a:p>
                      <a:pPr marL="0" indent="0" algn="ctr">
                        <a:lnSpc>
                          <a:spcPct val="105000"/>
                        </a:lnSpc>
                        <a:buNone/>
                      </a:pPr>
                      <a:r>
                        <a:rPr sz="1200" b="1" i="0">
                          <a:solidFill>
                            <a:srgbClr val="FFFFFF"/>
                          </a:solidFill>
                          <a:latin typeface="Meiryo UI"/>
                          <a:ea typeface="Meiryo UI"/>
                          <a:cs typeface="Meiryo UI"/>
                          <a:effectLst/>
                        </a:rPr>
                        <a:t>上位職に求めること・特徴</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r>
              <a:tr h="787400">
                <a:tc>
                  <a:txBody>
                    <a:bodyPr wrap="square"/>
                    <a:lstStyle/>
                    <a:p>
                      <a:pPr marL="0" indent="0" algn="l">
                        <a:lnSpc>
                          <a:spcPct val="105000"/>
                        </a:lnSpc>
                        <a:buNone/>
                      </a:pPr>
                      <a:r>
                        <a:rPr sz="1200" b="1" i="0">
                          <a:solidFill>
                            <a:srgbClr val="000000"/>
                          </a:solidFill>
                          <a:latin typeface="Meiryo UI"/>
                          <a:ea typeface="Meiryo UI"/>
                          <a:cs typeface="Meiryo UI"/>
                          <a:effectLst/>
                        </a:rPr>
                        <a:t>McKinsey</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エキスパートパス、QuantumBlack（AI）</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Specialist→Expert→Expert AP→Expert Partner／Engineer→Senior→Principal I・II</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Principalはエンジニアの育成と技術レビュー。Senior・Principal FDEの職種もある</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787400">
                <a:tc>
                  <a:txBody>
                    <a:bodyPr wrap="square"/>
                    <a:lstStyle/>
                    <a:p>
                      <a:pPr marL="0" indent="0" algn="l">
                        <a:lnSpc>
                          <a:spcPct val="105000"/>
                        </a:lnSpc>
                        <a:buNone/>
                      </a:pPr>
                      <a:r>
                        <a:rPr sz="1200" b="1" i="0">
                          <a:solidFill>
                            <a:srgbClr val="000000"/>
                          </a:solidFill>
                          <a:latin typeface="Meiryo UI"/>
                          <a:ea typeface="Meiryo UI"/>
                          <a:cs typeface="Meiryo UI"/>
                          <a:effectLst/>
                        </a:rPr>
                        <a:t>BCG</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BCG X（ジェネラリスト・エキスパート・Platinionと並ぶトラック）</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Engineer→Senior→Lead／Principal</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FDEは新卒（修士・博士）枠から募集。Principalはパートナーとの事業開発や講演も担う</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584200">
                <a:tc>
                  <a:txBody>
                    <a:bodyPr wrap="square"/>
                    <a:lstStyle/>
                    <a:p>
                      <a:pPr marL="0" indent="0" algn="l">
                        <a:lnSpc>
                          <a:spcPct val="105000"/>
                        </a:lnSpc>
                        <a:buNone/>
                      </a:pPr>
                      <a:r>
                        <a:rPr sz="1200" b="1" i="0">
                          <a:solidFill>
                            <a:srgbClr val="000000"/>
                          </a:solidFill>
                          <a:latin typeface="Meiryo UI"/>
                          <a:ea typeface="Meiryo UI"/>
                          <a:cs typeface="Meiryo UI"/>
                          <a:effectLst/>
                        </a:rPr>
                        <a:t>Bain</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Vector（技術者・デザイナー・データサイエンティストの組織）</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Expert Manager→Expert SM→Expert AP→Expert Partner</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コンサルの職位に「Expert」を付けて処遇する</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711200">
                <a:tc>
                  <a:txBody>
                    <a:bodyPr wrap="square"/>
                    <a:lstStyle/>
                    <a:p>
                      <a:pPr marL="0" indent="0" algn="l">
                        <a:lnSpc>
                          <a:spcPct val="105000"/>
                        </a:lnSpc>
                        <a:buNone/>
                      </a:pPr>
                      <a:r>
                        <a:rPr sz="1200" b="1" i="0">
                          <a:solidFill>
                            <a:srgbClr val="000000"/>
                          </a:solidFill>
                          <a:latin typeface="Meiryo UI"/>
                          <a:ea typeface="Meiryo UI"/>
                          <a:cs typeface="Meiryo UI"/>
                          <a:effectLst/>
                        </a:rPr>
                        <a:t>Deloitte</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スペシャリスト職</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Specialist Senior（SC）→Specialist Master（M）→Specialist Leader（SM）</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営業・マネジメントの要求を軽くする。Principalに移るには売上責任を果たせることの証明が必要</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635000">
                <a:tc>
                  <a:txBody>
                    <a:bodyPr wrap="square"/>
                    <a:lstStyle/>
                    <a:p>
                      <a:pPr marL="0" indent="0" algn="l">
                        <a:lnSpc>
                          <a:spcPct val="105000"/>
                        </a:lnSpc>
                        <a:buNone/>
                      </a:pPr>
                      <a:r>
                        <a:rPr sz="1200" b="1" i="0">
                          <a:solidFill>
                            <a:srgbClr val="000000"/>
                          </a:solidFill>
                          <a:latin typeface="Meiryo UI"/>
                          <a:ea typeface="Meiryo UI"/>
                          <a:cs typeface="Meiryo UI"/>
                          <a:effectLst/>
                        </a:rPr>
                        <a:t>Accenture</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全社共通のキャリアレベル</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Analyst〜Managing Director（FDEはAssociate Manager等で募集）</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FDEの成果責任はtime-to-value・adoption・reliability</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bl>
          </a:graphicData>
        </a:graphic>
      </p:graphicFrame>
      <p:sp>
        <p:nvSpPr>
          <p:cNvPr id="5" name="Rectangle 4"/>
          <p:cNvSpPr/>
          <p:nvPr/>
        </p:nvSpPr>
        <p:spPr>
          <a:xfrm>
            <a:off x="279400" y="6350000"/>
            <a:ext cx="11696700" cy="279400"/>
          </a:xfrm>
          <a:prstGeom prst="rect">
            <a:avLst/>
          </a:prstGeom>
          <a:no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l" marL="0" indent="0">
              <a:lnSpc>
                <a:spcPct val="110000"/>
              </a:lnSpc>
              <a:buNone/>
            </a:pPr>
            <a:r>
              <a:rPr sz="1200" b="0" i="0">
                <a:solidFill>
                  <a:srgbClr val="7F7F7F"/>
                </a:solidFill>
                <a:latin typeface="Meiryo UI"/>
                <a:ea typeface="Meiryo UI"/>
                <a:cs typeface="Meiryo UI"/>
                <a:effectLst/>
              </a:rPr>
              <a:t>出所：各社求人票、CaseCoach、Hacking the Case Interview、Fishbowl等（2026年10月確認）。詳細はAppendix</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279400" y="812800"/>
            <a:ext cx="11696700" cy="584200"/>
          </a:xfrm>
        </p:spPr>
        <p:txBody>
          <a:bodyPr wrap="square"/>
          <a:lstStyle/>
          <a:p>
            <a:pPr marL="0" indent="0" algn="l">
              <a:lnSpc>
                <a:spcPct val="120000"/>
              </a:lnSpc>
              <a:buNone/>
            </a:pPr>
            <a:r>
              <a:rPr sz="1600" b="1" i="0">
                <a:solidFill>
                  <a:srgbClr val="000000"/>
                </a:solidFill>
                <a:latin typeface="Meiryo UI"/>
                <a:ea typeface="Meiryo UI"/>
                <a:cs typeface="Meiryo UI"/>
                <a:effectLst/>
              </a:rPr>
              <a:t>先行企業はFDEに「本番で使われること」と「AIの品質」と「型にして戻すこと」を共通して求めており、たたき台の①②⑤に対応します。</a:t>
            </a:r>
          </a:p>
        </p:txBody>
      </p:sp>
      <p:sp>
        <p:nvSpPr>
          <p:cNvPr id="3" name="Title 2"/>
          <p:cNvSpPr>
            <a:spLocks noGrp="1"/>
          </p:cNvSpPr>
          <p:nvPr>
            <p:ph type="title"/>
          </p:nvPr>
        </p:nvSpPr>
        <p:spPr>
          <a:xfrm>
            <a:off x="266700" y="114300"/>
            <a:ext cx="10439400" cy="495300"/>
          </a:xfrm>
        </p:spPr>
        <p:txBody>
          <a:bodyPr/>
          <a:lstStyle/>
          <a:p>
            <a:pPr algn="l"/>
            <a:r>
              <a:rPr sz="2400" b="1" i="0">
                <a:solidFill>
                  <a:srgbClr val="000000"/>
                </a:solidFill>
                <a:latin typeface="Meiryo UI"/>
                <a:ea typeface="Meiryo UI"/>
                <a:cs typeface="Meiryo UI"/>
                <a:effectLst/>
              </a:rPr>
              <a:t>FDE先行企業が求める能力と成功指標</a:t>
            </a:r>
          </a:p>
        </p:txBody>
      </p:sp>
      <p:graphicFrame>
        <p:nvGraphicFramePr>
          <p:cNvPr id="4" name="Table 3"/>
          <p:cNvGraphicFramePr>
            <a:graphicFrameLocks noGrp="1"/>
          </p:cNvGraphicFramePr>
          <p:nvPr/>
        </p:nvGraphicFramePr>
        <p:xfrm>
          <a:off x="279400" y="1752600"/>
          <a:ext cx="11696699" cy="3175000"/>
        </p:xfrm>
        <a:graphic>
          <a:graphicData uri="http://schemas.openxmlformats.org/drawingml/2006/table">
            <a:tbl>
              <a:tblPr firstRow="0" bandRow="0">
                <a:tableStyleId>{5940675A-B579-460E-94D1-54222C63F5DA}</a:tableStyleId>
              </a:tblPr>
              <a:tblGrid>
                <a:gridCol w="1299633"/>
                <a:gridCol w="3638973"/>
                <a:gridCol w="5198533"/>
                <a:gridCol w="1559560"/>
              </a:tblGrid>
              <a:tr h="330200">
                <a:tc>
                  <a:txBody>
                    <a:bodyPr wrap="square"/>
                    <a:lstStyle/>
                    <a:p>
                      <a:pPr marL="0" indent="0" algn="ctr">
                        <a:lnSpc>
                          <a:spcPct val="105000"/>
                        </a:lnSpc>
                        <a:buNone/>
                      </a:pPr>
                      <a:r>
                        <a:rPr sz="1200" b="1" i="0">
                          <a:solidFill>
                            <a:srgbClr val="FFFFFF"/>
                          </a:solidFill>
                          <a:latin typeface="Meiryo UI"/>
                          <a:ea typeface="Meiryo UI"/>
                          <a:cs typeface="Meiryo UI"/>
                          <a:effectLst/>
                        </a:rPr>
                        <a:t>企業</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c>
                  <a:txBody>
                    <a:bodyPr wrap="square"/>
                    <a:lstStyle/>
                    <a:p>
                      <a:pPr marL="0" indent="0" algn="ctr">
                        <a:lnSpc>
                          <a:spcPct val="105000"/>
                        </a:lnSpc>
                        <a:buNone/>
                      </a:pPr>
                      <a:r>
                        <a:rPr sz="1200" b="1" i="0">
                          <a:solidFill>
                            <a:srgbClr val="FFFFFF"/>
                          </a:solidFill>
                          <a:latin typeface="Meiryo UI"/>
                          <a:ea typeface="Meiryo UI"/>
                          <a:cs typeface="Meiryo UI"/>
                          <a:effectLst/>
                        </a:rPr>
                        <a:t>FDEの位置づけ</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c>
                  <a:txBody>
                    <a:bodyPr wrap="square"/>
                    <a:lstStyle/>
                    <a:p>
                      <a:pPr marL="0" indent="0" algn="ctr">
                        <a:lnSpc>
                          <a:spcPct val="105000"/>
                        </a:lnSpc>
                        <a:buNone/>
                      </a:pPr>
                      <a:r>
                        <a:rPr sz="1200" b="1" i="0">
                          <a:solidFill>
                            <a:srgbClr val="FFFFFF"/>
                          </a:solidFill>
                          <a:latin typeface="Meiryo UI"/>
                          <a:ea typeface="Meiryo UI"/>
                          <a:cs typeface="Meiryo UI"/>
                          <a:effectLst/>
                        </a:rPr>
                        <a:t>求める能力・成功指標</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c>
                  <a:txBody>
                    <a:bodyPr wrap="square"/>
                    <a:lstStyle/>
                    <a:p>
                      <a:pPr marL="0" indent="0" algn="ctr">
                        <a:lnSpc>
                          <a:spcPct val="105000"/>
                        </a:lnSpc>
                        <a:buNone/>
                      </a:pPr>
                      <a:r>
                        <a:rPr sz="1200" b="1" i="0">
                          <a:solidFill>
                            <a:srgbClr val="FFFFFF"/>
                          </a:solidFill>
                          <a:latin typeface="Meiryo UI"/>
                          <a:ea typeface="Meiryo UI"/>
                          <a:cs typeface="Meiryo UI"/>
                          <a:effectLst/>
                        </a:rPr>
                        <a:t>たたき台との対応</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033865"/>
                    </a:solidFill>
                  </a:tcPr>
                </a:tc>
              </a:tr>
              <a:tr h="711200">
                <a:tc>
                  <a:txBody>
                    <a:bodyPr wrap="square"/>
                    <a:lstStyle/>
                    <a:p>
                      <a:pPr marL="0" indent="0" algn="l">
                        <a:lnSpc>
                          <a:spcPct val="105000"/>
                        </a:lnSpc>
                        <a:buNone/>
                      </a:pPr>
                      <a:r>
                        <a:rPr sz="1200" b="1" i="0">
                          <a:solidFill>
                            <a:srgbClr val="000000"/>
                          </a:solidFill>
                          <a:latin typeface="Meiryo UI"/>
                          <a:ea typeface="Meiryo UI"/>
                          <a:cs typeface="Meiryo UI"/>
                          <a:effectLst/>
                        </a:rPr>
                        <a:t>Palantir</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業務側（Deployment Strategist）とFDEがペアで入る。FDEは素早く作る役割</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Impact・Ownership・Collaboration。少人数・最小限の監督で案件を担う</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ctr">
                        <a:lnSpc>
                          <a:spcPct val="105000"/>
                        </a:lnSpc>
                        <a:buNone/>
                      </a:pPr>
                      <a:r>
                        <a:rPr sz="1200" b="0" i="0">
                          <a:solidFill>
                            <a:srgbClr val="000000"/>
                          </a:solidFill>
                          <a:latin typeface="Meiryo UI"/>
                          <a:ea typeface="Meiryo UI"/>
                          <a:cs typeface="Meiryo UI"/>
                          <a:effectLst/>
                        </a:rPr>
                        <a:t>① ④</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787400">
                <a:tc>
                  <a:txBody>
                    <a:bodyPr wrap="square"/>
                    <a:lstStyle/>
                    <a:p>
                      <a:pPr marL="0" indent="0" algn="l">
                        <a:lnSpc>
                          <a:spcPct val="105000"/>
                        </a:lnSpc>
                        <a:buNone/>
                      </a:pPr>
                      <a:r>
                        <a:rPr sz="1200" b="1" i="0">
                          <a:solidFill>
                            <a:srgbClr val="000000"/>
                          </a:solidFill>
                          <a:latin typeface="Meiryo UI"/>
                          <a:ea typeface="Meiryo UI"/>
                          <a:cs typeface="Meiryo UI"/>
                          <a:effectLst/>
                        </a:rPr>
                        <a:t>OpenAI</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研究成果を顧客の本番システムに変える</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成功指標は本番での利用、業務への定量的な効果、evalsにもとづくフィードバック。うまくいった型をplaybookにする</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ctr">
                        <a:lnSpc>
                          <a:spcPct val="105000"/>
                        </a:lnSpc>
                        <a:buNone/>
                      </a:pPr>
                      <a:r>
                        <a:rPr sz="1200" b="0" i="0">
                          <a:solidFill>
                            <a:srgbClr val="000000"/>
                          </a:solidFill>
                          <a:latin typeface="Meiryo UI"/>
                          <a:ea typeface="Meiryo UI"/>
                          <a:cs typeface="Meiryo UI"/>
                          <a:effectLst/>
                        </a:rPr>
                        <a:t>① ② ⑤</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711200">
                <a:tc>
                  <a:txBody>
                    <a:bodyPr wrap="square"/>
                    <a:lstStyle/>
                    <a:p>
                      <a:pPr marL="0" indent="0" algn="l">
                        <a:lnSpc>
                          <a:spcPct val="105000"/>
                        </a:lnSpc>
                        <a:buNone/>
                      </a:pPr>
                      <a:r>
                        <a:rPr sz="1200" b="1" i="0">
                          <a:solidFill>
                            <a:srgbClr val="000000"/>
                          </a:solidFill>
                          <a:latin typeface="Meiryo UI"/>
                          <a:ea typeface="Meiryo UI"/>
                          <a:cs typeface="Meiryo UI"/>
                          <a:effectLst/>
                        </a:rPr>
                        <a:t>Anthropic</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戦略顧客の中でClaudeを使った本番アプリを構築する</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LLMの本番経験（プロンプト設計、エージェント、評価）。繰り返し使える展開パターンを型にする</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ctr">
                        <a:lnSpc>
                          <a:spcPct val="105000"/>
                        </a:lnSpc>
                        <a:buNone/>
                      </a:pPr>
                      <a:r>
                        <a:rPr sz="1200" b="0" i="0">
                          <a:solidFill>
                            <a:srgbClr val="000000"/>
                          </a:solidFill>
                          <a:latin typeface="Meiryo UI"/>
                          <a:ea typeface="Meiryo UI"/>
                          <a:cs typeface="Meiryo UI"/>
                          <a:effectLst/>
                        </a:rPr>
                        <a:t>① ② ⑤</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r h="635000">
                <a:tc>
                  <a:txBody>
                    <a:bodyPr wrap="square"/>
                    <a:lstStyle/>
                    <a:p>
                      <a:pPr marL="0" indent="0" algn="l">
                        <a:lnSpc>
                          <a:spcPct val="105000"/>
                        </a:lnSpc>
                        <a:buNone/>
                      </a:pPr>
                      <a:r>
                        <a:rPr sz="1200" b="1" i="0">
                          <a:solidFill>
                            <a:srgbClr val="000000"/>
                          </a:solidFill>
                          <a:latin typeface="Meiryo UI"/>
                          <a:ea typeface="Meiryo UI"/>
                          <a:cs typeface="Meiryo UI"/>
                          <a:effectLst/>
                        </a:rPr>
                        <a:t>Accenture</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2F2F2"/>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顧客チームと肩を並べてAI基盤を本番で機能させる</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l">
                        <a:lnSpc>
                          <a:spcPct val="105000"/>
                        </a:lnSpc>
                        <a:buNone/>
                      </a:pPr>
                      <a:r>
                        <a:rPr sz="1200" b="0" i="0">
                          <a:solidFill>
                            <a:srgbClr val="000000"/>
                          </a:solidFill>
                          <a:latin typeface="Meiryo UI"/>
                          <a:ea typeface="Meiryo UI"/>
                          <a:cs typeface="Meiryo UI"/>
                          <a:effectLst/>
                        </a:rPr>
                        <a:t>time-to-value・adoption・reliability。再利用できるアクセラレータをつくる</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c>
                  <a:txBody>
                    <a:bodyPr wrap="square"/>
                    <a:lstStyle/>
                    <a:p>
                      <a:pPr marL="0" indent="0" algn="ctr">
                        <a:lnSpc>
                          <a:spcPct val="105000"/>
                        </a:lnSpc>
                        <a:buNone/>
                      </a:pPr>
                      <a:r>
                        <a:rPr sz="1200" b="0" i="0">
                          <a:solidFill>
                            <a:srgbClr val="000000"/>
                          </a:solidFill>
                          <a:latin typeface="Meiryo UI"/>
                          <a:ea typeface="Meiryo UI"/>
                          <a:cs typeface="Meiryo UI"/>
                          <a:effectLst/>
                        </a:rPr>
                        <a:t>② ⑤</a:t>
                      </a:r>
                    </a:p>
                  </a:txBody>
                  <a:tcPr marL="63500" marR="63500" marT="38100" marB="38100" anchor="ctr">
                    <a:lnL w="6350" cap="flat" cmpd="sng" algn="ctr">
                      <a:solidFill>
                        <a:srgbClr val="D9D9D9"/>
                      </a:solidFill>
                      <a:prstDash val="solid"/>
                    </a:lnL>
                    <a:lnR w="6350" cap="flat" cmpd="sng" algn="ctr">
                      <a:solidFill>
                        <a:srgbClr val="D9D9D9"/>
                      </a:solidFill>
                      <a:prstDash val="solid"/>
                    </a:lnR>
                    <a:lnT w="6350" cap="flat" cmpd="sng" algn="ctr">
                      <a:solidFill>
                        <a:srgbClr val="D9D9D9"/>
                      </a:solidFill>
                      <a:prstDash val="solid"/>
                    </a:lnT>
                    <a:lnB w="6350" cap="flat" cmpd="sng" algn="ctr">
                      <a:solidFill>
                        <a:srgbClr val="D9D9D9"/>
                      </a:solidFill>
                      <a:prstDash val="solid"/>
                    </a:lnB>
                    <a:solidFill>
                      <a:srgbClr val="FFFFFF"/>
                    </a:solidFill>
                  </a:tcPr>
                </a:tc>
              </a:tr>
            </a:tbl>
          </a:graphicData>
        </a:graphic>
      </p:graphicFrame>
      <p:sp>
        <p:nvSpPr>
          <p:cNvPr id="5" name="Rectangle 4"/>
          <p:cNvSpPr/>
          <p:nvPr/>
        </p:nvSpPr>
        <p:spPr>
          <a:xfrm>
            <a:off x="279400" y="6350000"/>
            <a:ext cx="11696700" cy="279400"/>
          </a:xfrm>
          <a:prstGeom prst="rect">
            <a:avLst/>
          </a:prstGeom>
          <a:no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l" marL="0" indent="0">
              <a:lnSpc>
                <a:spcPct val="110000"/>
              </a:lnSpc>
              <a:buNone/>
            </a:pPr>
            <a:r>
              <a:rPr sz="1200" b="0" i="0">
                <a:solidFill>
                  <a:srgbClr val="7F7F7F"/>
                </a:solidFill>
                <a:latin typeface="Meiryo UI"/>
                <a:ea typeface="Meiryo UI"/>
                <a:cs typeface="Meiryo UI"/>
                <a:effectLst/>
              </a:rPr>
              <a:t>出所：FDEベンチマーク_先行企業とINTSの対比（2026/10/22）、各社求人票</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279400" y="812800"/>
            <a:ext cx="11696700" cy="584200"/>
          </a:xfrm>
        </p:spPr>
        <p:txBody>
          <a:bodyPr wrap="square"/>
          <a:lstStyle/>
          <a:p>
            <a:pPr marL="0" indent="0" algn="l">
              <a:lnSpc>
                <a:spcPct val="120000"/>
              </a:lnSpc>
              <a:buNone/>
            </a:pPr>
            <a:r>
              <a:rPr sz="1600" b="1" i="0">
                <a:solidFill>
                  <a:srgbClr val="000000"/>
                </a:solidFill>
                <a:latin typeface="Meiryo UI"/>
                <a:ea typeface="Meiryo UI"/>
                <a:cs typeface="Meiryo UI"/>
                <a:effectLst/>
              </a:rPr>
              <a:t>ベンチマークは、FDEを受注責任のないスペシャリストとして処遇し、作り切る力と型にする力で評価する方向を支持しています。</a:t>
            </a:r>
          </a:p>
        </p:txBody>
      </p:sp>
      <p:sp>
        <p:nvSpPr>
          <p:cNvPr id="3" name="Title 2"/>
          <p:cNvSpPr>
            <a:spLocks noGrp="1"/>
          </p:cNvSpPr>
          <p:nvPr>
            <p:ph type="title"/>
          </p:nvPr>
        </p:nvSpPr>
        <p:spPr>
          <a:xfrm>
            <a:off x="266700" y="114300"/>
            <a:ext cx="10439400" cy="495300"/>
          </a:xfrm>
        </p:spPr>
        <p:txBody>
          <a:bodyPr/>
          <a:lstStyle/>
          <a:p>
            <a:pPr algn="l"/>
            <a:r>
              <a:rPr sz="2400" b="1" i="0">
                <a:solidFill>
                  <a:srgbClr val="000000"/>
                </a:solidFill>
                <a:latin typeface="Meiryo UI"/>
                <a:ea typeface="Meiryo UI"/>
                <a:cs typeface="Meiryo UI"/>
                <a:effectLst/>
              </a:rPr>
              <a:t>ベンチマークからINTSへの示唆</a:t>
            </a:r>
          </a:p>
        </p:txBody>
      </p:sp>
      <p:sp>
        <p:nvSpPr>
          <p:cNvPr id="4" name="Rectangle 3"/>
          <p:cNvSpPr/>
          <p:nvPr/>
        </p:nvSpPr>
        <p:spPr>
          <a:xfrm>
            <a:off x="279400" y="1752600"/>
            <a:ext cx="635000" cy="736600"/>
          </a:xfrm>
          <a:prstGeom prst="rect">
            <a:avLst/>
          </a:prstGeom>
          <a:solidFill>
            <a:srgbClr val="03386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ctr" marL="0" indent="0">
              <a:lnSpc>
                <a:spcPct val="110000"/>
              </a:lnSpc>
              <a:buNone/>
            </a:pPr>
            <a:r>
              <a:rPr sz="2000" b="1" i="0">
                <a:solidFill>
                  <a:srgbClr val="FFFFFF"/>
                </a:solidFill>
                <a:latin typeface="Meiryo UI"/>
                <a:ea typeface="Meiryo UI"/>
                <a:cs typeface="Meiryo UI"/>
                <a:effectLst/>
              </a:rPr>
              <a:t>1</a:t>
            </a:r>
          </a:p>
        </p:txBody>
      </p:sp>
      <p:sp>
        <p:nvSpPr>
          <p:cNvPr id="5" name="Rectangle 4"/>
          <p:cNvSpPr/>
          <p:nvPr/>
        </p:nvSpPr>
        <p:spPr>
          <a:xfrm>
            <a:off x="1016000" y="1752600"/>
            <a:ext cx="3302000" cy="736600"/>
          </a:xfrm>
          <a:prstGeom prst="rect">
            <a:avLst/>
          </a:prstGeom>
          <a:solidFill>
            <a:srgbClr val="F2F2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l" marL="0" indent="0">
              <a:lnSpc>
                <a:spcPct val="110000"/>
              </a:lnSpc>
              <a:buNone/>
            </a:pPr>
            <a:r>
              <a:rPr sz="1400" b="1" i="0">
                <a:solidFill>
                  <a:srgbClr val="000000"/>
                </a:solidFill>
                <a:latin typeface="Meiryo UI"/>
                <a:ea typeface="Meiryo UI"/>
                <a:cs typeface="Meiryo UI"/>
                <a:effectLst/>
              </a:rPr>
              <a:t>トラックは分け、職位は合わせる</a:t>
            </a:r>
          </a:p>
        </p:txBody>
      </p:sp>
      <p:sp>
        <p:nvSpPr>
          <p:cNvPr id="6" name="Rectangle 5"/>
          <p:cNvSpPr/>
          <p:nvPr/>
        </p:nvSpPr>
        <p:spPr>
          <a:xfrm>
            <a:off x="4419600" y="1752600"/>
            <a:ext cx="7556500" cy="736600"/>
          </a:xfrm>
          <a:prstGeom prst="rect">
            <a:avLst/>
          </a:prstGeom>
          <a:solidFill>
            <a:srgbClr val="FFFFFF"/>
          </a:solidFill>
          <a:ln w="9525">
            <a:solidFill>
              <a:srgbClr val="D9D9D9"/>
            </a:solid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l" marL="0" indent="0">
              <a:lnSpc>
                <a:spcPct val="110000"/>
              </a:lnSpc>
              <a:buNone/>
            </a:pPr>
            <a:r>
              <a:rPr sz="1300" b="0" i="0">
                <a:solidFill>
                  <a:srgbClr val="000000"/>
                </a:solidFill>
                <a:latin typeface="Meiryo UI"/>
                <a:ea typeface="Meiryo UI"/>
                <a:cs typeface="Meiryo UI"/>
                <a:effectLst/>
              </a:rPr>
              <a:t>McKinsey・Bain・Deloitteは専門職をコンサルと別トラックにしつつ、職位を対応させて報酬・評価を比べられるようにしています</a:t>
            </a:r>
          </a:p>
        </p:txBody>
      </p:sp>
      <p:sp>
        <p:nvSpPr>
          <p:cNvPr id="7" name="Rectangle 6"/>
          <p:cNvSpPr/>
          <p:nvPr/>
        </p:nvSpPr>
        <p:spPr>
          <a:xfrm>
            <a:off x="279400" y="2616200"/>
            <a:ext cx="635000" cy="736600"/>
          </a:xfrm>
          <a:prstGeom prst="rect">
            <a:avLst/>
          </a:prstGeom>
          <a:solidFill>
            <a:srgbClr val="03386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ctr" marL="0" indent="0">
              <a:lnSpc>
                <a:spcPct val="110000"/>
              </a:lnSpc>
              <a:buNone/>
            </a:pPr>
            <a:r>
              <a:rPr sz="2000" b="1" i="0">
                <a:solidFill>
                  <a:srgbClr val="FFFFFF"/>
                </a:solidFill>
                <a:latin typeface="Meiryo UI"/>
                <a:ea typeface="Meiryo UI"/>
                <a:cs typeface="Meiryo UI"/>
                <a:effectLst/>
              </a:rPr>
              <a:t>2</a:t>
            </a:r>
          </a:p>
        </p:txBody>
      </p:sp>
      <p:sp>
        <p:nvSpPr>
          <p:cNvPr id="8" name="Rectangle 7"/>
          <p:cNvSpPr/>
          <p:nvPr/>
        </p:nvSpPr>
        <p:spPr>
          <a:xfrm>
            <a:off x="1016000" y="2616200"/>
            <a:ext cx="3302000" cy="736600"/>
          </a:xfrm>
          <a:prstGeom prst="rect">
            <a:avLst/>
          </a:prstGeom>
          <a:solidFill>
            <a:srgbClr val="F2F2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l" marL="0" indent="0">
              <a:lnSpc>
                <a:spcPct val="110000"/>
              </a:lnSpc>
              <a:buNone/>
            </a:pPr>
            <a:r>
              <a:rPr sz="1400" b="1" i="0">
                <a:solidFill>
                  <a:srgbClr val="000000"/>
                </a:solidFill>
                <a:latin typeface="Meiryo UI"/>
                <a:ea typeface="Meiryo UI"/>
                <a:cs typeface="Meiryo UI"/>
                <a:effectLst/>
              </a:rPr>
              <a:t>受注の要求は軽くする</a:t>
            </a:r>
          </a:p>
        </p:txBody>
      </p:sp>
      <p:sp>
        <p:nvSpPr>
          <p:cNvPr id="9" name="Rectangle 8"/>
          <p:cNvSpPr/>
          <p:nvPr/>
        </p:nvSpPr>
        <p:spPr>
          <a:xfrm>
            <a:off x="4419600" y="2616200"/>
            <a:ext cx="7556500" cy="736600"/>
          </a:xfrm>
          <a:prstGeom prst="rect">
            <a:avLst/>
          </a:prstGeom>
          <a:solidFill>
            <a:srgbClr val="FFFFFF"/>
          </a:solidFill>
          <a:ln w="9525">
            <a:solidFill>
              <a:srgbClr val="D9D9D9"/>
            </a:solid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l" marL="0" indent="0">
              <a:lnSpc>
                <a:spcPct val="110000"/>
              </a:lnSpc>
              <a:buNone/>
            </a:pPr>
            <a:r>
              <a:rPr sz="1300" b="0" i="0">
                <a:solidFill>
                  <a:srgbClr val="000000"/>
                </a:solidFill>
                <a:latin typeface="Meiryo UI"/>
                <a:ea typeface="Meiryo UI"/>
                <a:cs typeface="Meiryo UI"/>
                <a:effectLst/>
              </a:rPr>
              <a:t>専門職トラックは営業の要求を軽くし、専門性と育成を重く見ます。福島さんのご意見と一致します</a:t>
            </a:r>
          </a:p>
        </p:txBody>
      </p:sp>
      <p:sp>
        <p:nvSpPr>
          <p:cNvPr id="10" name="Rectangle 9"/>
          <p:cNvSpPr/>
          <p:nvPr/>
        </p:nvSpPr>
        <p:spPr>
          <a:xfrm>
            <a:off x="279400" y="3479800"/>
            <a:ext cx="635000" cy="736600"/>
          </a:xfrm>
          <a:prstGeom prst="rect">
            <a:avLst/>
          </a:prstGeom>
          <a:solidFill>
            <a:srgbClr val="03386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ctr" marL="0" indent="0">
              <a:lnSpc>
                <a:spcPct val="110000"/>
              </a:lnSpc>
              <a:buNone/>
            </a:pPr>
            <a:r>
              <a:rPr sz="2000" b="1" i="0">
                <a:solidFill>
                  <a:srgbClr val="FFFFFF"/>
                </a:solidFill>
                <a:latin typeface="Meiryo UI"/>
                <a:ea typeface="Meiryo UI"/>
                <a:cs typeface="Meiryo UI"/>
                <a:effectLst/>
              </a:rPr>
              <a:t>3</a:t>
            </a:r>
          </a:p>
        </p:txBody>
      </p:sp>
      <p:sp>
        <p:nvSpPr>
          <p:cNvPr id="11" name="Rectangle 10"/>
          <p:cNvSpPr/>
          <p:nvPr/>
        </p:nvSpPr>
        <p:spPr>
          <a:xfrm>
            <a:off x="1016000" y="3479800"/>
            <a:ext cx="3302000" cy="736600"/>
          </a:xfrm>
          <a:prstGeom prst="rect">
            <a:avLst/>
          </a:prstGeom>
          <a:solidFill>
            <a:srgbClr val="F2F2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l" marL="0" indent="0">
              <a:lnSpc>
                <a:spcPct val="110000"/>
              </a:lnSpc>
              <a:buNone/>
            </a:pPr>
            <a:r>
              <a:rPr sz="1400" b="1" i="0">
                <a:solidFill>
                  <a:srgbClr val="000000"/>
                </a:solidFill>
                <a:latin typeface="Meiryo UI"/>
                <a:ea typeface="Meiryo UI"/>
                <a:cs typeface="Meiryo UI"/>
                <a:effectLst/>
              </a:rPr>
              <a:t>本番稼働とAIの品質を評価する</a:t>
            </a:r>
          </a:p>
        </p:txBody>
      </p:sp>
      <p:sp>
        <p:nvSpPr>
          <p:cNvPr id="12" name="Rectangle 11"/>
          <p:cNvSpPr/>
          <p:nvPr/>
        </p:nvSpPr>
        <p:spPr>
          <a:xfrm>
            <a:off x="4419600" y="3479800"/>
            <a:ext cx="7556500" cy="736600"/>
          </a:xfrm>
          <a:prstGeom prst="rect">
            <a:avLst/>
          </a:prstGeom>
          <a:solidFill>
            <a:srgbClr val="FFFFFF"/>
          </a:solidFill>
          <a:ln w="9525">
            <a:solidFill>
              <a:srgbClr val="D9D9D9"/>
            </a:solid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l" marL="0" indent="0">
              <a:lnSpc>
                <a:spcPct val="110000"/>
              </a:lnSpc>
              <a:buNone/>
            </a:pPr>
            <a:r>
              <a:rPr sz="1300" b="0" i="0">
                <a:solidFill>
                  <a:srgbClr val="000000"/>
                </a:solidFill>
                <a:latin typeface="Meiryo UI"/>
                <a:ea typeface="Meiryo UI"/>
                <a:cs typeface="Meiryo UI"/>
                <a:effectLst/>
              </a:rPr>
              <a:t>先行企業の成功指標は本番での利用と効果、evals。たたき台の①②に入れています</a:t>
            </a:r>
          </a:p>
        </p:txBody>
      </p:sp>
      <p:sp>
        <p:nvSpPr>
          <p:cNvPr id="13" name="Rectangle 12"/>
          <p:cNvSpPr/>
          <p:nvPr/>
        </p:nvSpPr>
        <p:spPr>
          <a:xfrm>
            <a:off x="279400" y="4343400"/>
            <a:ext cx="635000" cy="736600"/>
          </a:xfrm>
          <a:prstGeom prst="rect">
            <a:avLst/>
          </a:prstGeom>
          <a:solidFill>
            <a:srgbClr val="03386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ctr" marL="0" indent="0">
              <a:lnSpc>
                <a:spcPct val="110000"/>
              </a:lnSpc>
              <a:buNone/>
            </a:pPr>
            <a:r>
              <a:rPr sz="2000" b="1" i="0">
                <a:solidFill>
                  <a:srgbClr val="FFFFFF"/>
                </a:solidFill>
                <a:latin typeface="Meiryo UI"/>
                <a:ea typeface="Meiryo UI"/>
                <a:cs typeface="Meiryo UI"/>
                <a:effectLst/>
              </a:rPr>
              <a:t>4</a:t>
            </a:r>
          </a:p>
        </p:txBody>
      </p:sp>
      <p:sp>
        <p:nvSpPr>
          <p:cNvPr id="14" name="Rectangle 13"/>
          <p:cNvSpPr/>
          <p:nvPr/>
        </p:nvSpPr>
        <p:spPr>
          <a:xfrm>
            <a:off x="1016000" y="4343400"/>
            <a:ext cx="3302000" cy="736600"/>
          </a:xfrm>
          <a:prstGeom prst="rect">
            <a:avLst/>
          </a:prstGeom>
          <a:solidFill>
            <a:srgbClr val="F2F2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l" marL="0" indent="0">
              <a:lnSpc>
                <a:spcPct val="110000"/>
              </a:lnSpc>
              <a:buNone/>
            </a:pPr>
            <a:r>
              <a:rPr sz="1400" b="1" i="0">
                <a:solidFill>
                  <a:srgbClr val="000000"/>
                </a:solidFill>
                <a:latin typeface="Meiryo UI"/>
                <a:ea typeface="Meiryo UI"/>
                <a:cs typeface="Meiryo UI"/>
                <a:effectLst/>
              </a:rPr>
              <a:t>型にして戻す力を評価する</a:t>
            </a:r>
          </a:p>
        </p:txBody>
      </p:sp>
      <p:sp>
        <p:nvSpPr>
          <p:cNvPr id="15" name="Rectangle 14"/>
          <p:cNvSpPr/>
          <p:nvPr/>
        </p:nvSpPr>
        <p:spPr>
          <a:xfrm>
            <a:off x="4419600" y="4343400"/>
            <a:ext cx="7556500" cy="736600"/>
          </a:xfrm>
          <a:prstGeom prst="rect">
            <a:avLst/>
          </a:prstGeom>
          <a:solidFill>
            <a:srgbClr val="FFFFFF"/>
          </a:solidFill>
          <a:ln w="9525">
            <a:solidFill>
              <a:srgbClr val="D9D9D9"/>
            </a:solid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l" marL="0" indent="0">
              <a:lnSpc>
                <a:spcPct val="110000"/>
              </a:lnSpc>
              <a:buNone/>
            </a:pPr>
            <a:r>
              <a:rPr sz="1300" b="0" i="0">
                <a:solidFill>
                  <a:srgbClr val="000000"/>
                </a:solidFill>
                <a:latin typeface="Meiryo UI"/>
                <a:ea typeface="Meiryo UI"/>
                <a:cs typeface="Meiryo UI"/>
                <a:effectLst/>
              </a:rPr>
              <a:t>playbook・アクセラレータ・製品への還元は共通の要件。たたき台の⑤に入れています</a:t>
            </a:r>
          </a:p>
        </p:txBody>
      </p:sp>
      <p:sp>
        <p:nvSpPr>
          <p:cNvPr id="16" name="Rectangle 15"/>
          <p:cNvSpPr/>
          <p:nvPr/>
        </p:nvSpPr>
        <p:spPr>
          <a:xfrm>
            <a:off x="279400" y="5207000"/>
            <a:ext cx="635000" cy="736600"/>
          </a:xfrm>
          <a:prstGeom prst="rect">
            <a:avLst/>
          </a:prstGeom>
          <a:solidFill>
            <a:srgbClr val="033865"/>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ctr" marL="0" indent="0">
              <a:lnSpc>
                <a:spcPct val="110000"/>
              </a:lnSpc>
              <a:buNone/>
            </a:pPr>
            <a:r>
              <a:rPr sz="2000" b="1" i="0">
                <a:solidFill>
                  <a:srgbClr val="FFFFFF"/>
                </a:solidFill>
                <a:latin typeface="Meiryo UI"/>
                <a:ea typeface="Meiryo UI"/>
                <a:cs typeface="Meiryo UI"/>
                <a:effectLst/>
              </a:rPr>
              <a:t>5</a:t>
            </a:r>
          </a:p>
        </p:txBody>
      </p:sp>
      <p:sp>
        <p:nvSpPr>
          <p:cNvPr id="17" name="Rectangle 16"/>
          <p:cNvSpPr/>
          <p:nvPr/>
        </p:nvSpPr>
        <p:spPr>
          <a:xfrm>
            <a:off x="1016000" y="5207000"/>
            <a:ext cx="3302000" cy="736600"/>
          </a:xfrm>
          <a:prstGeom prst="rect">
            <a:avLst/>
          </a:prstGeom>
          <a:solidFill>
            <a:srgbClr val="F2F2F2"/>
          </a:solidFill>
          <a:ln>
            <a:no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l" marL="0" indent="0">
              <a:lnSpc>
                <a:spcPct val="110000"/>
              </a:lnSpc>
              <a:buNone/>
            </a:pPr>
            <a:r>
              <a:rPr sz="1400" b="1" i="0">
                <a:solidFill>
                  <a:srgbClr val="000000"/>
                </a:solidFill>
                <a:latin typeface="Meiryo UI"/>
                <a:ea typeface="Meiryo UI"/>
                <a:cs typeface="Meiryo UI"/>
                <a:effectLst/>
              </a:rPr>
              <a:t>上位職には育成と技術の標準化</a:t>
            </a:r>
          </a:p>
        </p:txBody>
      </p:sp>
      <p:sp>
        <p:nvSpPr>
          <p:cNvPr id="18" name="Rectangle 17"/>
          <p:cNvSpPr/>
          <p:nvPr/>
        </p:nvSpPr>
        <p:spPr>
          <a:xfrm>
            <a:off x="4419600" y="5207000"/>
            <a:ext cx="7556500" cy="736600"/>
          </a:xfrm>
          <a:prstGeom prst="rect">
            <a:avLst/>
          </a:prstGeom>
          <a:solidFill>
            <a:srgbClr val="FFFFFF"/>
          </a:solidFill>
          <a:ln w="9525">
            <a:solidFill>
              <a:srgbClr val="D9D9D9"/>
            </a:solidFill>
          </a:ln>
          <a:effectLst/>
        </p:spPr>
        <p:style>
          <a:lnRef idx="1">
            <a:schemeClr val="accent1"/>
          </a:lnRef>
          <a:fillRef idx="3">
            <a:schemeClr val="accent1"/>
          </a:fillRef>
          <a:effectRef idx="0">
            <a:schemeClr val="accent1"/>
          </a:effectRef>
          <a:fontRef idx="minor">
            <a:schemeClr val="lt1"/>
          </a:fontRef>
        </p:style>
        <p:txBody>
          <a:bodyPr rtlCol="0" anchor="ctr" wrap="square" lIns="76200" rIns="76200" tIns="38100" bIns="38100"/>
          <a:lstStyle/>
          <a:p>
            <a:pPr algn="l" marL="0" indent="0">
              <a:lnSpc>
                <a:spcPct val="110000"/>
              </a:lnSpc>
              <a:buNone/>
            </a:pPr>
            <a:r>
              <a:rPr sz="1300" b="0" i="0">
                <a:solidFill>
                  <a:srgbClr val="000000"/>
                </a:solidFill>
                <a:latin typeface="Meiryo UI"/>
                <a:ea typeface="Meiryo UI"/>
                <a:cs typeface="Meiryo UI"/>
                <a:effectLst/>
              </a:rPr>
              <a:t>PrincipalやLeadは、エンジニアの育成・技術レビュー・品質水準の向上を担います</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a:xfrm>
            <a:off x="279400" y="812800"/>
            <a:ext cx="11696700" cy="584200"/>
          </a:xfrm>
        </p:spPr>
        <p:txBody>
          <a:bodyPr wrap="square"/>
          <a:lstStyle/>
          <a:p>
            <a:pPr marL="0" indent="0" algn="l">
              <a:lnSpc>
                <a:spcPct val="120000"/>
              </a:lnSpc>
              <a:buNone/>
            </a:pPr>
            <a:r>
              <a:rPr sz="1600" b="1" i="0">
                <a:solidFill>
                  <a:srgbClr val="000000"/>
                </a:solidFill>
                <a:latin typeface="Meiryo UI"/>
                <a:ea typeface="Meiryo UI"/>
                <a:cs typeface="Meiryo UI"/>
                <a:effectLst/>
              </a:rPr>
              <a:t>ベンチマークは2026年10月に確認した公開情報にもとづくため、各社の社内等級表との対応は推定を含みます。</a:t>
            </a:r>
          </a:p>
        </p:txBody>
      </p:sp>
      <p:sp>
        <p:nvSpPr>
          <p:cNvPr id="3" name="Title 2"/>
          <p:cNvSpPr>
            <a:spLocks noGrp="1"/>
          </p:cNvSpPr>
          <p:nvPr>
            <p:ph type="title"/>
          </p:nvPr>
        </p:nvSpPr>
        <p:spPr>
          <a:xfrm>
            <a:off x="266700" y="114300"/>
            <a:ext cx="10439400" cy="495300"/>
          </a:xfrm>
        </p:spPr>
        <p:txBody>
          <a:bodyPr/>
          <a:lstStyle/>
          <a:p>
            <a:pPr algn="l"/>
            <a:r>
              <a:rPr sz="2400" b="1" i="0">
                <a:solidFill>
                  <a:srgbClr val="000000"/>
                </a:solidFill>
                <a:latin typeface="Meiryo UI"/>
                <a:ea typeface="Meiryo UI"/>
                <a:cs typeface="Meiryo UI"/>
                <a:effectLst/>
              </a:rPr>
              <a:t>Appendix　出典一覧</a:t>
            </a:r>
          </a:p>
        </p:txBody>
      </p:sp>
      <p:sp>
        <p:nvSpPr>
          <p:cNvPr id="4" name="Rectangle 3"/>
          <p:cNvSpPr/>
          <p:nvPr/>
        </p:nvSpPr>
        <p:spPr>
          <a:xfrm>
            <a:off x="279400" y="1752600"/>
            <a:ext cx="11696700" cy="2921000"/>
          </a:xfrm>
          <a:prstGeom prst="rect">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t" wrap="square" lIns="76200" rIns="76200" tIns="38100" bIns="38100"/>
          <a:lstStyle/>
          <a:p>
            <a:pPr algn="l" marL="0" indent="0">
              <a:lnSpc>
                <a:spcPct val="135000"/>
              </a:lnSpc>
              <a:buNone/>
            </a:pPr>
            <a:r>
              <a:rPr sz="1300" b="0" i="0">
                <a:solidFill>
                  <a:srgbClr val="000000"/>
                </a:solidFill>
                <a:latin typeface="Meiryo UI"/>
                <a:ea typeface="Meiryo UI"/>
                <a:cs typeface="Meiryo UI"/>
                <a:effectLst/>
              </a:rPr>
              <a:t>・社内：AI&amp;Data Practice採用説明会資料（2026年10月、高橋聖さん作成）、HRMOS求人「Forward Deployed Engineer｜AI&amp;Data Practice」</a:t>
            </a:r>
          </a:p>
          <a:p>
            <a:pPr marL="0" indent="0" algn="l">
              <a:lnSpc>
                <a:spcPct val="135000"/>
              </a:lnSpc>
              <a:buNone/>
            </a:pPr>
            <a:r>
              <a:rPr sz="1300" b="0" i="0">
                <a:solidFill>
                  <a:srgbClr val="000000"/>
                </a:solidFill>
                <a:latin typeface="Meiryo UI"/>
                <a:ea typeface="Meiryo UI"/>
                <a:cs typeface="Meiryo UI"/>
                <a:effectLst/>
              </a:rPr>
              <a:t>・社内：ミドルバック定例 議事メモ（2026/10/28）、FDEヒアリング（2026/10/22）、FDE版V2一式（2026/10/22）、FDEキャリアパス検討 ディスカッション資料（2026/10/15）</a:t>
            </a:r>
          </a:p>
          <a:p>
            <a:pPr marL="0" indent="0" algn="l">
              <a:lnSpc>
                <a:spcPct val="135000"/>
              </a:lnSpc>
              <a:buNone/>
            </a:pPr>
            <a:r>
              <a:rPr sz="1300" b="0" i="0">
                <a:solidFill>
                  <a:srgbClr val="000000"/>
                </a:solidFill>
                <a:latin typeface="Meiryo UI"/>
                <a:ea typeface="Meiryo UI"/>
                <a:cs typeface="Meiryo UI"/>
                <a:effectLst/>
              </a:rPr>
              <a:t>・McKinsey：casecoach.com/b/expert-track-mckinsey-bcg-bain／mckinsey.com/careers（QuantumBlack Principal Software Engineer）</a:t>
            </a:r>
          </a:p>
          <a:p>
            <a:pPr marL="0" indent="0" algn="l">
              <a:lnSpc>
                <a:spcPct val="135000"/>
              </a:lnSpc>
              <a:buNone/>
            </a:pPr>
            <a:r>
              <a:rPr sz="1300" b="0" i="0">
                <a:solidFill>
                  <a:srgbClr val="000000"/>
                </a:solidFill>
                <a:latin typeface="Meiryo UI"/>
                <a:ea typeface="Meiryo UI"/>
                <a:cs typeface="Meiryo UI"/>
                <a:effectLst/>
              </a:rPr>
              <a:t>・BCG：hackingthecaseinterview.com/pages/bcg-career-path／managementconsulted.com/bcg-forward-deployed-ai-engineer</a:t>
            </a:r>
          </a:p>
          <a:p>
            <a:pPr marL="0" indent="0" algn="l">
              <a:lnSpc>
                <a:spcPct val="135000"/>
              </a:lnSpc>
              <a:buNone/>
            </a:pPr>
            <a:r>
              <a:rPr sz="1300" b="0" i="0">
                <a:solidFill>
                  <a:srgbClr val="000000"/>
                </a:solidFill>
                <a:latin typeface="Meiryo UI"/>
                <a:ea typeface="Meiryo UI"/>
                <a:cs typeface="Meiryo UI"/>
                <a:effectLst/>
              </a:rPr>
              <a:t>・Bain：careers.bain.com（Expert Senior Manager, Engineering Excellence／Expert Associate Partner）</a:t>
            </a:r>
          </a:p>
          <a:p>
            <a:pPr marL="0" indent="0" algn="l">
              <a:lnSpc>
                <a:spcPct val="135000"/>
              </a:lnSpc>
              <a:buNone/>
            </a:pPr>
            <a:r>
              <a:rPr sz="1300" b="0" i="0">
                <a:solidFill>
                  <a:srgbClr val="000000"/>
                </a:solidFill>
                <a:latin typeface="Meiryo UI"/>
                <a:ea typeface="Meiryo UI"/>
                <a:cs typeface="Meiryo UI"/>
                <a:effectLst/>
              </a:rPr>
              <a:t>・Deloitte・Accenture：fishbowlapp.com（Specialist Leader、Accenture career levels）／accenture.com/careers（Senior FDE）</a:t>
            </a:r>
          </a:p>
          <a:p>
            <a:pPr marL="0" indent="0" algn="l">
              <a:lnSpc>
                <a:spcPct val="135000"/>
              </a:lnSpc>
              <a:buNone/>
            </a:pPr>
            <a:r>
              <a:rPr sz="1300" b="0" i="0">
                <a:solidFill>
                  <a:srgbClr val="000000"/>
                </a:solidFill>
                <a:latin typeface="Meiryo UI"/>
                <a:ea typeface="Meiryo UI"/>
                <a:cs typeface="Meiryo UI"/>
                <a:effectLst/>
              </a:rPr>
              <a:t>・Palantir：blog.palantir.com（A Day in the Life of a Palantir Deployment Strategist）／jobs.lever.co/palantir</a:t>
            </a:r>
          </a:p>
          <a:p>
            <a:pPr marL="0" indent="0" algn="l">
              <a:lnSpc>
                <a:spcPct val="135000"/>
              </a:lnSpc>
              <a:buNone/>
            </a:pPr>
            <a:r>
              <a:rPr sz="1300" b="0" i="0">
                <a:solidFill>
                  <a:srgbClr val="000000"/>
                </a:solidFill>
                <a:latin typeface="Meiryo UI"/>
                <a:ea typeface="Meiryo UI"/>
                <a:cs typeface="Meiryo UI"/>
                <a:effectLst/>
              </a:rPr>
              <a:t>・OpenAI：openai.com/careers（Forward Deployed Engineer）　・Anthropic：job-boards.greenhouse.io/anthropic、jobs.accel.com</a:t>
            </a:r>
          </a:p>
        </p:txBody>
      </p:sp>
    </p:spTree>
  </p:cSld>
  <p:clrMapOvr>
    <a:masterClrMapping/>
  </p:clrMapOvr>
</p:sld>
</file>

<file path=ppt/theme/theme1.xml><?xml version="1.0" encoding="utf-8"?>
<a:theme xmlns:a="http://schemas.openxmlformats.org/drawingml/2006/main" name="1_Strategy_ver1.0">
  <a:themeElements>
    <a:clrScheme name="INTLOOP colors">
      <a:dk1>
        <a:srgbClr val="000000"/>
      </a:dk1>
      <a:lt1>
        <a:srgbClr val="FFFFFF"/>
      </a:lt1>
      <a:dk2>
        <a:srgbClr val="033865"/>
      </a:dk2>
      <a:lt2>
        <a:srgbClr val="7F7F7F"/>
      </a:lt2>
      <a:accent1>
        <a:srgbClr val="0099CC"/>
      </a:accent1>
      <a:accent2>
        <a:srgbClr val="0087C5"/>
      </a:accent2>
      <a:accent3>
        <a:srgbClr val="6666FF"/>
      </a:accent3>
      <a:accent4>
        <a:srgbClr val="C00000"/>
      </a:accent4>
      <a:accent5>
        <a:srgbClr val="FF9900"/>
      </a:accent5>
      <a:accent6>
        <a:srgbClr val="FFC000"/>
      </a:accent6>
      <a:hlink>
        <a:srgbClr val="2D2D8A"/>
      </a:hlink>
      <a:folHlink>
        <a:srgbClr val="99CC00"/>
      </a:folHlink>
    </a:clrScheme>
    <a:fontScheme name="ユーザー定義 1">
      <a:majorFont>
        <a:latin typeface="Meiryo UI"/>
        <a:ea typeface="Meiryo UI"/>
        <a:cs typeface="Meiryo UI"/>
      </a:majorFont>
      <a:minorFont>
        <a:latin typeface="Meiryo UI"/>
        <a:ea typeface="Meiryo UI"/>
        <a:cs typeface="Meiryo UI"/>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3175">
          <a:solidFill>
            <a:schemeClr val="tx1"/>
          </a:solidFill>
        </a:ln>
      </a:spPr>
      <a:bodyPr wrap="none" lIns="36000" tIns="36000" rIns="36000" bIns="36000" rtlCol="0" anchor="ctr">
        <a:noAutofit/>
      </a:bodyPr>
      <a:lstStyle>
        <a:defPPr algn="l">
          <a:defRPr sz="1800" dirty="0" smtClean="0">
            <a:solidFill>
              <a:schemeClr val="tx1"/>
            </a:solidFill>
            <a:latin typeface="Meiryo UI" panose="020B0604030504040204" pitchFamily="50" charset="-128"/>
            <a:ea typeface="Meiryo UI" panose="020B0604030504040204" pitchFamily="50" charset="-128"/>
          </a:defRPr>
        </a:defPPr>
      </a:lstStyle>
    </a:spDef>
    <a:lnDef>
      <a:spPr bwMode="auto">
        <a:xfrm>
          <a:off x="0" y="0"/>
          <a:ext cx="1" cy="1"/>
        </a:xfrm>
        <a:custGeom>
          <a:avLst/>
          <a:gdLst/>
          <a:ahLst/>
          <a:cxnLst/>
          <a:rect l="0" t="0" r="0" b="0"/>
          <a:pathLst/>
        </a:custGeom>
        <a:noFill/>
        <a:ln w="9525" cap="flat" cmpd="sng" algn="ctr">
          <a:solidFill>
            <a:schemeClr val="tx1"/>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5000"/>
          </a:spcBef>
          <a:spcAft>
            <a:spcPct val="0"/>
          </a:spcAft>
          <a:buClrTx/>
          <a:buSzPct val="50000"/>
          <a:buFontTx/>
          <a:buChar char="•"/>
          <a:tabLst/>
          <a:defRPr kumimoji="1" lang="ja-JP" sz="1000" b="0" i="0" u="none" strike="noStrike" cap="none" normalizeH="0" baseline="0" smtClean="0">
            <a:ln>
              <a:noFill/>
            </a:ln>
            <a:solidFill>
              <a:schemeClr val="tx1"/>
            </a:solidFill>
            <a:effectLst/>
            <a:latin typeface="Meiryo UI" pitchFamily="50" charset="-128"/>
            <a:ea typeface="Meiryo UI" pitchFamily="50" charset="-128"/>
          </a:defRPr>
        </a:defPPr>
      </a:lstStyle>
    </a:lnDef>
    <a:txDef>
      <a:spPr>
        <a:noFill/>
      </a:spPr>
      <a:bodyPr wrap="square" rtlCol="0" anchor="t" anchorCtr="0">
        <a:noAutofit/>
      </a:bodyPr>
      <a:lstStyle>
        <a:defPPr algn="l">
          <a:spcBef>
            <a:spcPts val="600"/>
          </a:spcBef>
          <a:spcAft>
            <a:spcPts val="600"/>
          </a:spcAft>
          <a:buSzPct val="100000"/>
          <a:defRPr sz="1800" dirty="0" smtClean="0">
            <a:solidFill>
              <a:schemeClr val="tx1"/>
            </a:solidFill>
            <a:latin typeface="Meiryo UI" panose="020B0604030504040204" pitchFamily="50" charset="-128"/>
            <a:ea typeface="Meiryo UI" panose="020B0604030504040204" pitchFamily="50" charset="-128"/>
          </a:defRPr>
        </a:defPPr>
      </a:lstStyle>
    </a:txDef>
  </a:objectDefaults>
  <a:extraClrSchemeLst>
    <a:extraClrScheme>
      <a:clrScheme name="2_デザインの設定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デザインの設定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デザインの設定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デザインの設定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デザインの設定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デザインの設定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デザインの設定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デザインの設定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デザインの設定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デザインの設定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デザインの設定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デザインの設定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INTSパワーポイントテンプレート_ver2" id="{595A56E1-E10C-4657-A908-1D7C61ED7D91}" vid="{B4235D12-C5A0-48E9-A7EB-3F28742A5C2F}"/>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Meiryo UI" panose="020F0302020204030204"/>
        <a:ea typeface="Meiryo UI"/>
        <a:cs typeface="Meiryo UI"/>
        <a:font script="Jpan" typeface="Meiryo UI"/>
        <a:font script="Hang" typeface="Meiryo UI"/>
        <a:font script="Hans" typeface="Meiryo UI"/>
        <a:font script="Hant" typeface="Meiryo UI"/>
        <a:font script="Arab" typeface="Meiryo UI"/>
        <a:font script="Hebr" typeface="Meiryo UI"/>
        <a:font script="Thai" typeface="Meiryo UI"/>
        <a:font script="Ethi" typeface="Meiryo UI"/>
        <a:font script="Beng" typeface="Meiryo UI"/>
        <a:font script="Gujr" typeface="Meiryo UI"/>
        <a:font script="Khmr" typeface="Meiryo UI"/>
        <a:font script="Knda" typeface="Meiryo UI"/>
        <a:font script="Guru" typeface="Meiryo UI"/>
        <a:font script="Cans" typeface="Meiryo UI"/>
        <a:font script="Cher" typeface="Meiryo UI"/>
        <a:font script="Yiii" typeface="Meiryo UI"/>
        <a:font script="Tibt" typeface="Meiryo UI"/>
        <a:font script="Thaa" typeface="Meiryo UI"/>
        <a:font script="Deva" typeface="Meiryo UI"/>
        <a:font script="Telu" typeface="Meiryo UI"/>
        <a:font script="Taml" typeface="Meiryo UI"/>
        <a:font script="Syrc" typeface="Meiryo UI"/>
        <a:font script="Orya" typeface="Meiryo UI"/>
        <a:font script="Mlym" typeface="Meiryo UI"/>
        <a:font script="Laoo" typeface="Meiryo UI"/>
        <a:font script="Sinh" typeface="Meiryo UI"/>
        <a:font script="Mong" typeface="Meiryo UI"/>
        <a:font script="Viet" typeface="Meiryo UI"/>
        <a:font script="Uigh" typeface="Meiryo UI"/>
        <a:font script="Geor" typeface="Meiryo UI"/>
        <a:font script="Armn" typeface="Meiryo UI"/>
        <a:font script="Bugi" typeface="Meiryo UI"/>
        <a:font script="Bopo" typeface="Meiryo UI"/>
        <a:font script="Java" typeface="Meiryo UI"/>
        <a:font script="Lisu" typeface="Meiryo UI"/>
        <a:font script="Mymr" typeface="Meiryo UI"/>
        <a:font script="Nkoo" typeface="Meiryo UI"/>
        <a:font script="Olck" typeface="Meiryo UI"/>
        <a:font script="Osma" typeface="Meiryo UI"/>
        <a:font script="Phag" typeface="Meiryo UI"/>
        <a:font script="Syrn" typeface="Meiryo UI"/>
        <a:font script="Syrj" typeface="Meiryo UI"/>
        <a:font script="Syre" typeface="Meiryo UI"/>
        <a:font script="Sora" typeface="Meiryo UI"/>
        <a:font script="Tale" typeface="Meiryo UI"/>
        <a:font script="Talu" typeface="Meiryo UI"/>
        <a:font script="Tfng" typeface="Meiryo UI"/>
      </a:majorFont>
      <a:minorFont>
        <a:latin typeface="Meiryo UI" panose="020F0502020204030204"/>
        <a:ea typeface="Meiryo UI"/>
        <a:cs typeface="Meiryo UI"/>
        <a:font script="Jpan" typeface="Meiryo UI"/>
        <a:font script="Hang" typeface="Meiryo UI"/>
        <a:font script="Hans" typeface="Meiryo UI"/>
        <a:font script="Hant" typeface="Meiryo UI"/>
        <a:font script="Arab" typeface="Meiryo UI"/>
        <a:font script="Hebr" typeface="Meiryo UI"/>
        <a:font script="Thai" typeface="Meiryo UI"/>
        <a:font script="Ethi" typeface="Meiryo UI"/>
        <a:font script="Beng" typeface="Meiryo UI"/>
        <a:font script="Gujr" typeface="Meiryo UI"/>
        <a:font script="Khmr" typeface="Meiryo UI"/>
        <a:font script="Knda" typeface="Meiryo UI"/>
        <a:font script="Guru" typeface="Meiryo UI"/>
        <a:font script="Cans" typeface="Meiryo UI"/>
        <a:font script="Cher" typeface="Meiryo UI"/>
        <a:font script="Yiii" typeface="Meiryo UI"/>
        <a:font script="Tibt" typeface="Meiryo UI"/>
        <a:font script="Thaa" typeface="Meiryo UI"/>
        <a:font script="Deva" typeface="Meiryo UI"/>
        <a:font script="Telu" typeface="Meiryo UI"/>
        <a:font script="Taml" typeface="Meiryo UI"/>
        <a:font script="Syrc" typeface="Meiryo UI"/>
        <a:font script="Orya" typeface="Meiryo UI"/>
        <a:font script="Mlym" typeface="Meiryo UI"/>
        <a:font script="Laoo" typeface="Meiryo UI"/>
        <a:font script="Sinh" typeface="Meiryo UI"/>
        <a:font script="Mong" typeface="Meiryo UI"/>
        <a:font script="Viet" typeface="Meiryo UI"/>
        <a:font script="Uigh" typeface="Meiryo UI"/>
        <a:font script="Geor" typeface="Meiryo UI"/>
        <a:font script="Armn" typeface="Meiryo UI"/>
        <a:font script="Bugi" typeface="Meiryo UI"/>
        <a:font script="Bopo" typeface="Meiryo UI"/>
        <a:font script="Java" typeface="Meiryo UI"/>
        <a:font script="Lisu" typeface="Meiryo UI"/>
        <a:font script="Mymr" typeface="Meiryo UI"/>
        <a:font script="Nkoo" typeface="Meiryo UI"/>
        <a:font script="Olck" typeface="Meiryo UI"/>
        <a:font script="Osma" typeface="Meiryo UI"/>
        <a:font script="Phag" typeface="Meiryo UI"/>
        <a:font script="Syrn" typeface="Meiryo UI"/>
        <a:font script="Syrj" typeface="Meiryo UI"/>
        <a:font script="Syre" typeface="Meiryo UI"/>
        <a:font script="Sora" typeface="Meiryo UI"/>
        <a:font script="Tale" typeface="Meiryo UI"/>
        <a:font script="Talu" typeface="Meiryo UI"/>
        <a:font script="Tfng" typeface="Meiryo U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Meiryo UI" panose="02110004020202020204"/>
        <a:ea typeface="Meiryo UI"/>
        <a:cs typeface="Meiryo UI"/>
        <a:font script="Jpan" typeface="Meiryo UI"/>
        <a:font script="Hang" typeface="Meiryo UI"/>
        <a:font script="Hans" typeface="Meiryo UI"/>
        <a:font script="Hant" typeface="Meiryo UI"/>
        <a:font script="Arab" typeface="Meiryo UI"/>
        <a:font script="Hebr" typeface="Meiryo UI"/>
        <a:font script="Thai" typeface="Meiryo UI"/>
        <a:font script="Ethi" typeface="Meiryo UI"/>
        <a:font script="Beng" typeface="Meiryo UI"/>
        <a:font script="Gujr" typeface="Meiryo UI"/>
        <a:font script="Khmr" typeface="Meiryo UI"/>
        <a:font script="Knda" typeface="Meiryo UI"/>
        <a:font script="Guru" typeface="Meiryo UI"/>
        <a:font script="Cans" typeface="Meiryo UI"/>
        <a:font script="Cher" typeface="Meiryo UI"/>
        <a:font script="Yiii" typeface="Meiryo UI"/>
        <a:font script="Tibt" typeface="Meiryo UI"/>
        <a:font script="Thaa" typeface="Meiryo UI"/>
        <a:font script="Deva" typeface="Meiryo UI"/>
        <a:font script="Telu" typeface="Meiryo UI"/>
        <a:font script="Taml" typeface="Meiryo UI"/>
        <a:font script="Syrc" typeface="Meiryo UI"/>
        <a:font script="Orya" typeface="Meiryo UI"/>
        <a:font script="Mlym" typeface="Meiryo UI"/>
        <a:font script="Laoo" typeface="Meiryo UI"/>
        <a:font script="Sinh" typeface="Meiryo UI"/>
        <a:font script="Mong" typeface="Meiryo UI"/>
        <a:font script="Viet" typeface="Meiryo UI"/>
        <a:font script="Uigh" typeface="Meiryo UI"/>
        <a:font script="Geor" typeface="Meiryo UI"/>
        <a:font script="Armn" typeface="Meiryo UI"/>
        <a:font script="Bugi" typeface="Meiryo UI"/>
        <a:font script="Bopo" typeface="Meiryo UI"/>
        <a:font script="Java" typeface="Meiryo UI"/>
        <a:font script="Lisu" typeface="Meiryo UI"/>
        <a:font script="Mymr" typeface="Meiryo UI"/>
        <a:font script="Nkoo" typeface="Meiryo UI"/>
        <a:font script="Olck" typeface="Meiryo UI"/>
        <a:font script="Osma" typeface="Meiryo UI"/>
        <a:font script="Phag" typeface="Meiryo UI"/>
        <a:font script="Syrn" typeface="Meiryo UI"/>
        <a:font script="Syrj" typeface="Meiryo UI"/>
        <a:font script="Syre" typeface="Meiryo UI"/>
        <a:font script="Sora" typeface="Meiryo UI"/>
        <a:font script="Tale" typeface="Meiryo UI"/>
        <a:font script="Talu" typeface="Meiryo UI"/>
        <a:font script="Tfng" typeface="Meiryo UI"/>
      </a:majorFont>
      <a:minorFont>
        <a:latin typeface="Meiryo UI" panose="02110004020202020204"/>
        <a:ea typeface="Meiryo UI"/>
        <a:cs typeface="Meiryo UI"/>
        <a:font script="Jpan" typeface="Meiryo UI"/>
        <a:font script="Hang" typeface="Meiryo UI"/>
        <a:font script="Hans" typeface="Meiryo UI"/>
        <a:font script="Hant" typeface="Meiryo UI"/>
        <a:font script="Arab" typeface="Meiryo UI"/>
        <a:font script="Hebr" typeface="Meiryo UI"/>
        <a:font script="Thai" typeface="Meiryo UI"/>
        <a:font script="Ethi" typeface="Meiryo UI"/>
        <a:font script="Beng" typeface="Meiryo UI"/>
        <a:font script="Gujr" typeface="Meiryo UI"/>
        <a:font script="Khmr" typeface="Meiryo UI"/>
        <a:font script="Knda" typeface="Meiryo UI"/>
        <a:font script="Guru" typeface="Meiryo UI"/>
        <a:font script="Cans" typeface="Meiryo UI"/>
        <a:font script="Cher" typeface="Meiryo UI"/>
        <a:font script="Yiii" typeface="Meiryo UI"/>
        <a:font script="Tibt" typeface="Meiryo UI"/>
        <a:font script="Thaa" typeface="Meiryo UI"/>
        <a:font script="Deva" typeface="Meiryo UI"/>
        <a:font script="Telu" typeface="Meiryo UI"/>
        <a:font script="Taml" typeface="Meiryo UI"/>
        <a:font script="Syrc" typeface="Meiryo UI"/>
        <a:font script="Orya" typeface="Meiryo UI"/>
        <a:font script="Mlym" typeface="Meiryo UI"/>
        <a:font script="Laoo" typeface="Meiryo UI"/>
        <a:font script="Sinh" typeface="Meiryo UI"/>
        <a:font script="Mong" typeface="Meiryo UI"/>
        <a:font script="Viet" typeface="Meiryo UI"/>
        <a:font script="Uigh" typeface="Meiryo UI"/>
        <a:font script="Geor" typeface="Meiryo UI"/>
        <a:font script="Armn" typeface="Meiryo UI"/>
        <a:font script="Bugi" typeface="Meiryo UI"/>
        <a:font script="Bopo" typeface="Meiryo UI"/>
        <a:font script="Java" typeface="Meiryo UI"/>
        <a:font script="Lisu" typeface="Meiryo UI"/>
        <a:font script="Mymr" typeface="Meiryo UI"/>
        <a:font script="Nkoo" typeface="Meiryo UI"/>
        <a:font script="Olck" typeface="Meiryo UI"/>
        <a:font script="Osma" typeface="Meiryo UI"/>
        <a:font script="Phag" typeface="Meiryo UI"/>
        <a:font script="Syrn" typeface="Meiryo UI"/>
        <a:font script="Syrj" typeface="Meiryo UI"/>
        <a:font script="Syre" typeface="Meiryo UI"/>
        <a:font script="Sora" typeface="Meiryo UI"/>
        <a:font script="Tale" typeface="Meiryo UI"/>
        <a:font script="Talu" typeface="Meiryo UI"/>
        <a:font script="Tfng" typeface="Meiryo UI"/>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efa6f723-344b-49ca-ac78-9c57a5f057b4">
      <Terms xmlns="http://schemas.microsoft.com/office/infopath/2007/PartnerControls"/>
    </lcf76f155ced4ddcb4097134ff3c332f>
    <TaxCatchAll xmlns="459e6a3c-5902-4435-87ab-2bdedd1f794f" xsi:nil="true"/>
    <_x53c2__x8003__x8cc7__x6599_ xmlns="efa6f723-344b-49ca-ac78-9c57a5f057b4" xsi:nil="true"/>
  </documentManagement>
</p:properties>
</file>

<file path=customXml/item3.xml><?xml version="1.0" encoding="utf-8"?>
<ct:contentTypeSchema xmlns:ct="http://schemas.microsoft.com/office/2006/metadata/contentType" xmlns:ma="http://schemas.microsoft.com/office/2006/metadata/properties/metaAttributes" ct:_="" ma:_="" ma:contentTypeName="ドキュメント" ma:contentTypeID="0x010100F05D17238A6C3647A0677513C8FB4157" ma:contentTypeVersion="16" ma:contentTypeDescription="新しいドキュメントを作成します。" ma:contentTypeScope="" ma:versionID="e7ec7c0408f413ddb779ded87750bd33">
  <xsd:schema xmlns:xsd="http://www.w3.org/2001/XMLSchema" xmlns:xs="http://www.w3.org/2001/XMLSchema" xmlns:p="http://schemas.microsoft.com/office/2006/metadata/properties" xmlns:ns2="efa6f723-344b-49ca-ac78-9c57a5f057b4" xmlns:ns3="459e6a3c-5902-4435-87ab-2bdedd1f794f" targetNamespace="http://schemas.microsoft.com/office/2006/metadata/properties" ma:root="true" ma:fieldsID="cc4911dbe4d61fa5dd18730f2f9bf771" ns2:_="" ns3:_="">
    <xsd:import namespace="efa6f723-344b-49ca-ac78-9c57a5f057b4"/>
    <xsd:import namespace="459e6a3c-5902-4435-87ab-2bdedd1f794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element ref="ns2:MediaLengthInSeconds" minOccurs="0"/>
                <xsd:element ref="ns2:_x53c2__x8003__x8cc7__x6599_"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fa6f723-344b-49ca-ac78-9c57a5f057b4"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画像タグ" ma:readOnly="false" ma:fieldId="{5cf76f15-5ced-4ddc-b409-7134ff3c332f}" ma:taxonomyMulti="true" ma:sspId="3a51758a-f41d-49cd-b39d-03773b5dfc99"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MediaLengthInSeconds" ma:index="21" nillable="true" ma:displayName="MediaLengthInSeconds" ma:hidden="true" ma:internalName="MediaLengthInSeconds" ma:readOnly="true">
      <xsd:simpleType>
        <xsd:restriction base="dms:Unknown"/>
      </xsd:simpleType>
    </xsd:element>
    <xsd:element name="_x53c2__x8003__x8cc7__x6599_" ma:index="22" nillable="true" ma:displayName="参考資料" ma:format="Dropdown" ma:internalName="_x53c2__x8003__x8cc7__x6599_">
      <xsd:simpleType>
        <xsd:restriction base="dms:Text">
          <xsd:maxLength value="255"/>
        </xsd:restriction>
      </xsd:simpleType>
    </xsd:element>
    <xsd:element name="MediaServiceBillingMetadata" ma:index="23"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459e6a3c-5902-4435-87ab-2bdedd1f794f" elementFormDefault="qualified">
    <xsd:import namespace="http://schemas.microsoft.com/office/2006/documentManagement/types"/>
    <xsd:import namespace="http://schemas.microsoft.com/office/infopath/2007/PartnerControls"/>
    <xsd:element name="SharedWithUsers" ma:index="12" nillable="true" ma:displayName="共有相手"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共有相手の詳細情報" ma:internalName="SharedWithDetails" ma:readOnly="true">
      <xsd:simpleType>
        <xsd:restriction base="dms:Note">
          <xsd:maxLength value="255"/>
        </xsd:restriction>
      </xsd:simpleType>
    </xsd:element>
    <xsd:element name="TaxCatchAll" ma:index="16" nillable="true" ma:displayName="Taxonomy Catch All Column" ma:hidden="true" ma:list="{9480a837-5776-4f2a-bf51-11d0156b7e34}" ma:internalName="TaxCatchAll" ma:showField="CatchAllData" ma:web="459e6a3c-5902-4435-87ab-2bdedd1f794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67AEB18-29AC-4CC9-BBF1-018A23B053B0}">
  <ds:schemaRefs>
    <ds:schemaRef ds:uri="http://schemas.microsoft.com/sharepoint/v3/contenttype/forms"/>
  </ds:schemaRefs>
</ds:datastoreItem>
</file>

<file path=customXml/itemProps2.xml><?xml version="1.0" encoding="utf-8"?>
<ds:datastoreItem xmlns:ds="http://schemas.openxmlformats.org/officeDocument/2006/customXml" ds:itemID="{FA35348A-BAA2-439C-8E75-CD8A749B8E73}">
  <ds:schemaRefs>
    <ds:schemaRef ds:uri="http://purl.org/dc/elements/1.1/"/>
    <ds:schemaRef ds:uri="http://schemas.microsoft.com/office/2006/metadata/properties"/>
    <ds:schemaRef ds:uri="http://purl.org/dc/dcmitype/"/>
    <ds:schemaRef ds:uri="http://schemas.microsoft.com/office/2006/documentManagement/types"/>
    <ds:schemaRef ds:uri="http://purl.org/dc/terms/"/>
    <ds:schemaRef ds:uri="459e6a3c-5902-4435-87ab-2bdedd1f794f"/>
    <ds:schemaRef ds:uri="http://schemas.openxmlformats.org/package/2006/metadata/core-properties"/>
    <ds:schemaRef ds:uri="http://schemas.microsoft.com/office/infopath/2007/PartnerControls"/>
    <ds:schemaRef ds:uri="efa6f723-344b-49ca-ac78-9c57a5f057b4"/>
    <ds:schemaRef ds:uri="http://www.w3.org/XML/1998/namespace"/>
  </ds:schemaRefs>
</ds:datastoreItem>
</file>

<file path=customXml/itemProps3.xml><?xml version="1.0" encoding="utf-8"?>
<ds:datastoreItem xmlns:ds="http://schemas.openxmlformats.org/officeDocument/2006/customXml" ds:itemID="{DA97C624-B4EC-45CB-BBA9-F245A51C6BF0}"/>
</file>

<file path=docProps/app.xml><?xml version="1.0" encoding="utf-8"?>
<Properties xmlns="http://schemas.openxmlformats.org/officeDocument/2006/extended-properties" xmlns:vt="http://schemas.openxmlformats.org/officeDocument/2006/docPropsVTypes">
  <Template/>
  <TotalTime>261</TotalTime>
  <Words>376</Words>
  <Application>Microsoft Office PowerPoint</Application>
  <PresentationFormat>ワイド画面</PresentationFormat>
  <Paragraphs>20</Paragraphs>
  <Slides>7</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7</vt:i4>
      </vt:variant>
    </vt:vector>
  </HeadingPairs>
  <TitlesOfParts>
    <vt:vector size="13" baseType="lpstr">
      <vt:lpstr>HGS創英角ｺﾞｼｯｸUB</vt:lpstr>
      <vt:lpstr>Meiryo UI</vt:lpstr>
      <vt:lpstr>游ゴシック</vt:lpstr>
      <vt:lpstr>Arial</vt:lpstr>
      <vt:lpstr>Wingdings</vt:lpstr>
      <vt:lpstr>1_Strategy_ver1.0</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免責事項/Disclaimer</vt:lpstr>
      <vt:lpstr>INTLOOP Strategy Inc. All rights reserved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浅野 一奈</dc:creator>
  <cp:lastModifiedBy>玉井 俊行</cp:lastModifiedBy>
  <cp:revision>4</cp:revision>
  <dcterms:created xsi:type="dcterms:W3CDTF">2025-01-23T08:58:30Z</dcterms:created>
  <dcterms:modified xsi:type="dcterms:W3CDTF">2026-04-13T05:54:26Z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0x010100F05D17238A6C3647A0677513C8FB4157</vt:lpwstr>
  </property>
  <property fmtid="{D5CDD505-2E9C-101B-9397-08002B2CF9AE}" pid="3" name="MediaServiceImageTags">
    <vt:lpwstr/>
  </property>
</Properties>
</file>