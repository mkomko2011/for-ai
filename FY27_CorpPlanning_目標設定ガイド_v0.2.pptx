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901.xml" ContentType="application/vnd.openxmlformats-officedocument.presentationml.slide+xml"/>
  <Override PartName="/ppt/slides/slide90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2"/>
  </p:notesMasterIdLst>
  <p:handoutMasterIdLst>
    <p:handoutMasterId r:id="rId13"/>
  </p:handoutMasterIdLst>
  <p:sldIdLst>
    <p:sldId id="287" r:id="rId9"/>
    <p:sldId id="288" r:id="rId8"/>
    <p:sldId id="289" r:id="rId7"/>
    <p:sldId id="290" r:id="rId6"/>
    <p:sldId id="291" r:id="rId5"/>
    <p:sldId id="292" r:id="rId18"/>
    <p:sldId id="293" r:id="rId19"/>
    <p:sldId id="294" r:id="rId20"/>
    <p:sldId id="295" r:id="rId21"/>
    <p:sldId id="296" r:id="rId22"/>
    <p:sldId id="297" r:id="rId23"/>
    <p:sldId id="298" r:id="rId24"/>
    <p:sldId id="299" r:id="rId25"/>
    <p:sldId id="300" r:id="rId26"/>
    <p:sldId id="301" r:id="rId27"/>
    <p:sldId id="285" r:id="rId10"/>
    <p:sldId id="286" r:id="rId1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5"/>
    <p:restoredTop sz="96327"/>
  </p:normalViewPr>
  <p:slideViewPr>
    <p:cSldViewPr snapToGrid="0">
      <p:cViewPr varScale="1">
        <p:scale>
          <a:sx n="75" d="100"/>
          <a:sy n="75" d="100"/>
        </p:scale>
        <p:origin x="300" y="36"/>
      </p:cViewPr>
      <p:guideLst/>
    </p:cSldViewPr>
  </p:slideViewPr>
  <p:notesTextViewPr>
    <p:cViewPr>
      <p:scale>
        <a:sx n="1" d="1"/>
        <a:sy n="1" d="1"/>
      </p:scale>
      <p:origin x="0" y="0"/>
    </p:cViewPr>
  </p:notesTextViewPr>
  <p:notesViewPr>
    <p:cSldViewPr snapToGrid="0">
      <p:cViewPr varScale="1">
        <p:scale>
          <a:sx n="56" d="100"/>
          <a:sy n="56" d="100"/>
        </p:scale>
        <p:origin x="2588" y="5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7.xml"/><Relationship Id="rId6" Type="http://schemas.openxmlformats.org/officeDocument/2006/relationships/slide" Target="slides/slide6.xml"/><Relationship Id="rId7" Type="http://schemas.openxmlformats.org/officeDocument/2006/relationships/slide" Target="slides/slide5.xml"/><Relationship Id="rId8" Type="http://schemas.openxmlformats.org/officeDocument/2006/relationships/slide" Target="slides/slide4.xml"/><Relationship Id="rId9" Type="http://schemas.openxmlformats.org/officeDocument/2006/relationships/slide" Target="slides/slide3.xml"/><Relationship Id="rId10" Type="http://schemas.openxmlformats.org/officeDocument/2006/relationships/slide" Target="slides/slide901.xml"/><Relationship Id="rId11" Type="http://schemas.openxmlformats.org/officeDocument/2006/relationships/slide" Target="slides/slide902.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AE5CAA1C-C7BA-82EC-7E87-E3D24118A26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BDBB74CF-FC8B-4172-1B5B-E9076C79C85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35A473A-E3C9-49C9-B30C-95E0442FD256}" type="datetimeFigureOut">
              <a:rPr kumimoji="1" lang="ja-JP" altLang="en-US" smtClean="0"/>
              <a:t>2026/4/13</a:t>
            </a:fld>
            <a:endParaRPr kumimoji="1" lang="ja-JP" altLang="en-US"/>
          </a:p>
        </p:txBody>
      </p:sp>
      <p:sp>
        <p:nvSpPr>
          <p:cNvPr id="4" name="フッター プレースホルダー 3">
            <a:extLst>
              <a:ext uri="{FF2B5EF4-FFF2-40B4-BE49-F238E27FC236}">
                <a16:creationId xmlns:a16="http://schemas.microsoft.com/office/drawing/2014/main" id="{7FE92328-F7A0-6C59-DDDF-85C4957F27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FA658CBF-F943-705E-1FCF-4E77B79B4B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4F9B11F-CBED-4125-A22A-4A8000ACAA65}" type="slidenum">
              <a:rPr kumimoji="1" lang="ja-JP" altLang="en-US" smtClean="0"/>
              <a:t>‹#›</a:t>
            </a:fld>
            <a:endParaRPr kumimoji="1" lang="ja-JP" altLang="en-US"/>
          </a:p>
        </p:txBody>
      </p:sp>
    </p:spTree>
    <p:extLst>
      <p:ext uri="{BB962C8B-B14F-4D97-AF65-F5344CB8AC3E}">
        <p14:creationId xmlns:p14="http://schemas.microsoft.com/office/powerpoint/2010/main" val="12693249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1D945C-1212-0946-9C90-D637DBE07A34}" type="datetimeFigureOut">
              <a:rPr kumimoji="1" lang="ja-JP" altLang="en-US" smtClean="0"/>
              <a:t>2026/4/13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E9C79E-89DA-FD41-A360-7F9957E5B525}" type="slidenum">
              <a:rPr kumimoji="1" lang="ja-JP" altLang="en-US" smtClean="0"/>
              <a:t>‹#›</a:t>
            </a:fld>
            <a:endParaRPr kumimoji="1" lang="ja-JP" altLang="en-US"/>
          </a:p>
        </p:txBody>
      </p:sp>
    </p:spTree>
    <p:extLst>
      <p:ext uri="{BB962C8B-B14F-4D97-AF65-F5344CB8AC3E}">
        <p14:creationId xmlns:p14="http://schemas.microsoft.com/office/powerpoint/2010/main" val="224902595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表紙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6EEB661-9897-8A44-C81C-D1E4255E1A00}"/>
              </a:ext>
            </a:extLst>
          </p:cNvPr>
          <p:cNvSpPr>
            <a:spLocks noGrp="1"/>
          </p:cNvSpPr>
          <p:nvPr>
            <p:ph type="title"/>
          </p:nvPr>
        </p:nvSpPr>
        <p:spPr>
          <a:xfrm>
            <a:off x="821537" y="2103437"/>
            <a:ext cx="6397200" cy="1325563"/>
          </a:xfrm>
          <a:prstGeom prst="rect">
            <a:avLst/>
          </a:prstGeom>
        </p:spPr>
        <p:txBody>
          <a:bodyPr anchor="ctr"/>
          <a:lstStyle>
            <a:lvl1pPr>
              <a:defRPr sz="4000" b="1">
                <a:effectLst/>
              </a:defRPr>
            </a:lvl1pPr>
          </a:lstStyle>
          <a:p>
            <a:r>
              <a:rPr kumimoji="1" lang="ja-JP" altLang="en-US" dirty="0"/>
              <a:t>マスター タイトルの書式設定</a:t>
            </a:r>
          </a:p>
        </p:txBody>
      </p:sp>
      <p:sp>
        <p:nvSpPr>
          <p:cNvPr id="11" name="テキスト プレースホルダー 10">
            <a:extLst>
              <a:ext uri="{FF2B5EF4-FFF2-40B4-BE49-F238E27FC236}">
                <a16:creationId xmlns:a16="http://schemas.microsoft.com/office/drawing/2014/main" id="{4B2921CC-A1B2-E9DF-009A-ABBCC8C9A854}"/>
              </a:ext>
            </a:extLst>
          </p:cNvPr>
          <p:cNvSpPr>
            <a:spLocks noGrp="1"/>
          </p:cNvSpPr>
          <p:nvPr>
            <p:ph type="body" sz="quarter" idx="12" hasCustomPrompt="1"/>
          </p:nvPr>
        </p:nvSpPr>
        <p:spPr>
          <a:xfrm>
            <a:off x="821537" y="3728621"/>
            <a:ext cx="5400675" cy="860841"/>
          </a:xfrm>
          <a:prstGeom prst="rect">
            <a:avLst/>
          </a:prstGeom>
        </p:spPr>
        <p:txBody>
          <a:bodyPr/>
          <a:lstStyle>
            <a:lvl1pPr>
              <a:defRPr sz="2000">
                <a:latin typeface="+mj-lt"/>
              </a:defRPr>
            </a:lvl1pPr>
          </a:lstStyle>
          <a:p>
            <a:pPr lvl="0"/>
            <a:r>
              <a:rPr kumimoji="1" lang="en-US" altLang="ja-JP" sz="2000" dirty="0">
                <a:latin typeface="+mj-lt"/>
              </a:rPr>
              <a:t>INTLOOP</a:t>
            </a:r>
            <a:r>
              <a:rPr kumimoji="1" lang="ja-JP" altLang="en-US" sz="2000" dirty="0">
                <a:latin typeface="+mj-lt"/>
              </a:rPr>
              <a:t> </a:t>
            </a:r>
            <a:r>
              <a:rPr kumimoji="1" lang="en-US" altLang="ja-JP" sz="2000" dirty="0">
                <a:latin typeface="+mj-lt"/>
              </a:rPr>
              <a:t>Strategy</a:t>
            </a:r>
            <a:r>
              <a:rPr kumimoji="1" lang="ja-JP" altLang="en-US" sz="2000" dirty="0">
                <a:latin typeface="+mj-lt"/>
              </a:rPr>
              <a:t> 株式会社</a:t>
            </a:r>
            <a:endParaRPr kumimoji="1" lang="en-US" altLang="ja-JP" sz="2000" dirty="0">
              <a:latin typeface="+mj-lt"/>
            </a:endParaRPr>
          </a:p>
          <a:p>
            <a:pPr lvl="0"/>
            <a:r>
              <a:rPr kumimoji="1" lang="en-US" altLang="ja-JP" dirty="0" err="1"/>
              <a:t>yyyy</a:t>
            </a:r>
            <a:r>
              <a:rPr kumimoji="1" lang="ja-JP" altLang="en-US" dirty="0"/>
              <a:t>年</a:t>
            </a:r>
            <a:r>
              <a:rPr kumimoji="1" lang="en-US" altLang="ja-JP" dirty="0"/>
              <a:t>mm</a:t>
            </a:r>
            <a:r>
              <a:rPr kumimoji="1" lang="ja-JP" altLang="en-US" dirty="0"/>
              <a:t>月</a:t>
            </a:r>
            <a:r>
              <a:rPr kumimoji="1" lang="en-US" altLang="ja-JP" dirty="0"/>
              <a:t>dd</a:t>
            </a:r>
            <a:r>
              <a:rPr kumimoji="1" lang="ja-JP" altLang="en-US" dirty="0"/>
              <a:t>日</a:t>
            </a:r>
          </a:p>
        </p:txBody>
      </p:sp>
      <p:sp>
        <p:nvSpPr>
          <p:cNvPr id="10" name="Rectangle 6">
            <a:extLst>
              <a:ext uri="{FF2B5EF4-FFF2-40B4-BE49-F238E27FC236}">
                <a16:creationId xmlns:a16="http://schemas.microsoft.com/office/drawing/2014/main" id="{FD65CB81-12BB-4200-AC60-DA684D6698DA}"/>
              </a:ext>
            </a:extLst>
          </p:cNvPr>
          <p:cNvSpPr>
            <a:spLocks noChangeArrowheads="1"/>
          </p:cNvSpPr>
          <p:nvPr userDrawn="1"/>
        </p:nvSpPr>
        <p:spPr bwMode="gray">
          <a:xfrm>
            <a:off x="3019" y="6502370"/>
            <a:ext cx="10955663" cy="360000"/>
          </a:xfrm>
          <a:prstGeom prst="rect">
            <a:avLst/>
          </a:prstGeom>
          <a:noFill/>
          <a:ln>
            <a:noFill/>
          </a:ln>
        </p:spPr>
        <p:txBody>
          <a:bodyPr wrap="none" lIns="71594" tIns="37229" rIns="71594" bIns="37229" anchor="ctr"/>
          <a:lstStyle>
            <a:lvl1pPr eaLnBrk="0" hangingPunct="0">
              <a:defRPr kumimoji="1" sz="1000">
                <a:solidFill>
                  <a:schemeClr val="tx1"/>
                </a:solidFill>
                <a:latin typeface="HGS創英角ｺﾞｼｯｸUB" pitchFamily="50" charset="-128"/>
                <a:ea typeface="HGS創英角ｺﾞｼｯｸUB" pitchFamily="50" charset="-128"/>
              </a:defRPr>
            </a:lvl1pPr>
            <a:lvl2pPr marL="742950" indent="-285750" eaLnBrk="0" hangingPunct="0">
              <a:defRPr kumimoji="1" sz="1000">
                <a:solidFill>
                  <a:schemeClr val="tx1"/>
                </a:solidFill>
                <a:latin typeface="HGS創英角ｺﾞｼｯｸUB" pitchFamily="50" charset="-128"/>
                <a:ea typeface="HGS創英角ｺﾞｼｯｸUB" pitchFamily="50" charset="-128"/>
              </a:defRPr>
            </a:lvl2pPr>
            <a:lvl3pPr marL="1143000" indent="-228600" eaLnBrk="0" hangingPunct="0">
              <a:defRPr kumimoji="1" sz="1000">
                <a:solidFill>
                  <a:schemeClr val="tx1"/>
                </a:solidFill>
                <a:latin typeface="HGS創英角ｺﾞｼｯｸUB" pitchFamily="50" charset="-128"/>
                <a:ea typeface="HGS創英角ｺﾞｼｯｸUB" pitchFamily="50" charset="-128"/>
              </a:defRPr>
            </a:lvl3pPr>
            <a:lvl4pPr marL="1600200" indent="-228600" eaLnBrk="0" hangingPunct="0">
              <a:defRPr kumimoji="1" sz="1000">
                <a:solidFill>
                  <a:schemeClr val="tx1"/>
                </a:solidFill>
                <a:latin typeface="HGS創英角ｺﾞｼｯｸUB" pitchFamily="50" charset="-128"/>
                <a:ea typeface="HGS創英角ｺﾞｼｯｸUB" pitchFamily="50" charset="-128"/>
              </a:defRPr>
            </a:lvl4pPr>
            <a:lvl5pPr marL="2057400" indent="-228600" eaLnBrk="0" hangingPunct="0">
              <a:defRPr kumimoji="1" sz="1000">
                <a:solidFill>
                  <a:schemeClr val="tx1"/>
                </a:solidFill>
                <a:latin typeface="HGS創英角ｺﾞｼｯｸUB" pitchFamily="50" charset="-128"/>
                <a:ea typeface="HGS創英角ｺﾞｼｯｸUB"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9pPr>
          </a:lstStyle>
          <a:p>
            <a:pPr eaLnBrk="1" hangingPunct="1">
              <a:lnSpc>
                <a:spcPct val="70000"/>
              </a:lnSpc>
              <a:spcBef>
                <a:spcPct val="20000"/>
              </a:spcBef>
              <a:defRPr/>
            </a:pPr>
            <a:r>
              <a:rPr lang="en-US" altLang="ja-JP" sz="637">
                <a:solidFill>
                  <a:schemeClr val="bg1"/>
                </a:solidFill>
                <a:latin typeface="Meiryo UI" panose="020B0604030504040204" pitchFamily="50" charset="-128"/>
                <a:ea typeface="Meiryo UI" panose="020B0604030504040204" pitchFamily="50" charset="-128"/>
              </a:rPr>
              <a:t>© INTLOOP INC All rights, reserved.</a:t>
            </a:r>
            <a:r>
              <a:rPr lang="ja-JP" altLang="en-US" sz="637">
                <a:solidFill>
                  <a:schemeClr val="bg1"/>
                </a:solidFill>
                <a:latin typeface="Meiryo UI" panose="020B0604030504040204" pitchFamily="50" charset="-128"/>
                <a:ea typeface="Meiryo UI" panose="020B0604030504040204" pitchFamily="50" charset="-128"/>
              </a:rPr>
              <a:t>　</a:t>
            </a:r>
            <a:r>
              <a:rPr lang="en-US" altLang="ja-JP" sz="637">
                <a:solidFill>
                  <a:schemeClr val="bg1"/>
                </a:solidFill>
                <a:latin typeface="Meiryo UI" panose="020B0604030504040204" pitchFamily="50" charset="-128"/>
                <a:ea typeface="Meiryo UI" panose="020B0604030504040204" pitchFamily="50" charset="-128"/>
              </a:rPr>
              <a:t>Proprietary and Confidential</a:t>
            </a:r>
          </a:p>
        </p:txBody>
      </p:sp>
      <p:sp>
        <p:nvSpPr>
          <p:cNvPr id="4" name="Rectangle 6">
            <a:extLst>
              <a:ext uri="{FF2B5EF4-FFF2-40B4-BE49-F238E27FC236}">
                <a16:creationId xmlns:a16="http://schemas.microsoft.com/office/drawing/2014/main" id="{EDCB2787-3A75-5334-F18D-936C8C25B227}"/>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HGS創英角ｺﾞｼｯｸUB" pitchFamily="50" charset="-128"/>
                <a:ea typeface="HGS創英角ｺﾞｼｯｸUB" pitchFamily="50" charset="-128"/>
              </a:defRPr>
            </a:lvl1pPr>
            <a:lvl2pPr marL="742950" indent="-285750" eaLnBrk="0" hangingPunct="0">
              <a:defRPr kumimoji="1" sz="1000">
                <a:solidFill>
                  <a:schemeClr val="tx1"/>
                </a:solidFill>
                <a:latin typeface="HGS創英角ｺﾞｼｯｸUB" pitchFamily="50" charset="-128"/>
                <a:ea typeface="HGS創英角ｺﾞｼｯｸUB" pitchFamily="50" charset="-128"/>
              </a:defRPr>
            </a:lvl2pPr>
            <a:lvl3pPr marL="1143000" indent="-228600" eaLnBrk="0" hangingPunct="0">
              <a:defRPr kumimoji="1" sz="1000">
                <a:solidFill>
                  <a:schemeClr val="tx1"/>
                </a:solidFill>
                <a:latin typeface="HGS創英角ｺﾞｼｯｸUB" pitchFamily="50" charset="-128"/>
                <a:ea typeface="HGS創英角ｺﾞｼｯｸUB" pitchFamily="50" charset="-128"/>
              </a:defRPr>
            </a:lvl3pPr>
            <a:lvl4pPr marL="1600200" indent="-228600" eaLnBrk="0" hangingPunct="0">
              <a:defRPr kumimoji="1" sz="1000">
                <a:solidFill>
                  <a:schemeClr val="tx1"/>
                </a:solidFill>
                <a:latin typeface="HGS創英角ｺﾞｼｯｸUB" pitchFamily="50" charset="-128"/>
                <a:ea typeface="HGS創英角ｺﾞｼｯｸUB" pitchFamily="50" charset="-128"/>
              </a:defRPr>
            </a:lvl4pPr>
            <a:lvl5pPr marL="2057400" indent="-228600" eaLnBrk="0" hangingPunct="0">
              <a:defRPr kumimoji="1" sz="1000">
                <a:solidFill>
                  <a:schemeClr val="tx1"/>
                </a:solidFill>
                <a:latin typeface="HGS創英角ｺﾞｼｯｸUB" pitchFamily="50" charset="-128"/>
                <a:ea typeface="HGS創英角ｺﾞｼｯｸUB"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9pPr>
          </a:lstStyle>
          <a:p>
            <a:pPr eaLnBrk="1" hangingPunct="1">
              <a:lnSpc>
                <a:spcPct val="70000"/>
              </a:lnSpc>
              <a:spcBef>
                <a:spcPct val="20000"/>
              </a:spcBef>
              <a:defRPr/>
            </a:pPr>
            <a:r>
              <a:rPr lang="en-US" altLang="ja-JP" sz="783" dirty="0">
                <a:latin typeface="+mn-lt"/>
              </a:rPr>
              <a:t>© INTLOOP</a:t>
            </a:r>
            <a:r>
              <a:rPr lang="ja-JP" altLang="en-US" sz="783" dirty="0">
                <a:latin typeface="+mn-lt"/>
              </a:rPr>
              <a:t> </a:t>
            </a:r>
            <a:r>
              <a:rPr lang="en-US" altLang="ja-JP" sz="783" dirty="0">
                <a:latin typeface="+mn-lt"/>
              </a:rPr>
              <a:t>Strategy Inc. All rights, reserved.</a:t>
            </a:r>
            <a:r>
              <a:rPr lang="ja-JP" altLang="en-US" sz="783" dirty="0">
                <a:latin typeface="+mn-lt"/>
              </a:rPr>
              <a:t>　</a:t>
            </a:r>
            <a:r>
              <a:rPr lang="en-US" altLang="ja-JP" sz="783" dirty="0">
                <a:latin typeface="+mn-lt"/>
              </a:rPr>
              <a:t>Proprietary and Confidential</a:t>
            </a:r>
          </a:p>
        </p:txBody>
      </p:sp>
      <p:sp>
        <p:nvSpPr>
          <p:cNvPr id="8" name="スライド番号プレースホルダー 2">
            <a:extLst>
              <a:ext uri="{FF2B5EF4-FFF2-40B4-BE49-F238E27FC236}">
                <a16:creationId xmlns:a16="http://schemas.microsoft.com/office/drawing/2014/main" id="{EA389AFD-51AC-45A7-B56B-A2A808A7AFAD}"/>
              </a:ext>
            </a:extLst>
          </p:cNvPr>
          <p:cNvSpPr>
            <a:spLocks noGrp="1"/>
          </p:cNvSpPr>
          <p:nvPr>
            <p:ph type="sldNum" sz="quarter" idx="4"/>
          </p:nvPr>
        </p:nvSpPr>
        <p:spPr>
          <a:xfrm>
            <a:off x="9338630" y="6489520"/>
            <a:ext cx="2743200" cy="365125"/>
          </a:xfrm>
          <a:prstGeom prst="rect">
            <a:avLst/>
          </a:prstGeom>
        </p:spPr>
        <p:txBody>
          <a:bodyPr vert="horz" lIns="91440" tIns="45720" rIns="91440" bIns="45720" rtlCol="0" anchor="ctr"/>
          <a:lstStyle>
            <a:lvl1pPr algn="r">
              <a:defRPr sz="1200" b="1">
                <a:solidFill>
                  <a:schemeClr val="tx1"/>
                </a:solidFill>
              </a:defRPr>
            </a:lvl1pPr>
          </a:lstStyle>
          <a:p>
            <a:fld id="{3344C913-8B6A-184F-9D73-5173E441A31D}" type="slidenum">
              <a:rPr lang="ja-JP" altLang="en-US" smtClean="0"/>
              <a:pPr/>
              <a:t>‹#›</a:t>
            </a:fld>
            <a:endParaRPr lang="ja-JP" altLang="en-US"/>
          </a:p>
        </p:txBody>
      </p:sp>
    </p:spTree>
    <p:extLst>
      <p:ext uri="{BB962C8B-B14F-4D97-AF65-F5344CB8AC3E}">
        <p14:creationId xmlns:p14="http://schemas.microsoft.com/office/powerpoint/2010/main" val="1054445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表紙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6">
            <a:extLst>
              <a:ext uri="{FF2B5EF4-FFF2-40B4-BE49-F238E27FC236}">
                <a16:creationId xmlns:a16="http://schemas.microsoft.com/office/drawing/2014/main" id="{FD65CB81-12BB-4200-AC60-DA684D6698DA}"/>
              </a:ext>
            </a:extLst>
          </p:cNvPr>
          <p:cNvSpPr>
            <a:spLocks noChangeArrowheads="1"/>
          </p:cNvSpPr>
          <p:nvPr userDrawn="1"/>
        </p:nvSpPr>
        <p:spPr bwMode="gray">
          <a:xfrm>
            <a:off x="3019" y="6502370"/>
            <a:ext cx="10955663" cy="360000"/>
          </a:xfrm>
          <a:prstGeom prst="rect">
            <a:avLst/>
          </a:prstGeom>
          <a:noFill/>
          <a:ln>
            <a:noFill/>
          </a:ln>
        </p:spPr>
        <p:txBody>
          <a:bodyPr wrap="none" lIns="71594" tIns="37229" rIns="71594" bIns="37229" anchor="ctr"/>
          <a:lstStyle>
            <a:lvl1pPr eaLnBrk="0" hangingPunct="0">
              <a:defRPr kumimoji="1" sz="1000">
                <a:solidFill>
                  <a:schemeClr val="tx1"/>
                </a:solidFill>
                <a:latin typeface="HGS創英角ｺﾞｼｯｸUB" pitchFamily="50" charset="-128"/>
                <a:ea typeface="HGS創英角ｺﾞｼｯｸUB" pitchFamily="50" charset="-128"/>
              </a:defRPr>
            </a:lvl1pPr>
            <a:lvl2pPr marL="742950" indent="-285750" eaLnBrk="0" hangingPunct="0">
              <a:defRPr kumimoji="1" sz="1000">
                <a:solidFill>
                  <a:schemeClr val="tx1"/>
                </a:solidFill>
                <a:latin typeface="HGS創英角ｺﾞｼｯｸUB" pitchFamily="50" charset="-128"/>
                <a:ea typeface="HGS創英角ｺﾞｼｯｸUB" pitchFamily="50" charset="-128"/>
              </a:defRPr>
            </a:lvl2pPr>
            <a:lvl3pPr marL="1143000" indent="-228600" eaLnBrk="0" hangingPunct="0">
              <a:defRPr kumimoji="1" sz="1000">
                <a:solidFill>
                  <a:schemeClr val="tx1"/>
                </a:solidFill>
                <a:latin typeface="HGS創英角ｺﾞｼｯｸUB" pitchFamily="50" charset="-128"/>
                <a:ea typeface="HGS創英角ｺﾞｼｯｸUB" pitchFamily="50" charset="-128"/>
              </a:defRPr>
            </a:lvl3pPr>
            <a:lvl4pPr marL="1600200" indent="-228600" eaLnBrk="0" hangingPunct="0">
              <a:defRPr kumimoji="1" sz="1000">
                <a:solidFill>
                  <a:schemeClr val="tx1"/>
                </a:solidFill>
                <a:latin typeface="HGS創英角ｺﾞｼｯｸUB" pitchFamily="50" charset="-128"/>
                <a:ea typeface="HGS創英角ｺﾞｼｯｸUB" pitchFamily="50" charset="-128"/>
              </a:defRPr>
            </a:lvl4pPr>
            <a:lvl5pPr marL="2057400" indent="-228600" eaLnBrk="0" hangingPunct="0">
              <a:defRPr kumimoji="1" sz="1000">
                <a:solidFill>
                  <a:schemeClr val="tx1"/>
                </a:solidFill>
                <a:latin typeface="HGS創英角ｺﾞｼｯｸUB" pitchFamily="50" charset="-128"/>
                <a:ea typeface="HGS創英角ｺﾞｼｯｸUB"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9pPr>
          </a:lstStyle>
          <a:p>
            <a:pPr eaLnBrk="1" hangingPunct="1">
              <a:lnSpc>
                <a:spcPct val="70000"/>
              </a:lnSpc>
              <a:spcBef>
                <a:spcPct val="20000"/>
              </a:spcBef>
              <a:defRPr/>
            </a:pPr>
            <a:r>
              <a:rPr lang="en-US" altLang="ja-JP" sz="637">
                <a:solidFill>
                  <a:schemeClr val="bg1"/>
                </a:solidFill>
                <a:latin typeface="Meiryo UI" panose="020B0604030504040204" pitchFamily="50" charset="-128"/>
                <a:ea typeface="Meiryo UI" panose="020B0604030504040204" pitchFamily="50" charset="-128"/>
              </a:rPr>
              <a:t>© INTLOOP INC All rights, reserved.</a:t>
            </a:r>
            <a:r>
              <a:rPr lang="ja-JP" altLang="en-US" sz="637">
                <a:solidFill>
                  <a:schemeClr val="bg1"/>
                </a:solidFill>
                <a:latin typeface="Meiryo UI" panose="020B0604030504040204" pitchFamily="50" charset="-128"/>
                <a:ea typeface="Meiryo UI" panose="020B0604030504040204" pitchFamily="50" charset="-128"/>
              </a:rPr>
              <a:t>　</a:t>
            </a:r>
            <a:r>
              <a:rPr lang="en-US" altLang="ja-JP" sz="637">
                <a:solidFill>
                  <a:schemeClr val="bg1"/>
                </a:solidFill>
                <a:latin typeface="Meiryo UI" panose="020B0604030504040204" pitchFamily="50" charset="-128"/>
                <a:ea typeface="Meiryo UI" panose="020B0604030504040204" pitchFamily="50" charset="-128"/>
              </a:rPr>
              <a:t>Proprietary and Confidential</a:t>
            </a:r>
          </a:p>
        </p:txBody>
      </p:sp>
      <p:sp>
        <p:nvSpPr>
          <p:cNvPr id="2" name="テキスト ボックス 1">
            <a:extLst>
              <a:ext uri="{FF2B5EF4-FFF2-40B4-BE49-F238E27FC236}">
                <a16:creationId xmlns:a16="http://schemas.microsoft.com/office/drawing/2014/main" id="{8C66A714-71CB-DFA3-41D1-8929E128813C}"/>
              </a:ext>
            </a:extLst>
          </p:cNvPr>
          <p:cNvSpPr txBox="1"/>
          <p:nvPr userDrawn="1"/>
        </p:nvSpPr>
        <p:spPr>
          <a:xfrm>
            <a:off x="9312965" y="3299791"/>
            <a:ext cx="0" cy="0"/>
          </a:xfrm>
          <a:prstGeom prst="rect">
            <a:avLst/>
          </a:prstGeom>
          <a:noFill/>
        </p:spPr>
        <p:txBody>
          <a:bodyPr wrap="none" rtlCol="0" anchor="t" anchorCtr="0">
            <a:noAutofit/>
          </a:bodyPr>
          <a:lstStyle/>
          <a:p>
            <a:pPr algn="l">
              <a:spcBef>
                <a:spcPts val="600"/>
              </a:spcBef>
              <a:spcAft>
                <a:spcPts val="600"/>
              </a:spcAft>
              <a:buSzPct val="100000"/>
            </a:pPr>
            <a:endParaRPr kumimoji="1" lang="ja-JP" altLang="en-US" sz="1800" dirty="0">
              <a:solidFill>
                <a:schemeClr val="tx1"/>
              </a:solidFill>
              <a:latin typeface="Meiryo UI" panose="020B0604030504040204" pitchFamily="50" charset="-128"/>
              <a:ea typeface="Meiryo UI" panose="020B0604030504040204" pitchFamily="50" charset="-128"/>
            </a:endParaRPr>
          </a:p>
        </p:txBody>
      </p:sp>
      <p:sp>
        <p:nvSpPr>
          <p:cNvPr id="5" name="Rectangle 6">
            <a:extLst>
              <a:ext uri="{FF2B5EF4-FFF2-40B4-BE49-F238E27FC236}">
                <a16:creationId xmlns:a16="http://schemas.microsoft.com/office/drawing/2014/main" id="{055D6A02-84A0-ED09-E2ED-D8B50229AE39}"/>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HGS創英角ｺﾞｼｯｸUB" pitchFamily="50" charset="-128"/>
                <a:ea typeface="HGS創英角ｺﾞｼｯｸUB" pitchFamily="50" charset="-128"/>
              </a:defRPr>
            </a:lvl1pPr>
            <a:lvl2pPr marL="742950" indent="-285750" eaLnBrk="0" hangingPunct="0">
              <a:defRPr kumimoji="1" sz="1000">
                <a:solidFill>
                  <a:schemeClr val="tx1"/>
                </a:solidFill>
                <a:latin typeface="HGS創英角ｺﾞｼｯｸUB" pitchFamily="50" charset="-128"/>
                <a:ea typeface="HGS創英角ｺﾞｼｯｸUB" pitchFamily="50" charset="-128"/>
              </a:defRPr>
            </a:lvl2pPr>
            <a:lvl3pPr marL="1143000" indent="-228600" eaLnBrk="0" hangingPunct="0">
              <a:defRPr kumimoji="1" sz="1000">
                <a:solidFill>
                  <a:schemeClr val="tx1"/>
                </a:solidFill>
                <a:latin typeface="HGS創英角ｺﾞｼｯｸUB" pitchFamily="50" charset="-128"/>
                <a:ea typeface="HGS創英角ｺﾞｼｯｸUB" pitchFamily="50" charset="-128"/>
              </a:defRPr>
            </a:lvl3pPr>
            <a:lvl4pPr marL="1600200" indent="-228600" eaLnBrk="0" hangingPunct="0">
              <a:defRPr kumimoji="1" sz="1000">
                <a:solidFill>
                  <a:schemeClr val="tx1"/>
                </a:solidFill>
                <a:latin typeface="HGS創英角ｺﾞｼｯｸUB" pitchFamily="50" charset="-128"/>
                <a:ea typeface="HGS創英角ｺﾞｼｯｸUB" pitchFamily="50" charset="-128"/>
              </a:defRPr>
            </a:lvl4pPr>
            <a:lvl5pPr marL="2057400" indent="-228600" eaLnBrk="0" hangingPunct="0">
              <a:defRPr kumimoji="1" sz="1000">
                <a:solidFill>
                  <a:schemeClr val="tx1"/>
                </a:solidFill>
                <a:latin typeface="HGS創英角ｺﾞｼｯｸUB" pitchFamily="50" charset="-128"/>
                <a:ea typeface="HGS創英角ｺﾞｼｯｸUB"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9pPr>
          </a:lstStyle>
          <a:p>
            <a:pPr eaLnBrk="1" hangingPunct="1">
              <a:lnSpc>
                <a:spcPct val="70000"/>
              </a:lnSpc>
              <a:spcBef>
                <a:spcPct val="20000"/>
              </a:spcBef>
              <a:defRPr/>
            </a:pPr>
            <a:r>
              <a:rPr lang="en-US" altLang="ja-JP" sz="783" dirty="0">
                <a:latin typeface="+mn-lt"/>
              </a:rPr>
              <a:t>© INTLOOP</a:t>
            </a:r>
            <a:r>
              <a:rPr lang="ja-JP" altLang="en-US" sz="783" dirty="0">
                <a:latin typeface="+mn-lt"/>
              </a:rPr>
              <a:t> </a:t>
            </a:r>
            <a:r>
              <a:rPr lang="en-US" altLang="ja-JP" sz="783" dirty="0">
                <a:latin typeface="+mn-lt"/>
              </a:rPr>
              <a:t>Strategy Inc. All rights, reserved.</a:t>
            </a:r>
            <a:r>
              <a:rPr lang="ja-JP" altLang="en-US" sz="783" dirty="0">
                <a:latin typeface="+mn-lt"/>
              </a:rPr>
              <a:t>　</a:t>
            </a:r>
            <a:r>
              <a:rPr lang="en-US" altLang="ja-JP" sz="783" dirty="0">
                <a:latin typeface="+mn-lt"/>
              </a:rPr>
              <a:t>Proprietary and Confidential</a:t>
            </a:r>
          </a:p>
        </p:txBody>
      </p:sp>
      <p:sp>
        <p:nvSpPr>
          <p:cNvPr id="6" name="テキスト プレースホルダー 10">
            <a:extLst>
              <a:ext uri="{FF2B5EF4-FFF2-40B4-BE49-F238E27FC236}">
                <a16:creationId xmlns:a16="http://schemas.microsoft.com/office/drawing/2014/main" id="{78A7F5DD-B6FC-136A-B476-AA2388BFB113}"/>
              </a:ext>
            </a:extLst>
          </p:cNvPr>
          <p:cNvSpPr>
            <a:spLocks noGrp="1"/>
          </p:cNvSpPr>
          <p:nvPr>
            <p:ph type="body" sz="quarter" idx="12" hasCustomPrompt="1"/>
          </p:nvPr>
        </p:nvSpPr>
        <p:spPr>
          <a:xfrm>
            <a:off x="821537" y="3728621"/>
            <a:ext cx="5400675" cy="860841"/>
          </a:xfrm>
          <a:prstGeom prst="rect">
            <a:avLst/>
          </a:prstGeom>
        </p:spPr>
        <p:txBody>
          <a:bodyPr/>
          <a:lstStyle>
            <a:lvl1pPr>
              <a:defRPr sz="2000">
                <a:latin typeface="+mj-lt"/>
              </a:defRPr>
            </a:lvl1pPr>
          </a:lstStyle>
          <a:p>
            <a:pPr lvl="0"/>
            <a:r>
              <a:rPr kumimoji="1" lang="en-US" altLang="ja-JP" sz="2000" dirty="0">
                <a:latin typeface="+mj-lt"/>
              </a:rPr>
              <a:t>INTLOOP</a:t>
            </a:r>
            <a:r>
              <a:rPr kumimoji="1" lang="ja-JP" altLang="en-US" sz="2000" dirty="0">
                <a:latin typeface="+mj-lt"/>
              </a:rPr>
              <a:t> </a:t>
            </a:r>
            <a:r>
              <a:rPr kumimoji="1" lang="en-US" altLang="ja-JP" sz="2000" dirty="0">
                <a:latin typeface="+mj-lt"/>
              </a:rPr>
              <a:t>Strategy</a:t>
            </a:r>
            <a:r>
              <a:rPr kumimoji="1" lang="ja-JP" altLang="en-US" sz="2000" dirty="0">
                <a:latin typeface="+mj-lt"/>
              </a:rPr>
              <a:t> 株式会社</a:t>
            </a:r>
            <a:endParaRPr kumimoji="1" lang="en-US" altLang="ja-JP" sz="2000" dirty="0">
              <a:latin typeface="+mj-lt"/>
            </a:endParaRPr>
          </a:p>
          <a:p>
            <a:pPr lvl="0"/>
            <a:r>
              <a:rPr kumimoji="1" lang="en-US" altLang="ja-JP" dirty="0" err="1"/>
              <a:t>yyyy</a:t>
            </a:r>
            <a:r>
              <a:rPr kumimoji="1" lang="ja-JP" altLang="en-US" dirty="0"/>
              <a:t>年</a:t>
            </a:r>
            <a:r>
              <a:rPr kumimoji="1" lang="en-US" altLang="ja-JP" dirty="0"/>
              <a:t>mm</a:t>
            </a:r>
            <a:r>
              <a:rPr kumimoji="1" lang="ja-JP" altLang="en-US" dirty="0"/>
              <a:t>月</a:t>
            </a:r>
            <a:r>
              <a:rPr kumimoji="1" lang="en-US" altLang="ja-JP" dirty="0"/>
              <a:t>dd</a:t>
            </a:r>
            <a:r>
              <a:rPr kumimoji="1" lang="ja-JP" altLang="en-US" dirty="0"/>
              <a:t>日</a:t>
            </a:r>
          </a:p>
        </p:txBody>
      </p:sp>
      <p:sp>
        <p:nvSpPr>
          <p:cNvPr id="7" name="スライド番号プレースホルダー 2">
            <a:extLst>
              <a:ext uri="{FF2B5EF4-FFF2-40B4-BE49-F238E27FC236}">
                <a16:creationId xmlns:a16="http://schemas.microsoft.com/office/drawing/2014/main" id="{34114EE6-4A1D-6294-637E-EB9D998A41EF}"/>
              </a:ext>
            </a:extLst>
          </p:cNvPr>
          <p:cNvSpPr>
            <a:spLocks noGrp="1"/>
          </p:cNvSpPr>
          <p:nvPr>
            <p:ph type="sldNum" sz="quarter" idx="4"/>
          </p:nvPr>
        </p:nvSpPr>
        <p:spPr>
          <a:xfrm>
            <a:off x="9338630" y="6489520"/>
            <a:ext cx="2743200" cy="365125"/>
          </a:xfrm>
          <a:prstGeom prst="rect">
            <a:avLst/>
          </a:prstGeom>
        </p:spPr>
        <p:txBody>
          <a:bodyPr vert="horz" lIns="91440" tIns="45720" rIns="91440" bIns="45720" rtlCol="0" anchor="ctr"/>
          <a:lstStyle>
            <a:lvl1pPr algn="r">
              <a:defRPr sz="1200" b="1">
                <a:solidFill>
                  <a:schemeClr val="tx1"/>
                </a:solidFill>
              </a:defRPr>
            </a:lvl1pPr>
          </a:lstStyle>
          <a:p>
            <a:fld id="{3344C913-8B6A-184F-9D73-5173E441A31D}" type="slidenum">
              <a:rPr lang="ja-JP" altLang="en-US" smtClean="0"/>
              <a:pPr/>
              <a:t>‹#›</a:t>
            </a:fld>
            <a:endParaRPr lang="ja-JP" altLang="en-US"/>
          </a:p>
        </p:txBody>
      </p:sp>
      <p:sp>
        <p:nvSpPr>
          <p:cNvPr id="8" name="タイトル 4">
            <a:extLst>
              <a:ext uri="{FF2B5EF4-FFF2-40B4-BE49-F238E27FC236}">
                <a16:creationId xmlns:a16="http://schemas.microsoft.com/office/drawing/2014/main" id="{8D221E5D-0AB2-A7DA-D5E3-82F2EC580A3B}"/>
              </a:ext>
            </a:extLst>
          </p:cNvPr>
          <p:cNvSpPr>
            <a:spLocks noGrp="1"/>
          </p:cNvSpPr>
          <p:nvPr>
            <p:ph type="title"/>
          </p:nvPr>
        </p:nvSpPr>
        <p:spPr>
          <a:xfrm>
            <a:off x="821537" y="2103437"/>
            <a:ext cx="6397200" cy="1325563"/>
          </a:xfrm>
          <a:prstGeom prst="rect">
            <a:avLst/>
          </a:prstGeom>
        </p:spPr>
        <p:txBody>
          <a:bodyPr anchor="ctr"/>
          <a:lstStyle>
            <a:lvl1pPr>
              <a:defRPr sz="4000" b="1">
                <a:effectLst/>
              </a:defRPr>
            </a:lvl1pPr>
          </a:lstStyle>
          <a:p>
            <a:r>
              <a:rPr kumimoji="1" lang="ja-JP" altLang="en-US" dirty="0"/>
              <a:t>マスター タイトルの書式設定</a:t>
            </a:r>
          </a:p>
        </p:txBody>
      </p:sp>
    </p:spTree>
    <p:extLst>
      <p:ext uri="{BB962C8B-B14F-4D97-AF65-F5344CB8AC3E}">
        <p14:creationId xmlns:p14="http://schemas.microsoft.com/office/powerpoint/2010/main" val="147728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表紙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6">
            <a:extLst>
              <a:ext uri="{FF2B5EF4-FFF2-40B4-BE49-F238E27FC236}">
                <a16:creationId xmlns:a16="http://schemas.microsoft.com/office/drawing/2014/main" id="{FD65CB81-12BB-4200-AC60-DA684D6698DA}"/>
              </a:ext>
            </a:extLst>
          </p:cNvPr>
          <p:cNvSpPr>
            <a:spLocks noChangeArrowheads="1"/>
          </p:cNvSpPr>
          <p:nvPr userDrawn="1"/>
        </p:nvSpPr>
        <p:spPr bwMode="gray">
          <a:xfrm>
            <a:off x="3019" y="6502370"/>
            <a:ext cx="10955663" cy="360000"/>
          </a:xfrm>
          <a:prstGeom prst="rect">
            <a:avLst/>
          </a:prstGeom>
          <a:noFill/>
          <a:ln>
            <a:noFill/>
          </a:ln>
        </p:spPr>
        <p:txBody>
          <a:bodyPr wrap="none" lIns="71594" tIns="37229" rIns="71594" bIns="37229" anchor="ctr"/>
          <a:lstStyle>
            <a:lvl1pPr eaLnBrk="0" hangingPunct="0">
              <a:defRPr kumimoji="1" sz="1000">
                <a:solidFill>
                  <a:schemeClr val="tx1"/>
                </a:solidFill>
                <a:latin typeface="HGS創英角ｺﾞｼｯｸUB" pitchFamily="50" charset="-128"/>
                <a:ea typeface="HGS創英角ｺﾞｼｯｸUB" pitchFamily="50" charset="-128"/>
              </a:defRPr>
            </a:lvl1pPr>
            <a:lvl2pPr marL="742950" indent="-285750" eaLnBrk="0" hangingPunct="0">
              <a:defRPr kumimoji="1" sz="1000">
                <a:solidFill>
                  <a:schemeClr val="tx1"/>
                </a:solidFill>
                <a:latin typeface="HGS創英角ｺﾞｼｯｸUB" pitchFamily="50" charset="-128"/>
                <a:ea typeface="HGS創英角ｺﾞｼｯｸUB" pitchFamily="50" charset="-128"/>
              </a:defRPr>
            </a:lvl2pPr>
            <a:lvl3pPr marL="1143000" indent="-228600" eaLnBrk="0" hangingPunct="0">
              <a:defRPr kumimoji="1" sz="1000">
                <a:solidFill>
                  <a:schemeClr val="tx1"/>
                </a:solidFill>
                <a:latin typeface="HGS創英角ｺﾞｼｯｸUB" pitchFamily="50" charset="-128"/>
                <a:ea typeface="HGS創英角ｺﾞｼｯｸUB" pitchFamily="50" charset="-128"/>
              </a:defRPr>
            </a:lvl3pPr>
            <a:lvl4pPr marL="1600200" indent="-228600" eaLnBrk="0" hangingPunct="0">
              <a:defRPr kumimoji="1" sz="1000">
                <a:solidFill>
                  <a:schemeClr val="tx1"/>
                </a:solidFill>
                <a:latin typeface="HGS創英角ｺﾞｼｯｸUB" pitchFamily="50" charset="-128"/>
                <a:ea typeface="HGS創英角ｺﾞｼｯｸUB" pitchFamily="50" charset="-128"/>
              </a:defRPr>
            </a:lvl4pPr>
            <a:lvl5pPr marL="2057400" indent="-228600" eaLnBrk="0" hangingPunct="0">
              <a:defRPr kumimoji="1" sz="1000">
                <a:solidFill>
                  <a:schemeClr val="tx1"/>
                </a:solidFill>
                <a:latin typeface="HGS創英角ｺﾞｼｯｸUB" pitchFamily="50" charset="-128"/>
                <a:ea typeface="HGS創英角ｺﾞｼｯｸUB"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9pPr>
          </a:lstStyle>
          <a:p>
            <a:pPr eaLnBrk="1" hangingPunct="1">
              <a:lnSpc>
                <a:spcPct val="70000"/>
              </a:lnSpc>
              <a:spcBef>
                <a:spcPct val="20000"/>
              </a:spcBef>
              <a:defRPr/>
            </a:pPr>
            <a:r>
              <a:rPr lang="en-US" altLang="ja-JP" sz="637">
                <a:solidFill>
                  <a:schemeClr val="bg1"/>
                </a:solidFill>
                <a:latin typeface="Meiryo UI" panose="020B0604030504040204" pitchFamily="50" charset="-128"/>
                <a:ea typeface="Meiryo UI" panose="020B0604030504040204" pitchFamily="50" charset="-128"/>
              </a:rPr>
              <a:t>© INTLOOP INC All rights, reserved.</a:t>
            </a:r>
            <a:r>
              <a:rPr lang="ja-JP" altLang="en-US" sz="637">
                <a:solidFill>
                  <a:schemeClr val="bg1"/>
                </a:solidFill>
                <a:latin typeface="Meiryo UI" panose="020B0604030504040204" pitchFamily="50" charset="-128"/>
                <a:ea typeface="Meiryo UI" panose="020B0604030504040204" pitchFamily="50" charset="-128"/>
              </a:rPr>
              <a:t>　</a:t>
            </a:r>
            <a:r>
              <a:rPr lang="en-US" altLang="ja-JP" sz="637">
                <a:solidFill>
                  <a:schemeClr val="bg1"/>
                </a:solidFill>
                <a:latin typeface="Meiryo UI" panose="020B0604030504040204" pitchFamily="50" charset="-128"/>
                <a:ea typeface="Meiryo UI" panose="020B0604030504040204" pitchFamily="50" charset="-128"/>
              </a:rPr>
              <a:t>Proprietary and Confidential</a:t>
            </a:r>
          </a:p>
        </p:txBody>
      </p:sp>
      <p:sp>
        <p:nvSpPr>
          <p:cNvPr id="2" name="スライド番号プレースホルダー 1">
            <a:extLst>
              <a:ext uri="{FF2B5EF4-FFF2-40B4-BE49-F238E27FC236}">
                <a16:creationId xmlns:a16="http://schemas.microsoft.com/office/drawing/2014/main" id="{B537E608-195C-81DA-097B-2E702BD43CEF}"/>
              </a:ext>
            </a:extLst>
          </p:cNvPr>
          <p:cNvSpPr>
            <a:spLocks noGrp="1"/>
          </p:cNvSpPr>
          <p:nvPr>
            <p:ph type="sldNum" sz="quarter" idx="10"/>
          </p:nvPr>
        </p:nvSpPr>
        <p:spPr>
          <a:xfrm>
            <a:off x="9335611" y="6361475"/>
            <a:ext cx="2743200" cy="360000"/>
          </a:xfrm>
        </p:spPr>
        <p:txBody>
          <a:bodyPr/>
          <a:lstStyle/>
          <a:p>
            <a:fld id="{3344C913-8B6A-184F-9D73-5173E441A31D}" type="slidenum">
              <a:rPr kumimoji="1" lang="ja-JP" altLang="en-US" smtClean="0"/>
              <a:t>‹#›</a:t>
            </a:fld>
            <a:endParaRPr kumimoji="1" lang="ja-JP" altLang="en-US"/>
          </a:p>
        </p:txBody>
      </p:sp>
      <p:sp>
        <p:nvSpPr>
          <p:cNvPr id="6" name="Rectangle 6">
            <a:extLst>
              <a:ext uri="{FF2B5EF4-FFF2-40B4-BE49-F238E27FC236}">
                <a16:creationId xmlns:a16="http://schemas.microsoft.com/office/drawing/2014/main" id="{819F049E-DC04-5E4C-F86E-493676C1C2C5}"/>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HGS創英角ｺﾞｼｯｸUB" pitchFamily="50" charset="-128"/>
                <a:ea typeface="HGS創英角ｺﾞｼｯｸUB" pitchFamily="50" charset="-128"/>
              </a:defRPr>
            </a:lvl1pPr>
            <a:lvl2pPr marL="742950" indent="-285750" eaLnBrk="0" hangingPunct="0">
              <a:defRPr kumimoji="1" sz="1000">
                <a:solidFill>
                  <a:schemeClr val="tx1"/>
                </a:solidFill>
                <a:latin typeface="HGS創英角ｺﾞｼｯｸUB" pitchFamily="50" charset="-128"/>
                <a:ea typeface="HGS創英角ｺﾞｼｯｸUB" pitchFamily="50" charset="-128"/>
              </a:defRPr>
            </a:lvl2pPr>
            <a:lvl3pPr marL="1143000" indent="-228600" eaLnBrk="0" hangingPunct="0">
              <a:defRPr kumimoji="1" sz="1000">
                <a:solidFill>
                  <a:schemeClr val="tx1"/>
                </a:solidFill>
                <a:latin typeface="HGS創英角ｺﾞｼｯｸUB" pitchFamily="50" charset="-128"/>
                <a:ea typeface="HGS創英角ｺﾞｼｯｸUB" pitchFamily="50" charset="-128"/>
              </a:defRPr>
            </a:lvl3pPr>
            <a:lvl4pPr marL="1600200" indent="-228600" eaLnBrk="0" hangingPunct="0">
              <a:defRPr kumimoji="1" sz="1000">
                <a:solidFill>
                  <a:schemeClr val="tx1"/>
                </a:solidFill>
                <a:latin typeface="HGS創英角ｺﾞｼｯｸUB" pitchFamily="50" charset="-128"/>
                <a:ea typeface="HGS創英角ｺﾞｼｯｸUB" pitchFamily="50" charset="-128"/>
              </a:defRPr>
            </a:lvl4pPr>
            <a:lvl5pPr marL="2057400" indent="-228600" eaLnBrk="0" hangingPunct="0">
              <a:defRPr kumimoji="1" sz="1000">
                <a:solidFill>
                  <a:schemeClr val="tx1"/>
                </a:solidFill>
                <a:latin typeface="HGS創英角ｺﾞｼｯｸUB" pitchFamily="50" charset="-128"/>
                <a:ea typeface="HGS創英角ｺﾞｼｯｸUB"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9pPr>
          </a:lstStyle>
          <a:p>
            <a:pPr eaLnBrk="1" hangingPunct="1">
              <a:lnSpc>
                <a:spcPct val="70000"/>
              </a:lnSpc>
              <a:spcBef>
                <a:spcPct val="20000"/>
              </a:spcBef>
              <a:defRPr/>
            </a:pPr>
            <a:r>
              <a:rPr lang="en-US" altLang="ja-JP" sz="783" dirty="0">
                <a:latin typeface="+mn-lt"/>
              </a:rPr>
              <a:t>© INTLOOP</a:t>
            </a:r>
            <a:r>
              <a:rPr lang="ja-JP" altLang="en-US" sz="783" dirty="0">
                <a:latin typeface="+mn-lt"/>
              </a:rPr>
              <a:t> </a:t>
            </a:r>
            <a:r>
              <a:rPr lang="en-US" altLang="ja-JP" sz="783" dirty="0">
                <a:latin typeface="+mn-lt"/>
              </a:rPr>
              <a:t>Strategy Inc. All rights, reserved.</a:t>
            </a:r>
            <a:r>
              <a:rPr lang="ja-JP" altLang="en-US" sz="783" dirty="0">
                <a:latin typeface="+mn-lt"/>
              </a:rPr>
              <a:t>　</a:t>
            </a:r>
            <a:r>
              <a:rPr lang="en-US" altLang="ja-JP" sz="783" dirty="0">
                <a:latin typeface="+mn-lt"/>
              </a:rPr>
              <a:t>Proprietary and Confidential</a:t>
            </a:r>
          </a:p>
        </p:txBody>
      </p:sp>
      <p:sp>
        <p:nvSpPr>
          <p:cNvPr id="4" name="テキスト プレースホルダー 10">
            <a:extLst>
              <a:ext uri="{FF2B5EF4-FFF2-40B4-BE49-F238E27FC236}">
                <a16:creationId xmlns:a16="http://schemas.microsoft.com/office/drawing/2014/main" id="{29D71687-3540-012F-3F36-46F73CF60F57}"/>
              </a:ext>
            </a:extLst>
          </p:cNvPr>
          <p:cNvSpPr>
            <a:spLocks noGrp="1"/>
          </p:cNvSpPr>
          <p:nvPr>
            <p:ph type="body" sz="quarter" idx="12" hasCustomPrompt="1"/>
          </p:nvPr>
        </p:nvSpPr>
        <p:spPr>
          <a:xfrm>
            <a:off x="821537" y="3728621"/>
            <a:ext cx="5400675" cy="860841"/>
          </a:xfrm>
          <a:prstGeom prst="rect">
            <a:avLst/>
          </a:prstGeom>
        </p:spPr>
        <p:txBody>
          <a:bodyPr/>
          <a:lstStyle>
            <a:lvl1pPr>
              <a:defRPr sz="2000">
                <a:latin typeface="+mj-lt"/>
              </a:defRPr>
            </a:lvl1pPr>
          </a:lstStyle>
          <a:p>
            <a:pPr lvl="0"/>
            <a:r>
              <a:rPr kumimoji="1" lang="en-US" altLang="ja-JP" sz="2000" dirty="0">
                <a:latin typeface="+mj-lt"/>
              </a:rPr>
              <a:t>INTLOOP</a:t>
            </a:r>
            <a:r>
              <a:rPr kumimoji="1" lang="ja-JP" altLang="en-US" sz="2000" dirty="0">
                <a:latin typeface="+mj-lt"/>
              </a:rPr>
              <a:t> </a:t>
            </a:r>
            <a:r>
              <a:rPr kumimoji="1" lang="en-US" altLang="ja-JP" sz="2000" dirty="0">
                <a:latin typeface="+mj-lt"/>
              </a:rPr>
              <a:t>Strategy</a:t>
            </a:r>
            <a:r>
              <a:rPr kumimoji="1" lang="ja-JP" altLang="en-US" sz="2000" dirty="0">
                <a:latin typeface="+mj-lt"/>
              </a:rPr>
              <a:t> 株式会社</a:t>
            </a:r>
            <a:endParaRPr kumimoji="1" lang="en-US" altLang="ja-JP" sz="2000" dirty="0">
              <a:latin typeface="+mj-lt"/>
            </a:endParaRPr>
          </a:p>
          <a:p>
            <a:pPr lvl="0"/>
            <a:r>
              <a:rPr kumimoji="1" lang="en-US" altLang="ja-JP" dirty="0" err="1"/>
              <a:t>yyyy</a:t>
            </a:r>
            <a:r>
              <a:rPr kumimoji="1" lang="ja-JP" altLang="en-US" dirty="0"/>
              <a:t>年</a:t>
            </a:r>
            <a:r>
              <a:rPr kumimoji="1" lang="en-US" altLang="ja-JP" dirty="0"/>
              <a:t>mm</a:t>
            </a:r>
            <a:r>
              <a:rPr kumimoji="1" lang="ja-JP" altLang="en-US" dirty="0"/>
              <a:t>月</a:t>
            </a:r>
            <a:r>
              <a:rPr kumimoji="1" lang="en-US" altLang="ja-JP" dirty="0"/>
              <a:t>dd</a:t>
            </a:r>
            <a:r>
              <a:rPr kumimoji="1" lang="ja-JP" altLang="en-US" dirty="0"/>
              <a:t>日</a:t>
            </a:r>
          </a:p>
        </p:txBody>
      </p:sp>
      <p:sp>
        <p:nvSpPr>
          <p:cNvPr id="5" name="タイトル 4">
            <a:extLst>
              <a:ext uri="{FF2B5EF4-FFF2-40B4-BE49-F238E27FC236}">
                <a16:creationId xmlns:a16="http://schemas.microsoft.com/office/drawing/2014/main" id="{99067286-7CDD-06F5-2E69-0B4D8F05A2A4}"/>
              </a:ext>
            </a:extLst>
          </p:cNvPr>
          <p:cNvSpPr>
            <a:spLocks noGrp="1"/>
          </p:cNvSpPr>
          <p:nvPr>
            <p:ph type="title"/>
          </p:nvPr>
        </p:nvSpPr>
        <p:spPr>
          <a:xfrm>
            <a:off x="821537" y="2103437"/>
            <a:ext cx="6397200" cy="1325563"/>
          </a:xfrm>
          <a:prstGeom prst="rect">
            <a:avLst/>
          </a:prstGeom>
        </p:spPr>
        <p:txBody>
          <a:bodyPr anchor="ctr"/>
          <a:lstStyle>
            <a:lvl1pPr>
              <a:defRPr sz="4000" b="1">
                <a:effectLst/>
              </a:defRPr>
            </a:lvl1pPr>
          </a:lstStyle>
          <a:p>
            <a:r>
              <a:rPr kumimoji="1" lang="ja-JP" altLang="en-US" dirty="0"/>
              <a:t>マスター タイトルの書式設定</a:t>
            </a:r>
          </a:p>
        </p:txBody>
      </p:sp>
    </p:spTree>
    <p:extLst>
      <p:ext uri="{BB962C8B-B14F-4D97-AF65-F5344CB8AC3E}">
        <p14:creationId xmlns:p14="http://schemas.microsoft.com/office/powerpoint/2010/main" val="325215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表紙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6">
            <a:extLst>
              <a:ext uri="{FF2B5EF4-FFF2-40B4-BE49-F238E27FC236}">
                <a16:creationId xmlns:a16="http://schemas.microsoft.com/office/drawing/2014/main" id="{FD65CB81-12BB-4200-AC60-DA684D6698DA}"/>
              </a:ext>
            </a:extLst>
          </p:cNvPr>
          <p:cNvSpPr>
            <a:spLocks noChangeArrowheads="1"/>
          </p:cNvSpPr>
          <p:nvPr userDrawn="1"/>
        </p:nvSpPr>
        <p:spPr bwMode="gray">
          <a:xfrm>
            <a:off x="3019" y="6502370"/>
            <a:ext cx="10955663" cy="360000"/>
          </a:xfrm>
          <a:prstGeom prst="rect">
            <a:avLst/>
          </a:prstGeom>
          <a:noFill/>
          <a:ln>
            <a:noFill/>
          </a:ln>
        </p:spPr>
        <p:txBody>
          <a:bodyPr wrap="none" lIns="71594" tIns="37229" rIns="71594" bIns="37229" anchor="ctr"/>
          <a:lstStyle>
            <a:lvl1pPr eaLnBrk="0" hangingPunct="0">
              <a:defRPr kumimoji="1" sz="1000">
                <a:solidFill>
                  <a:schemeClr val="tx1"/>
                </a:solidFill>
                <a:latin typeface="HGS創英角ｺﾞｼｯｸUB" pitchFamily="50" charset="-128"/>
                <a:ea typeface="HGS創英角ｺﾞｼｯｸUB" pitchFamily="50" charset="-128"/>
              </a:defRPr>
            </a:lvl1pPr>
            <a:lvl2pPr marL="742950" indent="-285750" eaLnBrk="0" hangingPunct="0">
              <a:defRPr kumimoji="1" sz="1000">
                <a:solidFill>
                  <a:schemeClr val="tx1"/>
                </a:solidFill>
                <a:latin typeface="HGS創英角ｺﾞｼｯｸUB" pitchFamily="50" charset="-128"/>
                <a:ea typeface="HGS創英角ｺﾞｼｯｸUB" pitchFamily="50" charset="-128"/>
              </a:defRPr>
            </a:lvl2pPr>
            <a:lvl3pPr marL="1143000" indent="-228600" eaLnBrk="0" hangingPunct="0">
              <a:defRPr kumimoji="1" sz="1000">
                <a:solidFill>
                  <a:schemeClr val="tx1"/>
                </a:solidFill>
                <a:latin typeface="HGS創英角ｺﾞｼｯｸUB" pitchFamily="50" charset="-128"/>
                <a:ea typeface="HGS創英角ｺﾞｼｯｸUB" pitchFamily="50" charset="-128"/>
              </a:defRPr>
            </a:lvl3pPr>
            <a:lvl4pPr marL="1600200" indent="-228600" eaLnBrk="0" hangingPunct="0">
              <a:defRPr kumimoji="1" sz="1000">
                <a:solidFill>
                  <a:schemeClr val="tx1"/>
                </a:solidFill>
                <a:latin typeface="HGS創英角ｺﾞｼｯｸUB" pitchFamily="50" charset="-128"/>
                <a:ea typeface="HGS創英角ｺﾞｼｯｸUB" pitchFamily="50" charset="-128"/>
              </a:defRPr>
            </a:lvl4pPr>
            <a:lvl5pPr marL="2057400" indent="-228600" eaLnBrk="0" hangingPunct="0">
              <a:defRPr kumimoji="1" sz="1000">
                <a:solidFill>
                  <a:schemeClr val="tx1"/>
                </a:solidFill>
                <a:latin typeface="HGS創英角ｺﾞｼｯｸUB" pitchFamily="50" charset="-128"/>
                <a:ea typeface="HGS創英角ｺﾞｼｯｸUB"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9pPr>
          </a:lstStyle>
          <a:p>
            <a:pPr eaLnBrk="1" hangingPunct="1">
              <a:lnSpc>
                <a:spcPct val="70000"/>
              </a:lnSpc>
              <a:spcBef>
                <a:spcPct val="20000"/>
              </a:spcBef>
              <a:defRPr/>
            </a:pPr>
            <a:r>
              <a:rPr lang="en-US" altLang="ja-JP" sz="637">
                <a:solidFill>
                  <a:schemeClr val="bg1"/>
                </a:solidFill>
                <a:latin typeface="Meiryo UI" panose="020B0604030504040204" pitchFamily="50" charset="-128"/>
                <a:ea typeface="Meiryo UI" panose="020B0604030504040204" pitchFamily="50" charset="-128"/>
              </a:rPr>
              <a:t>© INTLOOP INC All rights, reserved.</a:t>
            </a:r>
            <a:r>
              <a:rPr lang="ja-JP" altLang="en-US" sz="637">
                <a:solidFill>
                  <a:schemeClr val="bg1"/>
                </a:solidFill>
                <a:latin typeface="Meiryo UI" panose="020B0604030504040204" pitchFamily="50" charset="-128"/>
                <a:ea typeface="Meiryo UI" panose="020B0604030504040204" pitchFamily="50" charset="-128"/>
              </a:rPr>
              <a:t>　</a:t>
            </a:r>
            <a:r>
              <a:rPr lang="en-US" altLang="ja-JP" sz="637">
                <a:solidFill>
                  <a:schemeClr val="bg1"/>
                </a:solidFill>
                <a:latin typeface="Meiryo UI" panose="020B0604030504040204" pitchFamily="50" charset="-128"/>
                <a:ea typeface="Meiryo UI" panose="020B0604030504040204" pitchFamily="50" charset="-128"/>
              </a:rPr>
              <a:t>Proprietary and Confidential</a:t>
            </a:r>
          </a:p>
        </p:txBody>
      </p:sp>
      <p:sp>
        <p:nvSpPr>
          <p:cNvPr id="2" name="スライド番号プレースホルダー 1">
            <a:extLst>
              <a:ext uri="{FF2B5EF4-FFF2-40B4-BE49-F238E27FC236}">
                <a16:creationId xmlns:a16="http://schemas.microsoft.com/office/drawing/2014/main" id="{10A72968-F5C5-B5C6-6C9D-8221831914CC}"/>
              </a:ext>
            </a:extLst>
          </p:cNvPr>
          <p:cNvSpPr>
            <a:spLocks noGrp="1"/>
          </p:cNvSpPr>
          <p:nvPr>
            <p:ph type="sldNum" sz="quarter" idx="10"/>
          </p:nvPr>
        </p:nvSpPr>
        <p:spPr/>
        <p:txBody>
          <a:bodyPr/>
          <a:lstStyle/>
          <a:p>
            <a:fld id="{3344C913-8B6A-184F-9D73-5173E441A31D}" type="slidenum">
              <a:rPr lang="ja-JP" altLang="en-US" smtClean="0"/>
              <a:pPr/>
              <a:t>‹#›</a:t>
            </a:fld>
            <a:endParaRPr lang="ja-JP" altLang="en-US"/>
          </a:p>
        </p:txBody>
      </p:sp>
      <p:sp>
        <p:nvSpPr>
          <p:cNvPr id="6" name="Rectangle 6">
            <a:extLst>
              <a:ext uri="{FF2B5EF4-FFF2-40B4-BE49-F238E27FC236}">
                <a16:creationId xmlns:a16="http://schemas.microsoft.com/office/drawing/2014/main" id="{20E4B17A-D5E4-D580-13C8-F4BA070F84BC}"/>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HGS創英角ｺﾞｼｯｸUB" pitchFamily="50" charset="-128"/>
                <a:ea typeface="HGS創英角ｺﾞｼｯｸUB" pitchFamily="50" charset="-128"/>
              </a:defRPr>
            </a:lvl1pPr>
            <a:lvl2pPr marL="742950" indent="-285750" eaLnBrk="0" hangingPunct="0">
              <a:defRPr kumimoji="1" sz="1000">
                <a:solidFill>
                  <a:schemeClr val="tx1"/>
                </a:solidFill>
                <a:latin typeface="HGS創英角ｺﾞｼｯｸUB" pitchFamily="50" charset="-128"/>
                <a:ea typeface="HGS創英角ｺﾞｼｯｸUB" pitchFamily="50" charset="-128"/>
              </a:defRPr>
            </a:lvl2pPr>
            <a:lvl3pPr marL="1143000" indent="-228600" eaLnBrk="0" hangingPunct="0">
              <a:defRPr kumimoji="1" sz="1000">
                <a:solidFill>
                  <a:schemeClr val="tx1"/>
                </a:solidFill>
                <a:latin typeface="HGS創英角ｺﾞｼｯｸUB" pitchFamily="50" charset="-128"/>
                <a:ea typeface="HGS創英角ｺﾞｼｯｸUB" pitchFamily="50" charset="-128"/>
              </a:defRPr>
            </a:lvl3pPr>
            <a:lvl4pPr marL="1600200" indent="-228600" eaLnBrk="0" hangingPunct="0">
              <a:defRPr kumimoji="1" sz="1000">
                <a:solidFill>
                  <a:schemeClr val="tx1"/>
                </a:solidFill>
                <a:latin typeface="HGS創英角ｺﾞｼｯｸUB" pitchFamily="50" charset="-128"/>
                <a:ea typeface="HGS創英角ｺﾞｼｯｸUB" pitchFamily="50" charset="-128"/>
              </a:defRPr>
            </a:lvl4pPr>
            <a:lvl5pPr marL="2057400" indent="-228600" eaLnBrk="0" hangingPunct="0">
              <a:defRPr kumimoji="1" sz="1000">
                <a:solidFill>
                  <a:schemeClr val="tx1"/>
                </a:solidFill>
                <a:latin typeface="HGS創英角ｺﾞｼｯｸUB" pitchFamily="50" charset="-128"/>
                <a:ea typeface="HGS創英角ｺﾞｼｯｸUB"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9pPr>
          </a:lstStyle>
          <a:p>
            <a:pPr eaLnBrk="1" hangingPunct="1">
              <a:lnSpc>
                <a:spcPct val="70000"/>
              </a:lnSpc>
              <a:spcBef>
                <a:spcPct val="20000"/>
              </a:spcBef>
              <a:defRPr/>
            </a:pPr>
            <a:r>
              <a:rPr lang="en-US" altLang="ja-JP" sz="783" dirty="0">
                <a:latin typeface="+mn-lt"/>
              </a:rPr>
              <a:t>© INTLOOP</a:t>
            </a:r>
            <a:r>
              <a:rPr lang="ja-JP" altLang="en-US" sz="783" dirty="0">
                <a:latin typeface="+mn-lt"/>
              </a:rPr>
              <a:t> </a:t>
            </a:r>
            <a:r>
              <a:rPr lang="en-US" altLang="ja-JP" sz="783" dirty="0">
                <a:latin typeface="+mn-lt"/>
              </a:rPr>
              <a:t>Strategy Inc. All rights, reserved.</a:t>
            </a:r>
            <a:r>
              <a:rPr lang="ja-JP" altLang="en-US" sz="783" dirty="0">
                <a:latin typeface="+mn-lt"/>
              </a:rPr>
              <a:t>　</a:t>
            </a:r>
            <a:r>
              <a:rPr lang="en-US" altLang="ja-JP" sz="783" dirty="0">
                <a:latin typeface="+mn-lt"/>
              </a:rPr>
              <a:t>Proprietary and Confidential</a:t>
            </a:r>
          </a:p>
        </p:txBody>
      </p:sp>
      <p:sp>
        <p:nvSpPr>
          <p:cNvPr id="4" name="テキスト プレースホルダー 10">
            <a:extLst>
              <a:ext uri="{FF2B5EF4-FFF2-40B4-BE49-F238E27FC236}">
                <a16:creationId xmlns:a16="http://schemas.microsoft.com/office/drawing/2014/main" id="{B906012B-1778-F750-6FBB-FBA89B0CF9DE}"/>
              </a:ext>
            </a:extLst>
          </p:cNvPr>
          <p:cNvSpPr>
            <a:spLocks noGrp="1"/>
          </p:cNvSpPr>
          <p:nvPr>
            <p:ph type="body" sz="quarter" idx="12" hasCustomPrompt="1"/>
          </p:nvPr>
        </p:nvSpPr>
        <p:spPr>
          <a:xfrm>
            <a:off x="821537" y="3728621"/>
            <a:ext cx="5400675" cy="860841"/>
          </a:xfrm>
          <a:prstGeom prst="rect">
            <a:avLst/>
          </a:prstGeom>
        </p:spPr>
        <p:txBody>
          <a:bodyPr/>
          <a:lstStyle>
            <a:lvl1pPr>
              <a:defRPr sz="2000">
                <a:latin typeface="+mj-lt"/>
              </a:defRPr>
            </a:lvl1pPr>
          </a:lstStyle>
          <a:p>
            <a:pPr lvl="0"/>
            <a:r>
              <a:rPr kumimoji="1" lang="en-US" altLang="ja-JP" sz="2000" dirty="0">
                <a:latin typeface="+mj-lt"/>
              </a:rPr>
              <a:t>INTLOOP</a:t>
            </a:r>
            <a:r>
              <a:rPr kumimoji="1" lang="ja-JP" altLang="en-US" sz="2000" dirty="0">
                <a:latin typeface="+mj-lt"/>
              </a:rPr>
              <a:t> </a:t>
            </a:r>
            <a:r>
              <a:rPr kumimoji="1" lang="en-US" altLang="ja-JP" sz="2000" dirty="0">
                <a:latin typeface="+mj-lt"/>
              </a:rPr>
              <a:t>Strategy</a:t>
            </a:r>
            <a:r>
              <a:rPr kumimoji="1" lang="ja-JP" altLang="en-US" sz="2000" dirty="0">
                <a:latin typeface="+mj-lt"/>
              </a:rPr>
              <a:t> 株式会社</a:t>
            </a:r>
            <a:endParaRPr kumimoji="1" lang="en-US" altLang="ja-JP" sz="2000" dirty="0">
              <a:latin typeface="+mj-lt"/>
            </a:endParaRPr>
          </a:p>
          <a:p>
            <a:pPr lvl="0"/>
            <a:r>
              <a:rPr kumimoji="1" lang="en-US" altLang="ja-JP" dirty="0" err="1"/>
              <a:t>yyyy</a:t>
            </a:r>
            <a:r>
              <a:rPr kumimoji="1" lang="ja-JP" altLang="en-US" dirty="0"/>
              <a:t>年</a:t>
            </a:r>
            <a:r>
              <a:rPr kumimoji="1" lang="en-US" altLang="ja-JP" dirty="0"/>
              <a:t>mm</a:t>
            </a:r>
            <a:r>
              <a:rPr kumimoji="1" lang="ja-JP" altLang="en-US" dirty="0"/>
              <a:t>月</a:t>
            </a:r>
            <a:r>
              <a:rPr kumimoji="1" lang="en-US" altLang="ja-JP" dirty="0"/>
              <a:t>dd</a:t>
            </a:r>
            <a:r>
              <a:rPr kumimoji="1" lang="ja-JP" altLang="en-US" dirty="0"/>
              <a:t>日</a:t>
            </a:r>
          </a:p>
        </p:txBody>
      </p:sp>
      <p:sp>
        <p:nvSpPr>
          <p:cNvPr id="5" name="タイトル 4">
            <a:extLst>
              <a:ext uri="{FF2B5EF4-FFF2-40B4-BE49-F238E27FC236}">
                <a16:creationId xmlns:a16="http://schemas.microsoft.com/office/drawing/2014/main" id="{740C6099-3985-D44C-F5D4-1ADFF5B1F738}"/>
              </a:ext>
            </a:extLst>
          </p:cNvPr>
          <p:cNvSpPr>
            <a:spLocks noGrp="1"/>
          </p:cNvSpPr>
          <p:nvPr>
            <p:ph type="title"/>
          </p:nvPr>
        </p:nvSpPr>
        <p:spPr>
          <a:xfrm>
            <a:off x="821537" y="2103437"/>
            <a:ext cx="6397200" cy="1325563"/>
          </a:xfrm>
          <a:prstGeom prst="rect">
            <a:avLst/>
          </a:prstGeom>
        </p:spPr>
        <p:txBody>
          <a:bodyPr anchor="ctr"/>
          <a:lstStyle>
            <a:lvl1pPr>
              <a:defRPr sz="4000" b="1">
                <a:effectLst/>
              </a:defRPr>
            </a:lvl1pPr>
          </a:lstStyle>
          <a:p>
            <a:r>
              <a:rPr kumimoji="1" lang="ja-JP" altLang="en-US" dirty="0"/>
              <a:t>マスター タイトルの書式設定</a:t>
            </a:r>
          </a:p>
        </p:txBody>
      </p:sp>
    </p:spTree>
    <p:extLst>
      <p:ext uri="{BB962C8B-B14F-4D97-AF65-F5344CB8AC3E}">
        <p14:creationId xmlns:p14="http://schemas.microsoft.com/office/powerpoint/2010/main" val="445296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表紙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6">
            <a:extLst>
              <a:ext uri="{FF2B5EF4-FFF2-40B4-BE49-F238E27FC236}">
                <a16:creationId xmlns:a16="http://schemas.microsoft.com/office/drawing/2014/main" id="{FD65CB81-12BB-4200-AC60-DA684D6698DA}"/>
              </a:ext>
            </a:extLst>
          </p:cNvPr>
          <p:cNvSpPr>
            <a:spLocks noChangeArrowheads="1"/>
          </p:cNvSpPr>
          <p:nvPr userDrawn="1"/>
        </p:nvSpPr>
        <p:spPr bwMode="gray">
          <a:xfrm>
            <a:off x="3019" y="6502370"/>
            <a:ext cx="10955663" cy="360000"/>
          </a:xfrm>
          <a:prstGeom prst="rect">
            <a:avLst/>
          </a:prstGeom>
          <a:noFill/>
          <a:ln>
            <a:noFill/>
          </a:ln>
        </p:spPr>
        <p:txBody>
          <a:bodyPr wrap="none" lIns="71594" tIns="37229" rIns="71594" bIns="37229" anchor="ctr"/>
          <a:lstStyle>
            <a:lvl1pPr eaLnBrk="0" hangingPunct="0">
              <a:defRPr kumimoji="1" sz="1000">
                <a:solidFill>
                  <a:schemeClr val="tx1"/>
                </a:solidFill>
                <a:latin typeface="HGS創英角ｺﾞｼｯｸUB" pitchFamily="50" charset="-128"/>
                <a:ea typeface="HGS創英角ｺﾞｼｯｸUB" pitchFamily="50" charset="-128"/>
              </a:defRPr>
            </a:lvl1pPr>
            <a:lvl2pPr marL="742950" indent="-285750" eaLnBrk="0" hangingPunct="0">
              <a:defRPr kumimoji="1" sz="1000">
                <a:solidFill>
                  <a:schemeClr val="tx1"/>
                </a:solidFill>
                <a:latin typeface="HGS創英角ｺﾞｼｯｸUB" pitchFamily="50" charset="-128"/>
                <a:ea typeface="HGS創英角ｺﾞｼｯｸUB" pitchFamily="50" charset="-128"/>
              </a:defRPr>
            </a:lvl2pPr>
            <a:lvl3pPr marL="1143000" indent="-228600" eaLnBrk="0" hangingPunct="0">
              <a:defRPr kumimoji="1" sz="1000">
                <a:solidFill>
                  <a:schemeClr val="tx1"/>
                </a:solidFill>
                <a:latin typeface="HGS創英角ｺﾞｼｯｸUB" pitchFamily="50" charset="-128"/>
                <a:ea typeface="HGS創英角ｺﾞｼｯｸUB" pitchFamily="50" charset="-128"/>
              </a:defRPr>
            </a:lvl3pPr>
            <a:lvl4pPr marL="1600200" indent="-228600" eaLnBrk="0" hangingPunct="0">
              <a:defRPr kumimoji="1" sz="1000">
                <a:solidFill>
                  <a:schemeClr val="tx1"/>
                </a:solidFill>
                <a:latin typeface="HGS創英角ｺﾞｼｯｸUB" pitchFamily="50" charset="-128"/>
                <a:ea typeface="HGS創英角ｺﾞｼｯｸUB" pitchFamily="50" charset="-128"/>
              </a:defRPr>
            </a:lvl4pPr>
            <a:lvl5pPr marL="2057400" indent="-228600" eaLnBrk="0" hangingPunct="0">
              <a:defRPr kumimoji="1" sz="1000">
                <a:solidFill>
                  <a:schemeClr val="tx1"/>
                </a:solidFill>
                <a:latin typeface="HGS創英角ｺﾞｼｯｸUB" pitchFamily="50" charset="-128"/>
                <a:ea typeface="HGS創英角ｺﾞｼｯｸUB"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9pPr>
          </a:lstStyle>
          <a:p>
            <a:pPr eaLnBrk="1" hangingPunct="1">
              <a:lnSpc>
                <a:spcPct val="70000"/>
              </a:lnSpc>
              <a:spcBef>
                <a:spcPct val="20000"/>
              </a:spcBef>
              <a:defRPr/>
            </a:pPr>
            <a:r>
              <a:rPr lang="en-US" altLang="ja-JP" sz="637">
                <a:solidFill>
                  <a:schemeClr val="bg1"/>
                </a:solidFill>
                <a:latin typeface="Meiryo UI" panose="020B0604030504040204" pitchFamily="50" charset="-128"/>
                <a:ea typeface="Meiryo UI" panose="020B0604030504040204" pitchFamily="50" charset="-128"/>
              </a:rPr>
              <a:t>© INTLOOP INC All rights, reserved.</a:t>
            </a:r>
            <a:r>
              <a:rPr lang="ja-JP" altLang="en-US" sz="637">
                <a:solidFill>
                  <a:schemeClr val="bg1"/>
                </a:solidFill>
                <a:latin typeface="Meiryo UI" panose="020B0604030504040204" pitchFamily="50" charset="-128"/>
                <a:ea typeface="Meiryo UI" panose="020B0604030504040204" pitchFamily="50" charset="-128"/>
              </a:rPr>
              <a:t>　</a:t>
            </a:r>
            <a:r>
              <a:rPr lang="en-US" altLang="ja-JP" sz="637">
                <a:solidFill>
                  <a:schemeClr val="bg1"/>
                </a:solidFill>
                <a:latin typeface="Meiryo UI" panose="020B0604030504040204" pitchFamily="50" charset="-128"/>
                <a:ea typeface="Meiryo UI" panose="020B0604030504040204" pitchFamily="50" charset="-128"/>
              </a:rPr>
              <a:t>Proprietary and Confidential</a:t>
            </a:r>
          </a:p>
        </p:txBody>
      </p:sp>
      <p:sp>
        <p:nvSpPr>
          <p:cNvPr id="2" name="スライド番号プレースホルダー 1">
            <a:extLst>
              <a:ext uri="{FF2B5EF4-FFF2-40B4-BE49-F238E27FC236}">
                <a16:creationId xmlns:a16="http://schemas.microsoft.com/office/drawing/2014/main" id="{1893E3D5-65D3-5BBF-D300-72F73D7B0A2D}"/>
              </a:ext>
            </a:extLst>
          </p:cNvPr>
          <p:cNvSpPr>
            <a:spLocks noGrp="1"/>
          </p:cNvSpPr>
          <p:nvPr>
            <p:ph type="sldNum" sz="quarter" idx="10"/>
          </p:nvPr>
        </p:nvSpPr>
        <p:spPr/>
        <p:txBody>
          <a:bodyPr/>
          <a:lstStyle>
            <a:lvl1pPr>
              <a:defRPr>
                <a:solidFill>
                  <a:schemeClr val="bg1"/>
                </a:solidFill>
              </a:defRPr>
            </a:lvl1pPr>
          </a:lstStyle>
          <a:p>
            <a:fld id="{3344C913-8B6A-184F-9D73-5173E441A31D}" type="slidenum">
              <a:rPr lang="ja-JP" altLang="en-US" smtClean="0"/>
              <a:pPr/>
              <a:t>‹#›</a:t>
            </a:fld>
            <a:endParaRPr lang="ja-JP" altLang="en-US"/>
          </a:p>
        </p:txBody>
      </p:sp>
      <p:sp>
        <p:nvSpPr>
          <p:cNvPr id="4" name="Rectangle 6">
            <a:extLst>
              <a:ext uri="{FF2B5EF4-FFF2-40B4-BE49-F238E27FC236}">
                <a16:creationId xmlns:a16="http://schemas.microsoft.com/office/drawing/2014/main" id="{2C4550CD-89F7-1341-FD78-C971658A6F8D}"/>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HGS創英角ｺﾞｼｯｸUB" pitchFamily="50" charset="-128"/>
                <a:ea typeface="HGS創英角ｺﾞｼｯｸUB" pitchFamily="50" charset="-128"/>
              </a:defRPr>
            </a:lvl1pPr>
            <a:lvl2pPr marL="742950" indent="-285750" eaLnBrk="0" hangingPunct="0">
              <a:defRPr kumimoji="1" sz="1000">
                <a:solidFill>
                  <a:schemeClr val="tx1"/>
                </a:solidFill>
                <a:latin typeface="HGS創英角ｺﾞｼｯｸUB" pitchFamily="50" charset="-128"/>
                <a:ea typeface="HGS創英角ｺﾞｼｯｸUB" pitchFamily="50" charset="-128"/>
              </a:defRPr>
            </a:lvl2pPr>
            <a:lvl3pPr marL="1143000" indent="-228600" eaLnBrk="0" hangingPunct="0">
              <a:defRPr kumimoji="1" sz="1000">
                <a:solidFill>
                  <a:schemeClr val="tx1"/>
                </a:solidFill>
                <a:latin typeface="HGS創英角ｺﾞｼｯｸUB" pitchFamily="50" charset="-128"/>
                <a:ea typeface="HGS創英角ｺﾞｼｯｸUB" pitchFamily="50" charset="-128"/>
              </a:defRPr>
            </a:lvl3pPr>
            <a:lvl4pPr marL="1600200" indent="-228600" eaLnBrk="0" hangingPunct="0">
              <a:defRPr kumimoji="1" sz="1000">
                <a:solidFill>
                  <a:schemeClr val="tx1"/>
                </a:solidFill>
                <a:latin typeface="HGS創英角ｺﾞｼｯｸUB" pitchFamily="50" charset="-128"/>
                <a:ea typeface="HGS創英角ｺﾞｼｯｸUB" pitchFamily="50" charset="-128"/>
              </a:defRPr>
            </a:lvl4pPr>
            <a:lvl5pPr marL="2057400" indent="-228600" eaLnBrk="0" hangingPunct="0">
              <a:defRPr kumimoji="1" sz="1000">
                <a:solidFill>
                  <a:schemeClr val="tx1"/>
                </a:solidFill>
                <a:latin typeface="HGS創英角ｺﾞｼｯｸUB" pitchFamily="50" charset="-128"/>
                <a:ea typeface="HGS創英角ｺﾞｼｯｸUB"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9pPr>
          </a:lstStyle>
          <a:p>
            <a:pPr eaLnBrk="1" hangingPunct="1">
              <a:lnSpc>
                <a:spcPct val="70000"/>
              </a:lnSpc>
              <a:spcBef>
                <a:spcPct val="20000"/>
              </a:spcBef>
              <a:defRPr/>
            </a:pPr>
            <a:r>
              <a:rPr lang="en-US" altLang="ja-JP" sz="783" dirty="0">
                <a:latin typeface="+mn-lt"/>
              </a:rPr>
              <a:t>© INTLOOP</a:t>
            </a:r>
            <a:r>
              <a:rPr lang="ja-JP" altLang="en-US" sz="783" dirty="0">
                <a:latin typeface="+mn-lt"/>
              </a:rPr>
              <a:t> </a:t>
            </a:r>
            <a:r>
              <a:rPr lang="en-US" altLang="ja-JP" sz="783" dirty="0">
                <a:latin typeface="+mn-lt"/>
              </a:rPr>
              <a:t>Strategy Inc. All rights, reserved.</a:t>
            </a:r>
            <a:r>
              <a:rPr lang="ja-JP" altLang="en-US" sz="783" dirty="0">
                <a:latin typeface="+mn-lt"/>
              </a:rPr>
              <a:t>　</a:t>
            </a:r>
            <a:r>
              <a:rPr lang="en-US" altLang="ja-JP" sz="783" dirty="0">
                <a:latin typeface="+mn-lt"/>
              </a:rPr>
              <a:t>Proprietary and Confidential</a:t>
            </a:r>
          </a:p>
        </p:txBody>
      </p:sp>
      <p:sp>
        <p:nvSpPr>
          <p:cNvPr id="6" name="テキスト プレースホルダー 10">
            <a:extLst>
              <a:ext uri="{FF2B5EF4-FFF2-40B4-BE49-F238E27FC236}">
                <a16:creationId xmlns:a16="http://schemas.microsoft.com/office/drawing/2014/main" id="{7A130A03-BB43-D7F3-AF7C-C1433A6D0E96}"/>
              </a:ext>
            </a:extLst>
          </p:cNvPr>
          <p:cNvSpPr>
            <a:spLocks noGrp="1"/>
          </p:cNvSpPr>
          <p:nvPr>
            <p:ph type="body" sz="quarter" idx="12" hasCustomPrompt="1"/>
          </p:nvPr>
        </p:nvSpPr>
        <p:spPr>
          <a:xfrm>
            <a:off x="821537" y="3728621"/>
            <a:ext cx="5400675" cy="860841"/>
          </a:xfrm>
          <a:prstGeom prst="rect">
            <a:avLst/>
          </a:prstGeom>
        </p:spPr>
        <p:txBody>
          <a:bodyPr/>
          <a:lstStyle>
            <a:lvl1pPr>
              <a:defRPr sz="2000">
                <a:latin typeface="+mj-lt"/>
              </a:defRPr>
            </a:lvl1pPr>
          </a:lstStyle>
          <a:p>
            <a:pPr lvl="0"/>
            <a:r>
              <a:rPr kumimoji="1" lang="en-US" altLang="ja-JP" sz="2000" dirty="0">
                <a:latin typeface="+mj-lt"/>
              </a:rPr>
              <a:t>INTLOOP</a:t>
            </a:r>
            <a:r>
              <a:rPr kumimoji="1" lang="ja-JP" altLang="en-US" sz="2000" dirty="0">
                <a:latin typeface="+mj-lt"/>
              </a:rPr>
              <a:t> </a:t>
            </a:r>
            <a:r>
              <a:rPr kumimoji="1" lang="en-US" altLang="ja-JP" sz="2000" dirty="0">
                <a:latin typeface="+mj-lt"/>
              </a:rPr>
              <a:t>Strategy</a:t>
            </a:r>
            <a:r>
              <a:rPr kumimoji="1" lang="ja-JP" altLang="en-US" sz="2000" dirty="0">
                <a:latin typeface="+mj-lt"/>
              </a:rPr>
              <a:t> 株式会社</a:t>
            </a:r>
            <a:endParaRPr kumimoji="1" lang="en-US" altLang="ja-JP" sz="2000" dirty="0">
              <a:latin typeface="+mj-lt"/>
            </a:endParaRPr>
          </a:p>
          <a:p>
            <a:pPr lvl="0"/>
            <a:r>
              <a:rPr kumimoji="1" lang="en-US" altLang="ja-JP" dirty="0" err="1"/>
              <a:t>yyyy</a:t>
            </a:r>
            <a:r>
              <a:rPr kumimoji="1" lang="ja-JP" altLang="en-US" dirty="0"/>
              <a:t>年</a:t>
            </a:r>
            <a:r>
              <a:rPr kumimoji="1" lang="en-US" altLang="ja-JP" dirty="0"/>
              <a:t>mm</a:t>
            </a:r>
            <a:r>
              <a:rPr kumimoji="1" lang="ja-JP" altLang="en-US" dirty="0"/>
              <a:t>月</a:t>
            </a:r>
            <a:r>
              <a:rPr kumimoji="1" lang="en-US" altLang="ja-JP" dirty="0"/>
              <a:t>dd</a:t>
            </a:r>
            <a:r>
              <a:rPr kumimoji="1" lang="ja-JP" altLang="en-US" dirty="0"/>
              <a:t>日</a:t>
            </a:r>
          </a:p>
        </p:txBody>
      </p:sp>
      <p:sp>
        <p:nvSpPr>
          <p:cNvPr id="7" name="タイトル 4">
            <a:extLst>
              <a:ext uri="{FF2B5EF4-FFF2-40B4-BE49-F238E27FC236}">
                <a16:creationId xmlns:a16="http://schemas.microsoft.com/office/drawing/2014/main" id="{FE026DCD-9091-C338-97FE-0BD3FAD6E691}"/>
              </a:ext>
            </a:extLst>
          </p:cNvPr>
          <p:cNvSpPr>
            <a:spLocks noGrp="1"/>
          </p:cNvSpPr>
          <p:nvPr>
            <p:ph type="title"/>
          </p:nvPr>
        </p:nvSpPr>
        <p:spPr>
          <a:xfrm>
            <a:off x="821537" y="2103437"/>
            <a:ext cx="6397200" cy="1325563"/>
          </a:xfrm>
          <a:prstGeom prst="rect">
            <a:avLst/>
          </a:prstGeom>
        </p:spPr>
        <p:txBody>
          <a:bodyPr anchor="ctr"/>
          <a:lstStyle>
            <a:lvl1pPr>
              <a:defRPr sz="4000" b="1">
                <a:effectLst/>
              </a:defRPr>
            </a:lvl1pPr>
          </a:lstStyle>
          <a:p>
            <a:r>
              <a:rPr kumimoji="1" lang="ja-JP" altLang="en-US" dirty="0"/>
              <a:t>マスター タイトルの書式設定</a:t>
            </a:r>
          </a:p>
        </p:txBody>
      </p:sp>
    </p:spTree>
    <p:extLst>
      <p:ext uri="{BB962C8B-B14F-4D97-AF65-F5344CB8AC3E}">
        <p14:creationId xmlns:p14="http://schemas.microsoft.com/office/powerpoint/2010/main" val="3923273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表紙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6">
            <a:extLst>
              <a:ext uri="{FF2B5EF4-FFF2-40B4-BE49-F238E27FC236}">
                <a16:creationId xmlns:a16="http://schemas.microsoft.com/office/drawing/2014/main" id="{FD65CB81-12BB-4200-AC60-DA684D6698DA}"/>
              </a:ext>
            </a:extLst>
          </p:cNvPr>
          <p:cNvSpPr>
            <a:spLocks noChangeArrowheads="1"/>
          </p:cNvSpPr>
          <p:nvPr userDrawn="1"/>
        </p:nvSpPr>
        <p:spPr bwMode="gray">
          <a:xfrm>
            <a:off x="3019" y="6502370"/>
            <a:ext cx="10955663" cy="360000"/>
          </a:xfrm>
          <a:prstGeom prst="rect">
            <a:avLst/>
          </a:prstGeom>
          <a:noFill/>
          <a:ln>
            <a:noFill/>
          </a:ln>
        </p:spPr>
        <p:txBody>
          <a:bodyPr wrap="none" lIns="71594" tIns="37229" rIns="71594" bIns="37229" anchor="ctr"/>
          <a:lstStyle>
            <a:lvl1pPr eaLnBrk="0" hangingPunct="0">
              <a:defRPr kumimoji="1" sz="1000">
                <a:solidFill>
                  <a:schemeClr val="tx1"/>
                </a:solidFill>
                <a:latin typeface="HGS創英角ｺﾞｼｯｸUB" pitchFamily="50" charset="-128"/>
                <a:ea typeface="HGS創英角ｺﾞｼｯｸUB" pitchFamily="50" charset="-128"/>
              </a:defRPr>
            </a:lvl1pPr>
            <a:lvl2pPr marL="742950" indent="-285750" eaLnBrk="0" hangingPunct="0">
              <a:defRPr kumimoji="1" sz="1000">
                <a:solidFill>
                  <a:schemeClr val="tx1"/>
                </a:solidFill>
                <a:latin typeface="HGS創英角ｺﾞｼｯｸUB" pitchFamily="50" charset="-128"/>
                <a:ea typeface="HGS創英角ｺﾞｼｯｸUB" pitchFamily="50" charset="-128"/>
              </a:defRPr>
            </a:lvl2pPr>
            <a:lvl3pPr marL="1143000" indent="-228600" eaLnBrk="0" hangingPunct="0">
              <a:defRPr kumimoji="1" sz="1000">
                <a:solidFill>
                  <a:schemeClr val="tx1"/>
                </a:solidFill>
                <a:latin typeface="HGS創英角ｺﾞｼｯｸUB" pitchFamily="50" charset="-128"/>
                <a:ea typeface="HGS創英角ｺﾞｼｯｸUB" pitchFamily="50" charset="-128"/>
              </a:defRPr>
            </a:lvl3pPr>
            <a:lvl4pPr marL="1600200" indent="-228600" eaLnBrk="0" hangingPunct="0">
              <a:defRPr kumimoji="1" sz="1000">
                <a:solidFill>
                  <a:schemeClr val="tx1"/>
                </a:solidFill>
                <a:latin typeface="HGS創英角ｺﾞｼｯｸUB" pitchFamily="50" charset="-128"/>
                <a:ea typeface="HGS創英角ｺﾞｼｯｸUB" pitchFamily="50" charset="-128"/>
              </a:defRPr>
            </a:lvl4pPr>
            <a:lvl5pPr marL="2057400" indent="-228600" eaLnBrk="0" hangingPunct="0">
              <a:defRPr kumimoji="1" sz="1000">
                <a:solidFill>
                  <a:schemeClr val="tx1"/>
                </a:solidFill>
                <a:latin typeface="HGS創英角ｺﾞｼｯｸUB" pitchFamily="50" charset="-128"/>
                <a:ea typeface="HGS創英角ｺﾞｼｯｸUB"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9pPr>
          </a:lstStyle>
          <a:p>
            <a:pPr eaLnBrk="1" hangingPunct="1">
              <a:lnSpc>
                <a:spcPct val="70000"/>
              </a:lnSpc>
              <a:spcBef>
                <a:spcPct val="20000"/>
              </a:spcBef>
              <a:defRPr/>
            </a:pPr>
            <a:r>
              <a:rPr lang="en-US" altLang="ja-JP" sz="637">
                <a:solidFill>
                  <a:schemeClr val="bg1"/>
                </a:solidFill>
                <a:latin typeface="Meiryo UI" panose="020B0604030504040204" pitchFamily="50" charset="-128"/>
                <a:ea typeface="Meiryo UI" panose="020B0604030504040204" pitchFamily="50" charset="-128"/>
              </a:rPr>
              <a:t>© INTLOOP INC All rights, reserved.</a:t>
            </a:r>
            <a:r>
              <a:rPr lang="ja-JP" altLang="en-US" sz="637">
                <a:solidFill>
                  <a:schemeClr val="bg1"/>
                </a:solidFill>
                <a:latin typeface="Meiryo UI" panose="020B0604030504040204" pitchFamily="50" charset="-128"/>
                <a:ea typeface="Meiryo UI" panose="020B0604030504040204" pitchFamily="50" charset="-128"/>
              </a:rPr>
              <a:t>　</a:t>
            </a:r>
            <a:r>
              <a:rPr lang="en-US" altLang="ja-JP" sz="637">
                <a:solidFill>
                  <a:schemeClr val="bg1"/>
                </a:solidFill>
                <a:latin typeface="Meiryo UI" panose="020B0604030504040204" pitchFamily="50" charset="-128"/>
                <a:ea typeface="Meiryo UI" panose="020B0604030504040204" pitchFamily="50" charset="-128"/>
              </a:rPr>
              <a:t>Proprietary and Confidential</a:t>
            </a:r>
          </a:p>
        </p:txBody>
      </p:sp>
      <p:sp>
        <p:nvSpPr>
          <p:cNvPr id="2" name="スライド番号プレースホルダー 1">
            <a:extLst>
              <a:ext uri="{FF2B5EF4-FFF2-40B4-BE49-F238E27FC236}">
                <a16:creationId xmlns:a16="http://schemas.microsoft.com/office/drawing/2014/main" id="{9C0D0D71-6226-C742-7C9A-094AF5EDFA52}"/>
              </a:ext>
            </a:extLst>
          </p:cNvPr>
          <p:cNvSpPr>
            <a:spLocks noGrp="1"/>
          </p:cNvSpPr>
          <p:nvPr>
            <p:ph type="sldNum" sz="quarter" idx="10"/>
          </p:nvPr>
        </p:nvSpPr>
        <p:spPr/>
        <p:txBody>
          <a:bodyPr/>
          <a:lstStyle>
            <a:lvl1pPr>
              <a:defRPr>
                <a:solidFill>
                  <a:schemeClr val="bg1"/>
                </a:solidFill>
              </a:defRPr>
            </a:lvl1pPr>
          </a:lstStyle>
          <a:p>
            <a:fld id="{3344C913-8B6A-184F-9D73-5173E441A31D}" type="slidenum">
              <a:rPr lang="ja-JP" altLang="en-US" smtClean="0"/>
              <a:pPr/>
              <a:t>‹#›</a:t>
            </a:fld>
            <a:endParaRPr lang="ja-JP" altLang="en-US"/>
          </a:p>
        </p:txBody>
      </p:sp>
      <p:sp>
        <p:nvSpPr>
          <p:cNvPr id="11" name="Rectangle 6">
            <a:extLst>
              <a:ext uri="{FF2B5EF4-FFF2-40B4-BE49-F238E27FC236}">
                <a16:creationId xmlns:a16="http://schemas.microsoft.com/office/drawing/2014/main" id="{60290D33-A3CA-75C8-7C64-95FB3933AB2A}"/>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HGS創英角ｺﾞｼｯｸUB" pitchFamily="50" charset="-128"/>
                <a:ea typeface="HGS創英角ｺﾞｼｯｸUB" pitchFamily="50" charset="-128"/>
              </a:defRPr>
            </a:lvl1pPr>
            <a:lvl2pPr marL="742950" indent="-285750" eaLnBrk="0" hangingPunct="0">
              <a:defRPr kumimoji="1" sz="1000">
                <a:solidFill>
                  <a:schemeClr val="tx1"/>
                </a:solidFill>
                <a:latin typeface="HGS創英角ｺﾞｼｯｸUB" pitchFamily="50" charset="-128"/>
                <a:ea typeface="HGS創英角ｺﾞｼｯｸUB" pitchFamily="50" charset="-128"/>
              </a:defRPr>
            </a:lvl2pPr>
            <a:lvl3pPr marL="1143000" indent="-228600" eaLnBrk="0" hangingPunct="0">
              <a:defRPr kumimoji="1" sz="1000">
                <a:solidFill>
                  <a:schemeClr val="tx1"/>
                </a:solidFill>
                <a:latin typeface="HGS創英角ｺﾞｼｯｸUB" pitchFamily="50" charset="-128"/>
                <a:ea typeface="HGS創英角ｺﾞｼｯｸUB" pitchFamily="50" charset="-128"/>
              </a:defRPr>
            </a:lvl3pPr>
            <a:lvl4pPr marL="1600200" indent="-228600" eaLnBrk="0" hangingPunct="0">
              <a:defRPr kumimoji="1" sz="1000">
                <a:solidFill>
                  <a:schemeClr val="tx1"/>
                </a:solidFill>
                <a:latin typeface="HGS創英角ｺﾞｼｯｸUB" pitchFamily="50" charset="-128"/>
                <a:ea typeface="HGS創英角ｺﾞｼｯｸUB" pitchFamily="50" charset="-128"/>
              </a:defRPr>
            </a:lvl4pPr>
            <a:lvl5pPr marL="2057400" indent="-228600" eaLnBrk="0" hangingPunct="0">
              <a:defRPr kumimoji="1" sz="1000">
                <a:solidFill>
                  <a:schemeClr val="tx1"/>
                </a:solidFill>
                <a:latin typeface="HGS創英角ｺﾞｼｯｸUB" pitchFamily="50" charset="-128"/>
                <a:ea typeface="HGS創英角ｺﾞｼｯｸUB"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9pPr>
          </a:lstStyle>
          <a:p>
            <a:pPr eaLnBrk="1" hangingPunct="1">
              <a:lnSpc>
                <a:spcPct val="70000"/>
              </a:lnSpc>
              <a:spcBef>
                <a:spcPct val="20000"/>
              </a:spcBef>
              <a:defRPr/>
            </a:pPr>
            <a:r>
              <a:rPr lang="en-US" altLang="ja-JP" sz="783" dirty="0">
                <a:latin typeface="+mn-lt"/>
              </a:rPr>
              <a:t>© INTLOOP</a:t>
            </a:r>
            <a:r>
              <a:rPr lang="ja-JP" altLang="en-US" sz="783" dirty="0">
                <a:latin typeface="+mn-lt"/>
              </a:rPr>
              <a:t> </a:t>
            </a:r>
            <a:r>
              <a:rPr lang="en-US" altLang="ja-JP" sz="783" dirty="0">
                <a:latin typeface="+mn-lt"/>
              </a:rPr>
              <a:t>Strategy Inc. All rights, reserved.</a:t>
            </a:r>
            <a:r>
              <a:rPr lang="ja-JP" altLang="en-US" sz="783" dirty="0">
                <a:latin typeface="+mn-lt"/>
              </a:rPr>
              <a:t>　</a:t>
            </a:r>
            <a:r>
              <a:rPr lang="en-US" altLang="ja-JP" sz="783" dirty="0">
                <a:latin typeface="+mn-lt"/>
              </a:rPr>
              <a:t>Proprietary and Confidential</a:t>
            </a:r>
          </a:p>
        </p:txBody>
      </p:sp>
      <p:sp>
        <p:nvSpPr>
          <p:cNvPr id="4" name="テキスト プレースホルダー 10">
            <a:extLst>
              <a:ext uri="{FF2B5EF4-FFF2-40B4-BE49-F238E27FC236}">
                <a16:creationId xmlns:a16="http://schemas.microsoft.com/office/drawing/2014/main" id="{BA4B9CCD-369E-8273-1B80-0587B8E67464}"/>
              </a:ext>
            </a:extLst>
          </p:cNvPr>
          <p:cNvSpPr>
            <a:spLocks noGrp="1"/>
          </p:cNvSpPr>
          <p:nvPr>
            <p:ph type="body" sz="quarter" idx="12" hasCustomPrompt="1"/>
          </p:nvPr>
        </p:nvSpPr>
        <p:spPr>
          <a:xfrm>
            <a:off x="821537" y="3728621"/>
            <a:ext cx="5400675" cy="860841"/>
          </a:xfrm>
          <a:prstGeom prst="rect">
            <a:avLst/>
          </a:prstGeom>
        </p:spPr>
        <p:txBody>
          <a:bodyPr/>
          <a:lstStyle>
            <a:lvl1pPr>
              <a:defRPr sz="2000">
                <a:latin typeface="+mj-lt"/>
              </a:defRPr>
            </a:lvl1pPr>
          </a:lstStyle>
          <a:p>
            <a:pPr lvl="0"/>
            <a:r>
              <a:rPr kumimoji="1" lang="en-US" altLang="ja-JP" sz="2000" dirty="0">
                <a:latin typeface="+mj-lt"/>
              </a:rPr>
              <a:t>INTLOOP</a:t>
            </a:r>
            <a:r>
              <a:rPr kumimoji="1" lang="ja-JP" altLang="en-US" sz="2000" dirty="0">
                <a:latin typeface="+mj-lt"/>
              </a:rPr>
              <a:t> </a:t>
            </a:r>
            <a:r>
              <a:rPr kumimoji="1" lang="en-US" altLang="ja-JP" sz="2000" dirty="0">
                <a:latin typeface="+mj-lt"/>
              </a:rPr>
              <a:t>Strategy</a:t>
            </a:r>
            <a:r>
              <a:rPr kumimoji="1" lang="ja-JP" altLang="en-US" sz="2000" dirty="0">
                <a:latin typeface="+mj-lt"/>
              </a:rPr>
              <a:t> 株式会社</a:t>
            </a:r>
            <a:endParaRPr kumimoji="1" lang="en-US" altLang="ja-JP" sz="2000" dirty="0">
              <a:latin typeface="+mj-lt"/>
            </a:endParaRPr>
          </a:p>
          <a:p>
            <a:pPr lvl="0"/>
            <a:r>
              <a:rPr kumimoji="1" lang="en-US" altLang="ja-JP" dirty="0" err="1"/>
              <a:t>yyyy</a:t>
            </a:r>
            <a:r>
              <a:rPr kumimoji="1" lang="ja-JP" altLang="en-US" dirty="0"/>
              <a:t>年</a:t>
            </a:r>
            <a:r>
              <a:rPr kumimoji="1" lang="en-US" altLang="ja-JP" dirty="0"/>
              <a:t>mm</a:t>
            </a:r>
            <a:r>
              <a:rPr kumimoji="1" lang="ja-JP" altLang="en-US" dirty="0"/>
              <a:t>月</a:t>
            </a:r>
            <a:r>
              <a:rPr kumimoji="1" lang="en-US" altLang="ja-JP" dirty="0"/>
              <a:t>dd</a:t>
            </a:r>
            <a:r>
              <a:rPr kumimoji="1" lang="ja-JP" altLang="en-US" dirty="0"/>
              <a:t>日</a:t>
            </a:r>
          </a:p>
        </p:txBody>
      </p:sp>
      <p:sp>
        <p:nvSpPr>
          <p:cNvPr id="5" name="タイトル 4">
            <a:extLst>
              <a:ext uri="{FF2B5EF4-FFF2-40B4-BE49-F238E27FC236}">
                <a16:creationId xmlns:a16="http://schemas.microsoft.com/office/drawing/2014/main" id="{90DA5AE7-E9C1-5473-C072-D8CA76CB3A2A}"/>
              </a:ext>
            </a:extLst>
          </p:cNvPr>
          <p:cNvSpPr>
            <a:spLocks noGrp="1"/>
          </p:cNvSpPr>
          <p:nvPr>
            <p:ph type="title"/>
          </p:nvPr>
        </p:nvSpPr>
        <p:spPr>
          <a:xfrm>
            <a:off x="821537" y="2103437"/>
            <a:ext cx="6397200" cy="1325563"/>
          </a:xfrm>
          <a:prstGeom prst="rect">
            <a:avLst/>
          </a:prstGeom>
        </p:spPr>
        <p:txBody>
          <a:bodyPr anchor="ctr"/>
          <a:lstStyle>
            <a:lvl1pPr>
              <a:defRPr sz="4000" b="1">
                <a:effectLst/>
              </a:defRPr>
            </a:lvl1pPr>
          </a:lstStyle>
          <a:p>
            <a:r>
              <a:rPr kumimoji="1" lang="ja-JP" altLang="en-US" dirty="0"/>
              <a:t>マスター タイトルの書式設定</a:t>
            </a:r>
          </a:p>
        </p:txBody>
      </p:sp>
    </p:spTree>
    <p:extLst>
      <p:ext uri="{BB962C8B-B14F-4D97-AF65-F5344CB8AC3E}">
        <p14:creationId xmlns:p14="http://schemas.microsoft.com/office/powerpoint/2010/main" val="586700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ECF1A7B-2006-0E5C-44EB-C054FE730F79}"/>
              </a:ext>
            </a:extLst>
          </p:cNvPr>
          <p:cNvSpPr>
            <a:spLocks noGrp="1"/>
          </p:cNvSpPr>
          <p:nvPr>
            <p:ph type="title"/>
          </p:nvPr>
        </p:nvSpPr>
        <p:spPr>
          <a:xfrm>
            <a:off x="2279576" y="3176757"/>
            <a:ext cx="8280920" cy="607758"/>
          </a:xfrm>
          <a:prstGeom prst="rect">
            <a:avLst/>
          </a:prstGeom>
        </p:spPr>
        <p:txBody>
          <a:bodyPr/>
          <a:lstStyle>
            <a:lvl1pPr>
              <a:defRPr sz="2800" b="1" spc="0">
                <a:solidFill>
                  <a:schemeClr val="bg1"/>
                </a:solidFill>
                <a:effectLst/>
                <a:latin typeface="Meiryo UI" panose="020B0604030504040204" pitchFamily="34" charset="-128"/>
                <a:ea typeface="Meiryo UI" panose="020B0604030504040204" pitchFamily="34" charset="-128"/>
              </a:defRPr>
            </a:lvl1pPr>
          </a:lstStyle>
          <a:p>
            <a:r>
              <a:rPr kumimoji="1" lang="ja-JP" altLang="en-US"/>
              <a:t>マスター タイトルの書式設定</a:t>
            </a:r>
          </a:p>
        </p:txBody>
      </p:sp>
      <p:sp>
        <p:nvSpPr>
          <p:cNvPr id="2" name="スライド番号プレースホルダー 1">
            <a:extLst>
              <a:ext uri="{FF2B5EF4-FFF2-40B4-BE49-F238E27FC236}">
                <a16:creationId xmlns:a16="http://schemas.microsoft.com/office/drawing/2014/main" id="{0BF7D648-059A-C185-4160-A6FB5526F0F0}"/>
              </a:ext>
            </a:extLst>
          </p:cNvPr>
          <p:cNvSpPr>
            <a:spLocks noGrp="1"/>
          </p:cNvSpPr>
          <p:nvPr>
            <p:ph type="sldNum" sz="quarter" idx="10"/>
          </p:nvPr>
        </p:nvSpPr>
        <p:spPr/>
        <p:txBody>
          <a:bodyPr/>
          <a:lstStyle>
            <a:lvl1pPr>
              <a:defRPr>
                <a:solidFill>
                  <a:schemeClr val="bg1"/>
                </a:solidFill>
              </a:defRPr>
            </a:lvl1pPr>
          </a:lstStyle>
          <a:p>
            <a:fld id="{3344C913-8B6A-184F-9D73-5173E441A31D}" type="slidenum">
              <a:rPr lang="ja-JP" altLang="en-US" smtClean="0"/>
              <a:pPr/>
              <a:t>‹#›</a:t>
            </a:fld>
            <a:endParaRPr lang="ja-JP" altLang="en-US"/>
          </a:p>
        </p:txBody>
      </p:sp>
      <p:sp>
        <p:nvSpPr>
          <p:cNvPr id="5" name="Rectangle 6">
            <a:extLst>
              <a:ext uri="{FF2B5EF4-FFF2-40B4-BE49-F238E27FC236}">
                <a16:creationId xmlns:a16="http://schemas.microsoft.com/office/drawing/2014/main" id="{0C7E72D7-AD7F-AB80-F103-443714F4155A}"/>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HGS創英角ｺﾞｼｯｸUB" pitchFamily="50" charset="-128"/>
                <a:ea typeface="HGS創英角ｺﾞｼｯｸUB" pitchFamily="50" charset="-128"/>
              </a:defRPr>
            </a:lvl1pPr>
            <a:lvl2pPr marL="742950" indent="-285750" eaLnBrk="0" hangingPunct="0">
              <a:defRPr kumimoji="1" sz="1000">
                <a:solidFill>
                  <a:schemeClr val="tx1"/>
                </a:solidFill>
                <a:latin typeface="HGS創英角ｺﾞｼｯｸUB" pitchFamily="50" charset="-128"/>
                <a:ea typeface="HGS創英角ｺﾞｼｯｸUB" pitchFamily="50" charset="-128"/>
              </a:defRPr>
            </a:lvl2pPr>
            <a:lvl3pPr marL="1143000" indent="-228600" eaLnBrk="0" hangingPunct="0">
              <a:defRPr kumimoji="1" sz="1000">
                <a:solidFill>
                  <a:schemeClr val="tx1"/>
                </a:solidFill>
                <a:latin typeface="HGS創英角ｺﾞｼｯｸUB" pitchFamily="50" charset="-128"/>
                <a:ea typeface="HGS創英角ｺﾞｼｯｸUB" pitchFamily="50" charset="-128"/>
              </a:defRPr>
            </a:lvl3pPr>
            <a:lvl4pPr marL="1600200" indent="-228600" eaLnBrk="0" hangingPunct="0">
              <a:defRPr kumimoji="1" sz="1000">
                <a:solidFill>
                  <a:schemeClr val="tx1"/>
                </a:solidFill>
                <a:latin typeface="HGS創英角ｺﾞｼｯｸUB" pitchFamily="50" charset="-128"/>
                <a:ea typeface="HGS創英角ｺﾞｼｯｸUB" pitchFamily="50" charset="-128"/>
              </a:defRPr>
            </a:lvl4pPr>
            <a:lvl5pPr marL="2057400" indent="-228600" eaLnBrk="0" hangingPunct="0">
              <a:defRPr kumimoji="1" sz="1000">
                <a:solidFill>
                  <a:schemeClr val="tx1"/>
                </a:solidFill>
                <a:latin typeface="HGS創英角ｺﾞｼｯｸUB" pitchFamily="50" charset="-128"/>
                <a:ea typeface="HGS創英角ｺﾞｼｯｸUB"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9pPr>
          </a:lstStyle>
          <a:p>
            <a:pPr eaLnBrk="1" hangingPunct="1">
              <a:lnSpc>
                <a:spcPct val="70000"/>
              </a:lnSpc>
              <a:spcBef>
                <a:spcPct val="20000"/>
              </a:spcBef>
              <a:defRPr/>
            </a:pPr>
            <a:r>
              <a:rPr lang="en-US" altLang="ja-JP" sz="783" dirty="0">
                <a:solidFill>
                  <a:schemeClr val="bg1"/>
                </a:solidFill>
                <a:latin typeface="+mn-lt"/>
              </a:rPr>
              <a:t>© INTLOOP</a:t>
            </a:r>
            <a:r>
              <a:rPr lang="ja-JP" altLang="en-US" sz="783" dirty="0">
                <a:solidFill>
                  <a:schemeClr val="bg1"/>
                </a:solidFill>
                <a:latin typeface="+mn-lt"/>
              </a:rPr>
              <a:t> </a:t>
            </a:r>
            <a:r>
              <a:rPr lang="en-US" altLang="ja-JP" sz="783" dirty="0">
                <a:solidFill>
                  <a:schemeClr val="bg1"/>
                </a:solidFill>
                <a:latin typeface="+mn-lt"/>
              </a:rPr>
              <a:t>Strategy Inc. All rights, reserved.</a:t>
            </a:r>
            <a:r>
              <a:rPr lang="ja-JP" altLang="en-US" sz="783" dirty="0">
                <a:solidFill>
                  <a:schemeClr val="bg1"/>
                </a:solidFill>
                <a:latin typeface="+mn-lt"/>
              </a:rPr>
              <a:t>　</a:t>
            </a:r>
            <a:r>
              <a:rPr lang="en-US" altLang="ja-JP" sz="783" dirty="0">
                <a:solidFill>
                  <a:schemeClr val="bg1"/>
                </a:solidFill>
                <a:latin typeface="+mn-lt"/>
              </a:rPr>
              <a:t>Proprietary and Confidential</a:t>
            </a:r>
          </a:p>
        </p:txBody>
      </p:sp>
    </p:spTree>
    <p:extLst>
      <p:ext uri="{BB962C8B-B14F-4D97-AF65-F5344CB8AC3E}">
        <p14:creationId xmlns:p14="http://schemas.microsoft.com/office/powerpoint/2010/main" val="2702043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セクション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4147" name="Rectangle 3"/>
          <p:cNvSpPr>
            <a:spLocks noGrp="1" noChangeArrowheads="1"/>
          </p:cNvSpPr>
          <p:nvPr>
            <p:ph type="ctrTitle"/>
          </p:nvPr>
        </p:nvSpPr>
        <p:spPr>
          <a:xfrm>
            <a:off x="914407" y="2573910"/>
            <a:ext cx="10363200" cy="1470025"/>
          </a:xfrm>
          <a:prstGeom prst="rect">
            <a:avLst/>
          </a:prstGeom>
        </p:spPr>
        <p:txBody>
          <a:bodyPr anchor="ctr"/>
          <a:lstStyle>
            <a:lvl1pPr algn="ctr">
              <a:defRPr sz="3500" b="1" u="sng" baseline="0">
                <a:solidFill>
                  <a:schemeClr val="bg1"/>
                </a:solidFill>
                <a:effectLst/>
                <a:latin typeface="Meiryo UI" panose="020B0604030504040204" pitchFamily="50" charset="-128"/>
                <a:ea typeface="Meiryo UI" panose="020B0604030504040204" pitchFamily="50" charset="-128"/>
              </a:defRPr>
            </a:lvl1pPr>
          </a:lstStyle>
          <a:p>
            <a:r>
              <a:rPr lang="ja-JP" altLang="en-US"/>
              <a:t>マスター タイトルの書式設定</a:t>
            </a:r>
          </a:p>
        </p:txBody>
      </p:sp>
      <p:sp>
        <p:nvSpPr>
          <p:cNvPr id="2" name="スライド番号プレースホルダー 1">
            <a:extLst>
              <a:ext uri="{FF2B5EF4-FFF2-40B4-BE49-F238E27FC236}">
                <a16:creationId xmlns:a16="http://schemas.microsoft.com/office/drawing/2014/main" id="{C99835BB-875A-75C9-0537-A4D644216DF6}"/>
              </a:ext>
            </a:extLst>
          </p:cNvPr>
          <p:cNvSpPr>
            <a:spLocks noGrp="1"/>
          </p:cNvSpPr>
          <p:nvPr>
            <p:ph type="sldNum" sz="quarter" idx="10"/>
          </p:nvPr>
        </p:nvSpPr>
        <p:spPr/>
        <p:txBody>
          <a:bodyPr/>
          <a:lstStyle>
            <a:lvl1pPr>
              <a:defRPr>
                <a:solidFill>
                  <a:schemeClr val="bg1"/>
                </a:solidFill>
              </a:defRPr>
            </a:lvl1pPr>
          </a:lstStyle>
          <a:p>
            <a:fld id="{3344C913-8B6A-184F-9D73-5173E441A31D}" type="slidenum">
              <a:rPr lang="ja-JP" altLang="en-US" smtClean="0"/>
              <a:pPr/>
              <a:t>‹#›</a:t>
            </a:fld>
            <a:endParaRPr lang="ja-JP" altLang="en-US"/>
          </a:p>
        </p:txBody>
      </p:sp>
      <p:sp>
        <p:nvSpPr>
          <p:cNvPr id="4" name="Rectangle 6">
            <a:extLst>
              <a:ext uri="{FF2B5EF4-FFF2-40B4-BE49-F238E27FC236}">
                <a16:creationId xmlns:a16="http://schemas.microsoft.com/office/drawing/2014/main" id="{A3B441B3-86D7-5D76-E1FF-4DCB5F84DFFE}"/>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HGS創英角ｺﾞｼｯｸUB" pitchFamily="50" charset="-128"/>
                <a:ea typeface="HGS創英角ｺﾞｼｯｸUB" pitchFamily="50" charset="-128"/>
              </a:defRPr>
            </a:lvl1pPr>
            <a:lvl2pPr marL="742950" indent="-285750" eaLnBrk="0" hangingPunct="0">
              <a:defRPr kumimoji="1" sz="1000">
                <a:solidFill>
                  <a:schemeClr val="tx1"/>
                </a:solidFill>
                <a:latin typeface="HGS創英角ｺﾞｼｯｸUB" pitchFamily="50" charset="-128"/>
                <a:ea typeface="HGS創英角ｺﾞｼｯｸUB" pitchFamily="50" charset="-128"/>
              </a:defRPr>
            </a:lvl2pPr>
            <a:lvl3pPr marL="1143000" indent="-228600" eaLnBrk="0" hangingPunct="0">
              <a:defRPr kumimoji="1" sz="1000">
                <a:solidFill>
                  <a:schemeClr val="tx1"/>
                </a:solidFill>
                <a:latin typeface="HGS創英角ｺﾞｼｯｸUB" pitchFamily="50" charset="-128"/>
                <a:ea typeface="HGS創英角ｺﾞｼｯｸUB" pitchFamily="50" charset="-128"/>
              </a:defRPr>
            </a:lvl3pPr>
            <a:lvl4pPr marL="1600200" indent="-228600" eaLnBrk="0" hangingPunct="0">
              <a:defRPr kumimoji="1" sz="1000">
                <a:solidFill>
                  <a:schemeClr val="tx1"/>
                </a:solidFill>
                <a:latin typeface="HGS創英角ｺﾞｼｯｸUB" pitchFamily="50" charset="-128"/>
                <a:ea typeface="HGS創英角ｺﾞｼｯｸUB" pitchFamily="50" charset="-128"/>
              </a:defRPr>
            </a:lvl4pPr>
            <a:lvl5pPr marL="2057400" indent="-228600" eaLnBrk="0" hangingPunct="0">
              <a:defRPr kumimoji="1" sz="1000">
                <a:solidFill>
                  <a:schemeClr val="tx1"/>
                </a:solidFill>
                <a:latin typeface="HGS創英角ｺﾞｼｯｸUB" pitchFamily="50" charset="-128"/>
                <a:ea typeface="HGS創英角ｺﾞｼｯｸUB"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9pPr>
          </a:lstStyle>
          <a:p>
            <a:pPr eaLnBrk="1" hangingPunct="1">
              <a:lnSpc>
                <a:spcPct val="70000"/>
              </a:lnSpc>
              <a:spcBef>
                <a:spcPct val="20000"/>
              </a:spcBef>
              <a:defRPr/>
            </a:pPr>
            <a:r>
              <a:rPr lang="en-US" altLang="ja-JP" sz="783" dirty="0">
                <a:solidFill>
                  <a:schemeClr val="bg1"/>
                </a:solidFill>
                <a:latin typeface="+mn-lt"/>
              </a:rPr>
              <a:t>© INTLOOP</a:t>
            </a:r>
            <a:r>
              <a:rPr lang="ja-JP" altLang="en-US" sz="783" dirty="0">
                <a:solidFill>
                  <a:schemeClr val="bg1"/>
                </a:solidFill>
                <a:latin typeface="+mn-lt"/>
              </a:rPr>
              <a:t> </a:t>
            </a:r>
            <a:r>
              <a:rPr lang="en-US" altLang="ja-JP" sz="783" dirty="0">
                <a:solidFill>
                  <a:schemeClr val="bg1"/>
                </a:solidFill>
                <a:latin typeface="+mn-lt"/>
              </a:rPr>
              <a:t>Strategy Inc. All rights, reserved.</a:t>
            </a:r>
            <a:r>
              <a:rPr lang="ja-JP" altLang="en-US" sz="783" dirty="0">
                <a:solidFill>
                  <a:schemeClr val="bg1"/>
                </a:solidFill>
                <a:latin typeface="+mn-lt"/>
              </a:rPr>
              <a:t>　</a:t>
            </a:r>
            <a:r>
              <a:rPr lang="en-US" altLang="ja-JP" sz="783" dirty="0">
                <a:solidFill>
                  <a:schemeClr val="bg1"/>
                </a:solidFill>
                <a:latin typeface="+mn-lt"/>
              </a:rPr>
              <a:t>Proprietary and Confidential</a:t>
            </a:r>
          </a:p>
        </p:txBody>
      </p:sp>
    </p:spTree>
    <p:extLst>
      <p:ext uri="{BB962C8B-B14F-4D97-AF65-F5344CB8AC3E}">
        <p14:creationId xmlns:p14="http://schemas.microsoft.com/office/powerpoint/2010/main" val="2361510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アジェンダ1-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コンテンツ プレースホルダー 13">
            <a:extLst>
              <a:ext uri="{FF2B5EF4-FFF2-40B4-BE49-F238E27FC236}">
                <a16:creationId xmlns:a16="http://schemas.microsoft.com/office/drawing/2014/main" id="{02036579-93AF-89DB-C446-4C75A25A3BDB}"/>
              </a:ext>
            </a:extLst>
          </p:cNvPr>
          <p:cNvSpPr>
            <a:spLocks noGrp="1"/>
          </p:cNvSpPr>
          <p:nvPr>
            <p:ph sz="quarter" idx="12"/>
          </p:nvPr>
        </p:nvSpPr>
        <p:spPr>
          <a:xfrm>
            <a:off x="6418263" y="1701002"/>
            <a:ext cx="4234941" cy="3456000"/>
          </a:xfrm>
          <a:prstGeom prst="rect">
            <a:avLst/>
          </a:prstGeom>
        </p:spPr>
        <p:txBody>
          <a:bodyPr/>
          <a:lstStyle>
            <a:lvl1pPr marL="457200" indent="-457200">
              <a:buFont typeface="Wingdings" panose="05000000000000000000" pitchFamily="2" charset="2"/>
              <a:buChar char="l"/>
              <a:defRPr sz="2800"/>
            </a:lvl1pPr>
            <a:lvl2pPr marL="727376" indent="-279760">
              <a:buFont typeface="Wingdings" panose="05000000000000000000" pitchFamily="2" charset="2"/>
              <a:buChar char="Ø"/>
              <a:defRPr sz="2800"/>
            </a:lvl2pPr>
            <a:lvl3pPr marL="1119038" indent="-223807">
              <a:buFont typeface="Wingdings" panose="05000000000000000000" pitchFamily="2" charset="2"/>
              <a:buChar char="ü"/>
              <a:defRPr sz="2800"/>
            </a:lvl3pPr>
            <a:lvl4pPr marL="1566655" indent="-223807">
              <a:buFont typeface="Arial" panose="020B0604020202020204" pitchFamily="34" charset="0"/>
              <a:buChar char="•"/>
              <a:defRPr sz="2800"/>
            </a:lvl4pPr>
            <a:lvl5pPr marL="2014272" indent="-223807">
              <a:buFont typeface="Wingdings" panose="05000000000000000000" pitchFamily="2" charset="2"/>
              <a:buChar char="u"/>
              <a:defRPr sz="2800"/>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2" name="テキスト ボックス 1">
            <a:extLst>
              <a:ext uri="{FF2B5EF4-FFF2-40B4-BE49-F238E27FC236}">
                <a16:creationId xmlns:a16="http://schemas.microsoft.com/office/drawing/2014/main" id="{32D0A344-4898-B31C-6099-4F1741F0D17E}"/>
              </a:ext>
            </a:extLst>
          </p:cNvPr>
          <p:cNvSpPr txBox="1"/>
          <p:nvPr userDrawn="1"/>
        </p:nvSpPr>
        <p:spPr>
          <a:xfrm>
            <a:off x="2071688" y="2743200"/>
            <a:ext cx="0" cy="0"/>
          </a:xfrm>
          <a:prstGeom prst="rect">
            <a:avLst/>
          </a:prstGeom>
          <a:noFill/>
        </p:spPr>
        <p:txBody>
          <a:bodyPr wrap="none" rtlCol="0" anchor="t" anchorCtr="0">
            <a:noAutofit/>
          </a:bodyPr>
          <a:lstStyle/>
          <a:p>
            <a:pPr algn="l">
              <a:spcBef>
                <a:spcPts val="600"/>
              </a:spcBef>
              <a:spcAft>
                <a:spcPts val="600"/>
              </a:spcAft>
              <a:buSzPct val="100000"/>
            </a:pPr>
            <a:endParaRPr kumimoji="1" lang="ja-JP" altLang="en-US" sz="1800" dirty="0">
              <a:solidFill>
                <a:schemeClr val="tx1"/>
              </a:solidFill>
              <a:latin typeface="Meiryo UI" panose="020B0604030504040204" pitchFamily="50" charset="-128"/>
              <a:ea typeface="Meiryo UI" panose="020B0604030504040204" pitchFamily="50" charset="-128"/>
            </a:endParaRPr>
          </a:p>
        </p:txBody>
      </p:sp>
      <p:sp>
        <p:nvSpPr>
          <p:cNvPr id="4" name="タイトル 1">
            <a:extLst>
              <a:ext uri="{FF2B5EF4-FFF2-40B4-BE49-F238E27FC236}">
                <a16:creationId xmlns:a16="http://schemas.microsoft.com/office/drawing/2014/main" id="{4A97225F-5917-B5FA-45EA-E2C28BE23579}"/>
              </a:ext>
            </a:extLst>
          </p:cNvPr>
          <p:cNvSpPr txBox="1">
            <a:spLocks/>
          </p:cNvSpPr>
          <p:nvPr userDrawn="1"/>
        </p:nvSpPr>
        <p:spPr>
          <a:xfrm>
            <a:off x="963931" y="2900363"/>
            <a:ext cx="2510790" cy="713582"/>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b="1" dirty="0">
                <a:solidFill>
                  <a:schemeClr val="bg1"/>
                </a:solidFill>
                <a:latin typeface="Meiryo UI" panose="020B0604030504040204" pitchFamily="34" charset="-128"/>
                <a:ea typeface="Meiryo UI" panose="020B0604030504040204" pitchFamily="34" charset="-128"/>
              </a:rPr>
              <a:t>Agenda</a:t>
            </a:r>
            <a:endParaRPr lang="ja-JP" altLang="en-US" b="1">
              <a:solidFill>
                <a:schemeClr val="bg1"/>
              </a:solidFill>
              <a:latin typeface="Meiryo UI" panose="020B0604030504040204" pitchFamily="34" charset="-128"/>
              <a:ea typeface="Meiryo UI" panose="020B0604030504040204" pitchFamily="34" charset="-128"/>
            </a:endParaRPr>
          </a:p>
        </p:txBody>
      </p:sp>
      <p:sp>
        <p:nvSpPr>
          <p:cNvPr id="3" name="スライド番号プレースホルダー 2">
            <a:extLst>
              <a:ext uri="{FF2B5EF4-FFF2-40B4-BE49-F238E27FC236}">
                <a16:creationId xmlns:a16="http://schemas.microsoft.com/office/drawing/2014/main" id="{7FF27C93-0925-0A01-4049-B923B868418F}"/>
              </a:ext>
            </a:extLst>
          </p:cNvPr>
          <p:cNvSpPr>
            <a:spLocks noGrp="1"/>
          </p:cNvSpPr>
          <p:nvPr>
            <p:ph type="sldNum" sz="quarter" idx="10"/>
          </p:nvPr>
        </p:nvSpPr>
        <p:spPr/>
        <p:txBody>
          <a:bodyPr/>
          <a:lstStyle/>
          <a:p>
            <a:fld id="{3344C913-8B6A-184F-9D73-5173E441A31D}" type="slidenum">
              <a:rPr lang="ja-JP" altLang="en-US" smtClean="0"/>
              <a:pPr/>
              <a:t>‹#›</a:t>
            </a:fld>
            <a:endParaRPr lang="ja-JP" altLang="en-US"/>
          </a:p>
        </p:txBody>
      </p:sp>
    </p:spTree>
    <p:extLst>
      <p:ext uri="{BB962C8B-B14F-4D97-AF65-F5344CB8AC3E}">
        <p14:creationId xmlns:p14="http://schemas.microsoft.com/office/powerpoint/2010/main" val="569753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アジェンダ2-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2D0A344-4898-B31C-6099-4F1741F0D17E}"/>
              </a:ext>
            </a:extLst>
          </p:cNvPr>
          <p:cNvSpPr txBox="1"/>
          <p:nvPr userDrawn="1"/>
        </p:nvSpPr>
        <p:spPr>
          <a:xfrm>
            <a:off x="2071688" y="2743200"/>
            <a:ext cx="0" cy="0"/>
          </a:xfrm>
          <a:prstGeom prst="rect">
            <a:avLst/>
          </a:prstGeom>
          <a:noFill/>
        </p:spPr>
        <p:txBody>
          <a:bodyPr wrap="none" rtlCol="0" anchor="t" anchorCtr="0">
            <a:noAutofit/>
          </a:bodyPr>
          <a:lstStyle/>
          <a:p>
            <a:pPr algn="l">
              <a:spcBef>
                <a:spcPts val="600"/>
              </a:spcBef>
              <a:spcAft>
                <a:spcPts val="600"/>
              </a:spcAft>
              <a:buSzPct val="100000"/>
            </a:pPr>
            <a:endParaRPr kumimoji="1" lang="ja-JP" altLang="en-US" sz="1800" dirty="0">
              <a:solidFill>
                <a:schemeClr val="tx1"/>
              </a:solidFill>
              <a:latin typeface="Meiryo UI" panose="020B0604030504040204" pitchFamily="50" charset="-128"/>
              <a:ea typeface="Meiryo UI" panose="020B0604030504040204" pitchFamily="50" charset="-128"/>
            </a:endParaRPr>
          </a:p>
        </p:txBody>
      </p:sp>
      <p:sp>
        <p:nvSpPr>
          <p:cNvPr id="3" name="タイトル 1">
            <a:extLst>
              <a:ext uri="{FF2B5EF4-FFF2-40B4-BE49-F238E27FC236}">
                <a16:creationId xmlns:a16="http://schemas.microsoft.com/office/drawing/2014/main" id="{F07E1754-6CC5-0910-53F9-8F9A5196F8F6}"/>
              </a:ext>
            </a:extLst>
          </p:cNvPr>
          <p:cNvSpPr txBox="1">
            <a:spLocks/>
          </p:cNvSpPr>
          <p:nvPr userDrawn="1"/>
        </p:nvSpPr>
        <p:spPr>
          <a:xfrm>
            <a:off x="981075" y="804536"/>
            <a:ext cx="2493645" cy="713582"/>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b="1" dirty="0">
                <a:solidFill>
                  <a:schemeClr val="bg1"/>
                </a:solidFill>
                <a:latin typeface="Meiryo UI" panose="020B0604030504040204" pitchFamily="34" charset="-128"/>
                <a:ea typeface="Meiryo UI" panose="020B0604030504040204" pitchFamily="34" charset="-128"/>
              </a:rPr>
              <a:t>Agenda</a:t>
            </a:r>
            <a:endParaRPr lang="ja-JP" altLang="en-US" b="1">
              <a:solidFill>
                <a:schemeClr val="bg1"/>
              </a:solidFill>
              <a:latin typeface="Meiryo UI" panose="020B0604030504040204" pitchFamily="34" charset="-128"/>
              <a:ea typeface="Meiryo UI" panose="020B0604030504040204" pitchFamily="34" charset="-128"/>
            </a:endParaRPr>
          </a:p>
        </p:txBody>
      </p:sp>
      <p:sp>
        <p:nvSpPr>
          <p:cNvPr id="4" name="スライド番号プレースホルダー 3">
            <a:extLst>
              <a:ext uri="{FF2B5EF4-FFF2-40B4-BE49-F238E27FC236}">
                <a16:creationId xmlns:a16="http://schemas.microsoft.com/office/drawing/2014/main" id="{3D139C8F-7CAC-F07E-991F-41B388B065E6}"/>
              </a:ext>
            </a:extLst>
          </p:cNvPr>
          <p:cNvSpPr>
            <a:spLocks noGrp="1"/>
          </p:cNvSpPr>
          <p:nvPr>
            <p:ph type="sldNum" sz="quarter" idx="10"/>
          </p:nvPr>
        </p:nvSpPr>
        <p:spPr/>
        <p:txBody>
          <a:bodyPr/>
          <a:lstStyle>
            <a:lvl1pPr>
              <a:defRPr>
                <a:solidFill>
                  <a:schemeClr val="bg1"/>
                </a:solidFill>
              </a:defRPr>
            </a:lvl1pPr>
          </a:lstStyle>
          <a:p>
            <a:fld id="{3344C913-8B6A-184F-9D73-5173E441A31D}" type="slidenum">
              <a:rPr lang="ja-JP" altLang="en-US" smtClean="0"/>
              <a:pPr/>
              <a:t>‹#›</a:t>
            </a:fld>
            <a:endParaRPr lang="ja-JP" altLang="en-US"/>
          </a:p>
        </p:txBody>
      </p:sp>
      <p:sp>
        <p:nvSpPr>
          <p:cNvPr id="7" name="テキスト プレースホルダー 6">
            <a:extLst>
              <a:ext uri="{FF2B5EF4-FFF2-40B4-BE49-F238E27FC236}">
                <a16:creationId xmlns:a16="http://schemas.microsoft.com/office/drawing/2014/main" id="{BEB13203-D4E8-E005-1D5D-B29E257AC85E}"/>
              </a:ext>
            </a:extLst>
          </p:cNvPr>
          <p:cNvSpPr>
            <a:spLocks noGrp="1"/>
          </p:cNvSpPr>
          <p:nvPr>
            <p:ph type="body" sz="quarter" idx="11"/>
          </p:nvPr>
        </p:nvSpPr>
        <p:spPr>
          <a:xfrm>
            <a:off x="1571625" y="1838325"/>
            <a:ext cx="9020175" cy="3470275"/>
          </a:xfrm>
          <a:prstGeom prst="rect">
            <a:avLst/>
          </a:prstGeom>
        </p:spPr>
        <p:txBody>
          <a:bodyPr/>
          <a:lstStyle>
            <a:lvl1pPr marL="457200" indent="-457200">
              <a:buFont typeface="Wingdings" panose="05000000000000000000" pitchFamily="2" charset="2"/>
              <a:buChar char="l"/>
              <a:defRPr sz="2800">
                <a:solidFill>
                  <a:schemeClr val="bg1"/>
                </a:solidFill>
              </a:defRPr>
            </a:lvl1pPr>
            <a:lvl2pPr marL="904816" indent="-457200">
              <a:buFont typeface="Wingdings" panose="05000000000000000000" pitchFamily="2" charset="2"/>
              <a:buChar char="Ø"/>
              <a:defRPr sz="2800">
                <a:solidFill>
                  <a:schemeClr val="bg1"/>
                </a:solidFill>
              </a:defRPr>
            </a:lvl2pPr>
            <a:lvl3pPr marL="1352431" indent="-457200">
              <a:buFont typeface="Wingdings" panose="05000000000000000000" pitchFamily="2" charset="2"/>
              <a:buChar char="ü"/>
              <a:defRPr sz="2800">
                <a:solidFill>
                  <a:schemeClr val="bg1"/>
                </a:solidFill>
              </a:defRPr>
            </a:lvl3pPr>
            <a:lvl4pPr marL="1800048" indent="-457200">
              <a:buFont typeface="Arial" panose="020B0604020202020204" pitchFamily="34" charset="0"/>
              <a:buChar char="•"/>
              <a:defRPr sz="2800">
                <a:solidFill>
                  <a:schemeClr val="bg1"/>
                </a:solidFill>
              </a:defRPr>
            </a:lvl4pPr>
            <a:lvl5pPr marL="2247665" indent="-457200">
              <a:buFont typeface="Wingdings" panose="05000000000000000000" pitchFamily="2" charset="2"/>
              <a:buChar char="u"/>
              <a:defRPr sz="2800">
                <a:solidFill>
                  <a:schemeClr val="bg1"/>
                </a:solidFill>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8" name="Rectangle 6">
            <a:extLst>
              <a:ext uri="{FF2B5EF4-FFF2-40B4-BE49-F238E27FC236}">
                <a16:creationId xmlns:a16="http://schemas.microsoft.com/office/drawing/2014/main" id="{AB0423FF-5DE9-91AE-09A7-D48AC863A975}"/>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HGS創英角ｺﾞｼｯｸUB" pitchFamily="50" charset="-128"/>
                <a:ea typeface="HGS創英角ｺﾞｼｯｸUB" pitchFamily="50" charset="-128"/>
              </a:defRPr>
            </a:lvl1pPr>
            <a:lvl2pPr marL="742950" indent="-285750" eaLnBrk="0" hangingPunct="0">
              <a:defRPr kumimoji="1" sz="1000">
                <a:solidFill>
                  <a:schemeClr val="tx1"/>
                </a:solidFill>
                <a:latin typeface="HGS創英角ｺﾞｼｯｸUB" pitchFamily="50" charset="-128"/>
                <a:ea typeface="HGS創英角ｺﾞｼｯｸUB" pitchFamily="50" charset="-128"/>
              </a:defRPr>
            </a:lvl2pPr>
            <a:lvl3pPr marL="1143000" indent="-228600" eaLnBrk="0" hangingPunct="0">
              <a:defRPr kumimoji="1" sz="1000">
                <a:solidFill>
                  <a:schemeClr val="tx1"/>
                </a:solidFill>
                <a:latin typeface="HGS創英角ｺﾞｼｯｸUB" pitchFamily="50" charset="-128"/>
                <a:ea typeface="HGS創英角ｺﾞｼｯｸUB" pitchFamily="50" charset="-128"/>
              </a:defRPr>
            </a:lvl3pPr>
            <a:lvl4pPr marL="1600200" indent="-228600" eaLnBrk="0" hangingPunct="0">
              <a:defRPr kumimoji="1" sz="1000">
                <a:solidFill>
                  <a:schemeClr val="tx1"/>
                </a:solidFill>
                <a:latin typeface="HGS創英角ｺﾞｼｯｸUB" pitchFamily="50" charset="-128"/>
                <a:ea typeface="HGS創英角ｺﾞｼｯｸUB" pitchFamily="50" charset="-128"/>
              </a:defRPr>
            </a:lvl4pPr>
            <a:lvl5pPr marL="2057400" indent="-228600" eaLnBrk="0" hangingPunct="0">
              <a:defRPr kumimoji="1" sz="1000">
                <a:solidFill>
                  <a:schemeClr val="tx1"/>
                </a:solidFill>
                <a:latin typeface="HGS創英角ｺﾞｼｯｸUB" pitchFamily="50" charset="-128"/>
                <a:ea typeface="HGS創英角ｺﾞｼｯｸUB"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9pPr>
          </a:lstStyle>
          <a:p>
            <a:pPr eaLnBrk="1" hangingPunct="1">
              <a:lnSpc>
                <a:spcPct val="70000"/>
              </a:lnSpc>
              <a:spcBef>
                <a:spcPct val="20000"/>
              </a:spcBef>
              <a:defRPr/>
            </a:pPr>
            <a:r>
              <a:rPr lang="en-US" altLang="ja-JP" sz="783" dirty="0">
                <a:solidFill>
                  <a:schemeClr val="bg1"/>
                </a:solidFill>
                <a:latin typeface="+mn-lt"/>
              </a:rPr>
              <a:t>© INTLOOP</a:t>
            </a:r>
            <a:r>
              <a:rPr lang="ja-JP" altLang="en-US" sz="783" dirty="0">
                <a:solidFill>
                  <a:schemeClr val="bg1"/>
                </a:solidFill>
                <a:latin typeface="+mn-lt"/>
              </a:rPr>
              <a:t> </a:t>
            </a:r>
            <a:r>
              <a:rPr lang="en-US" altLang="ja-JP" sz="783" dirty="0">
                <a:solidFill>
                  <a:schemeClr val="bg1"/>
                </a:solidFill>
                <a:latin typeface="+mn-lt"/>
              </a:rPr>
              <a:t>Strategy Inc. All rights, reserved.</a:t>
            </a:r>
            <a:r>
              <a:rPr lang="ja-JP" altLang="en-US" sz="783" dirty="0">
                <a:solidFill>
                  <a:schemeClr val="bg1"/>
                </a:solidFill>
                <a:latin typeface="+mn-lt"/>
              </a:rPr>
              <a:t>　</a:t>
            </a:r>
            <a:r>
              <a:rPr lang="en-US" altLang="ja-JP" sz="783" dirty="0">
                <a:solidFill>
                  <a:schemeClr val="bg1"/>
                </a:solidFill>
                <a:latin typeface="+mn-lt"/>
              </a:rPr>
              <a:t>Proprietary and Confidential</a:t>
            </a:r>
          </a:p>
        </p:txBody>
      </p:sp>
    </p:spTree>
    <p:extLst>
      <p:ext uri="{BB962C8B-B14F-4D97-AF65-F5344CB8AC3E}">
        <p14:creationId xmlns:p14="http://schemas.microsoft.com/office/powerpoint/2010/main" val="279370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アジェンダ3-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2D0A344-4898-B31C-6099-4F1741F0D17E}"/>
              </a:ext>
            </a:extLst>
          </p:cNvPr>
          <p:cNvSpPr txBox="1"/>
          <p:nvPr userDrawn="1"/>
        </p:nvSpPr>
        <p:spPr>
          <a:xfrm>
            <a:off x="2071688" y="2743200"/>
            <a:ext cx="0" cy="0"/>
          </a:xfrm>
          <a:prstGeom prst="rect">
            <a:avLst/>
          </a:prstGeom>
          <a:noFill/>
        </p:spPr>
        <p:txBody>
          <a:bodyPr wrap="none" rtlCol="0" anchor="t" anchorCtr="0">
            <a:noAutofit/>
          </a:bodyPr>
          <a:lstStyle/>
          <a:p>
            <a:pPr algn="l">
              <a:spcBef>
                <a:spcPts val="600"/>
              </a:spcBef>
              <a:spcAft>
                <a:spcPts val="600"/>
              </a:spcAft>
              <a:buSzPct val="100000"/>
            </a:pPr>
            <a:endParaRPr kumimoji="1" lang="ja-JP" altLang="en-US" sz="1800" dirty="0">
              <a:solidFill>
                <a:schemeClr val="tx1"/>
              </a:solidFill>
              <a:latin typeface="Meiryo UI" panose="020B0604030504040204" pitchFamily="50" charset="-128"/>
              <a:ea typeface="Meiryo UI" panose="020B0604030504040204" pitchFamily="50" charset="-128"/>
            </a:endParaRPr>
          </a:p>
        </p:txBody>
      </p:sp>
      <p:sp>
        <p:nvSpPr>
          <p:cNvPr id="3" name="タイトル 1">
            <a:extLst>
              <a:ext uri="{FF2B5EF4-FFF2-40B4-BE49-F238E27FC236}">
                <a16:creationId xmlns:a16="http://schemas.microsoft.com/office/drawing/2014/main" id="{F07E1754-6CC5-0910-53F9-8F9A5196F8F6}"/>
              </a:ext>
            </a:extLst>
          </p:cNvPr>
          <p:cNvSpPr txBox="1">
            <a:spLocks/>
          </p:cNvSpPr>
          <p:nvPr userDrawn="1"/>
        </p:nvSpPr>
        <p:spPr>
          <a:xfrm>
            <a:off x="981075" y="804536"/>
            <a:ext cx="2493645" cy="713582"/>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b="1" dirty="0">
                <a:solidFill>
                  <a:schemeClr val="bg1"/>
                </a:solidFill>
                <a:latin typeface="Meiryo UI" panose="020B0604030504040204" pitchFamily="34" charset="-128"/>
                <a:ea typeface="Meiryo UI" panose="020B0604030504040204" pitchFamily="34" charset="-128"/>
              </a:rPr>
              <a:t>Agenda</a:t>
            </a:r>
            <a:endParaRPr lang="ja-JP" altLang="en-US" b="1">
              <a:solidFill>
                <a:schemeClr val="bg1"/>
              </a:solidFill>
              <a:latin typeface="Meiryo UI" panose="020B0604030504040204" pitchFamily="34" charset="-128"/>
              <a:ea typeface="Meiryo UI" panose="020B0604030504040204" pitchFamily="34" charset="-128"/>
            </a:endParaRPr>
          </a:p>
        </p:txBody>
      </p:sp>
      <p:sp>
        <p:nvSpPr>
          <p:cNvPr id="4" name="スライド番号プレースホルダー 3">
            <a:extLst>
              <a:ext uri="{FF2B5EF4-FFF2-40B4-BE49-F238E27FC236}">
                <a16:creationId xmlns:a16="http://schemas.microsoft.com/office/drawing/2014/main" id="{7B38E5FC-0617-AC65-2E8E-5BBB230B7510}"/>
              </a:ext>
            </a:extLst>
          </p:cNvPr>
          <p:cNvSpPr>
            <a:spLocks noGrp="1"/>
          </p:cNvSpPr>
          <p:nvPr>
            <p:ph type="sldNum" sz="quarter" idx="10"/>
          </p:nvPr>
        </p:nvSpPr>
        <p:spPr/>
        <p:txBody>
          <a:bodyPr/>
          <a:lstStyle>
            <a:lvl1pPr>
              <a:defRPr>
                <a:solidFill>
                  <a:schemeClr val="bg1"/>
                </a:solidFill>
              </a:defRPr>
            </a:lvl1pPr>
          </a:lstStyle>
          <a:p>
            <a:fld id="{3344C913-8B6A-184F-9D73-5173E441A31D}" type="slidenum">
              <a:rPr lang="ja-JP" altLang="en-US" smtClean="0"/>
              <a:pPr/>
              <a:t>‹#›</a:t>
            </a:fld>
            <a:endParaRPr lang="ja-JP" altLang="en-US"/>
          </a:p>
        </p:txBody>
      </p:sp>
      <p:sp>
        <p:nvSpPr>
          <p:cNvPr id="6" name="テキスト プレースホルダー 6">
            <a:extLst>
              <a:ext uri="{FF2B5EF4-FFF2-40B4-BE49-F238E27FC236}">
                <a16:creationId xmlns:a16="http://schemas.microsoft.com/office/drawing/2014/main" id="{ED28FA7A-5BA5-99B7-0033-778A4E35C832}"/>
              </a:ext>
            </a:extLst>
          </p:cNvPr>
          <p:cNvSpPr>
            <a:spLocks noGrp="1"/>
          </p:cNvSpPr>
          <p:nvPr>
            <p:ph type="body" sz="quarter" idx="11"/>
          </p:nvPr>
        </p:nvSpPr>
        <p:spPr>
          <a:xfrm>
            <a:off x="1571625" y="1838325"/>
            <a:ext cx="9020175" cy="3470275"/>
          </a:xfrm>
          <a:prstGeom prst="rect">
            <a:avLst/>
          </a:prstGeom>
        </p:spPr>
        <p:txBody>
          <a:bodyPr/>
          <a:lstStyle>
            <a:lvl1pPr marL="457200" indent="-457200">
              <a:buFont typeface="Wingdings" panose="05000000000000000000" pitchFamily="2" charset="2"/>
              <a:buChar char="l"/>
              <a:defRPr sz="2800">
                <a:solidFill>
                  <a:schemeClr val="bg1"/>
                </a:solidFill>
              </a:defRPr>
            </a:lvl1pPr>
            <a:lvl2pPr marL="727376" indent="-279760">
              <a:buFont typeface="Wingdings" panose="05000000000000000000" pitchFamily="2" charset="2"/>
              <a:buChar char="Ø"/>
              <a:defRPr sz="2800">
                <a:solidFill>
                  <a:schemeClr val="bg1"/>
                </a:solidFill>
              </a:defRPr>
            </a:lvl2pPr>
            <a:lvl3pPr marL="1119038" indent="-223807">
              <a:buFont typeface="Wingdings" panose="05000000000000000000" pitchFamily="2" charset="2"/>
              <a:buChar char="ü"/>
              <a:defRPr sz="2800">
                <a:solidFill>
                  <a:schemeClr val="bg1"/>
                </a:solidFill>
              </a:defRPr>
            </a:lvl3pPr>
            <a:lvl4pPr marL="1566655" indent="-223807">
              <a:buFont typeface="Arial" panose="020B0604020202020204" pitchFamily="34" charset="0"/>
              <a:buChar char="•"/>
              <a:defRPr sz="2800">
                <a:solidFill>
                  <a:schemeClr val="bg1"/>
                </a:solidFill>
              </a:defRPr>
            </a:lvl4pPr>
            <a:lvl5pPr marL="2014272" indent="-223807">
              <a:buFont typeface="Wingdings" panose="05000000000000000000" pitchFamily="2" charset="2"/>
              <a:buChar char="u"/>
              <a:defRPr sz="2800">
                <a:solidFill>
                  <a:schemeClr val="bg1"/>
                </a:solidFill>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7" name="Rectangle 6">
            <a:extLst>
              <a:ext uri="{FF2B5EF4-FFF2-40B4-BE49-F238E27FC236}">
                <a16:creationId xmlns:a16="http://schemas.microsoft.com/office/drawing/2014/main" id="{E2719314-F66E-CAAA-ED39-20619F0D4E7F}"/>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HGS創英角ｺﾞｼｯｸUB" pitchFamily="50" charset="-128"/>
                <a:ea typeface="HGS創英角ｺﾞｼｯｸUB" pitchFamily="50" charset="-128"/>
              </a:defRPr>
            </a:lvl1pPr>
            <a:lvl2pPr marL="742950" indent="-285750" eaLnBrk="0" hangingPunct="0">
              <a:defRPr kumimoji="1" sz="1000">
                <a:solidFill>
                  <a:schemeClr val="tx1"/>
                </a:solidFill>
                <a:latin typeface="HGS創英角ｺﾞｼｯｸUB" pitchFamily="50" charset="-128"/>
                <a:ea typeface="HGS創英角ｺﾞｼｯｸUB" pitchFamily="50" charset="-128"/>
              </a:defRPr>
            </a:lvl2pPr>
            <a:lvl3pPr marL="1143000" indent="-228600" eaLnBrk="0" hangingPunct="0">
              <a:defRPr kumimoji="1" sz="1000">
                <a:solidFill>
                  <a:schemeClr val="tx1"/>
                </a:solidFill>
                <a:latin typeface="HGS創英角ｺﾞｼｯｸUB" pitchFamily="50" charset="-128"/>
                <a:ea typeface="HGS創英角ｺﾞｼｯｸUB" pitchFamily="50" charset="-128"/>
              </a:defRPr>
            </a:lvl3pPr>
            <a:lvl4pPr marL="1600200" indent="-228600" eaLnBrk="0" hangingPunct="0">
              <a:defRPr kumimoji="1" sz="1000">
                <a:solidFill>
                  <a:schemeClr val="tx1"/>
                </a:solidFill>
                <a:latin typeface="HGS創英角ｺﾞｼｯｸUB" pitchFamily="50" charset="-128"/>
                <a:ea typeface="HGS創英角ｺﾞｼｯｸUB" pitchFamily="50" charset="-128"/>
              </a:defRPr>
            </a:lvl4pPr>
            <a:lvl5pPr marL="2057400" indent="-228600" eaLnBrk="0" hangingPunct="0">
              <a:defRPr kumimoji="1" sz="1000">
                <a:solidFill>
                  <a:schemeClr val="tx1"/>
                </a:solidFill>
                <a:latin typeface="HGS創英角ｺﾞｼｯｸUB" pitchFamily="50" charset="-128"/>
                <a:ea typeface="HGS創英角ｺﾞｼｯｸUB"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9pPr>
          </a:lstStyle>
          <a:p>
            <a:pPr eaLnBrk="1" hangingPunct="1">
              <a:lnSpc>
                <a:spcPct val="70000"/>
              </a:lnSpc>
              <a:spcBef>
                <a:spcPct val="20000"/>
              </a:spcBef>
              <a:defRPr/>
            </a:pPr>
            <a:r>
              <a:rPr lang="en-US" altLang="ja-JP" sz="783" dirty="0">
                <a:solidFill>
                  <a:schemeClr val="bg1"/>
                </a:solidFill>
                <a:latin typeface="+mn-lt"/>
              </a:rPr>
              <a:t>© INTLOOP</a:t>
            </a:r>
            <a:r>
              <a:rPr lang="ja-JP" altLang="en-US" sz="783" dirty="0">
                <a:solidFill>
                  <a:schemeClr val="bg1"/>
                </a:solidFill>
                <a:latin typeface="+mn-lt"/>
              </a:rPr>
              <a:t> </a:t>
            </a:r>
            <a:r>
              <a:rPr lang="en-US" altLang="ja-JP" sz="783" dirty="0">
                <a:solidFill>
                  <a:schemeClr val="bg1"/>
                </a:solidFill>
                <a:latin typeface="+mn-lt"/>
              </a:rPr>
              <a:t>Strategy Inc. All rights, reserved.</a:t>
            </a:r>
            <a:r>
              <a:rPr lang="ja-JP" altLang="en-US" sz="783" dirty="0">
                <a:solidFill>
                  <a:schemeClr val="bg1"/>
                </a:solidFill>
                <a:latin typeface="+mn-lt"/>
              </a:rPr>
              <a:t>　</a:t>
            </a:r>
            <a:r>
              <a:rPr lang="en-US" altLang="ja-JP" sz="783" dirty="0">
                <a:solidFill>
                  <a:schemeClr val="bg1"/>
                </a:solidFill>
                <a:latin typeface="+mn-lt"/>
              </a:rPr>
              <a:t>Proprietary and Confidential</a:t>
            </a:r>
          </a:p>
        </p:txBody>
      </p:sp>
    </p:spTree>
    <p:extLst>
      <p:ext uri="{BB962C8B-B14F-4D97-AF65-F5344CB8AC3E}">
        <p14:creationId xmlns:p14="http://schemas.microsoft.com/office/powerpoint/2010/main" val="30870928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目次(リード文付)_画像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BB1B9D6A-4F3C-4578-8BE3-625FD8D7864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7973382" y="895959"/>
            <a:ext cx="3862986" cy="5606403"/>
          </a:xfrm>
          <a:prstGeom prst="rect">
            <a:avLst/>
          </a:prstGeom>
        </p:spPr>
      </p:pic>
      <p:sp>
        <p:nvSpPr>
          <p:cNvPr id="8" name="テキスト プレースホルダー 7">
            <a:extLst>
              <a:ext uri="{FF2B5EF4-FFF2-40B4-BE49-F238E27FC236}">
                <a16:creationId xmlns:a16="http://schemas.microsoft.com/office/drawing/2014/main" id="{C7BB2BFD-44AE-6684-1E13-ACBAD32F370E}"/>
              </a:ext>
            </a:extLst>
          </p:cNvPr>
          <p:cNvSpPr>
            <a:spLocks noGrp="1"/>
          </p:cNvSpPr>
          <p:nvPr>
            <p:ph type="body" sz="quarter" idx="10"/>
          </p:nvPr>
        </p:nvSpPr>
        <p:spPr>
          <a:xfrm>
            <a:off x="263352" y="823328"/>
            <a:ext cx="7538585" cy="721045"/>
          </a:xfrm>
          <a:prstGeom prst="rect">
            <a:avLst/>
          </a:prstGeom>
        </p:spPr>
        <p:txBody>
          <a:bodyPr/>
          <a:lstStyle>
            <a:lvl1pPr>
              <a:defRPr sz="2000">
                <a:solidFill>
                  <a:schemeClr val="tx1"/>
                </a:solidFill>
              </a:defRPr>
            </a:lvl1pPr>
            <a:lvl2pPr>
              <a:defRPr sz="2000"/>
            </a:lvl2pPr>
            <a:lvl3pPr>
              <a:defRPr sz="2000"/>
            </a:lvl3pPr>
            <a:lvl4pPr>
              <a:defRPr sz="2000"/>
            </a:lvl4pPr>
            <a:lvl5pPr>
              <a:defRPr sz="2000"/>
            </a:lvl5pPr>
          </a:lstStyle>
          <a:p>
            <a:pPr lvl="0"/>
            <a:r>
              <a:rPr kumimoji="1" lang="ja-JP" altLang="en-US"/>
              <a:t>マスター テキストの書式設定</a:t>
            </a:r>
          </a:p>
        </p:txBody>
      </p:sp>
      <p:sp>
        <p:nvSpPr>
          <p:cNvPr id="12" name="テキスト プレースホルダー 11">
            <a:extLst>
              <a:ext uri="{FF2B5EF4-FFF2-40B4-BE49-F238E27FC236}">
                <a16:creationId xmlns:a16="http://schemas.microsoft.com/office/drawing/2014/main" id="{9A9028B8-3F07-6F39-142C-D338DB42D783}"/>
              </a:ext>
            </a:extLst>
          </p:cNvPr>
          <p:cNvSpPr>
            <a:spLocks noGrp="1"/>
          </p:cNvSpPr>
          <p:nvPr>
            <p:ph type="body" sz="quarter" idx="11"/>
          </p:nvPr>
        </p:nvSpPr>
        <p:spPr>
          <a:xfrm>
            <a:off x="1062685" y="1761274"/>
            <a:ext cx="6739254" cy="4369291"/>
          </a:xfrm>
          <a:prstGeom prst="rect">
            <a:avLst/>
          </a:prstGeom>
        </p:spPr>
        <p:txBody>
          <a:bodyPr/>
          <a:lstStyle>
            <a:lvl1pPr marL="342900" indent="-342900">
              <a:buFont typeface="Wingdings" panose="05000000000000000000" pitchFamily="2" charset="2"/>
              <a:buChar char="l"/>
              <a:defRPr sz="2000">
                <a:solidFill>
                  <a:schemeClr val="tx1"/>
                </a:solidFill>
              </a:defRPr>
            </a:lvl1pPr>
            <a:lvl2pPr marL="727376" indent="-279760">
              <a:buFont typeface="Wingdings" panose="05000000000000000000" pitchFamily="2" charset="2"/>
              <a:buChar char="Ø"/>
              <a:defRPr sz="2000">
                <a:solidFill>
                  <a:schemeClr val="tx1"/>
                </a:solidFill>
              </a:defRPr>
            </a:lvl2pPr>
            <a:lvl3pPr marL="1119038" indent="-223807">
              <a:buFont typeface="Wingdings" panose="05000000000000000000" pitchFamily="2" charset="2"/>
              <a:buChar char="ü"/>
              <a:defRPr sz="2000">
                <a:solidFill>
                  <a:schemeClr val="tx1"/>
                </a:solidFill>
              </a:defRPr>
            </a:lvl3pPr>
            <a:lvl4pPr marL="1566655" indent="-223807">
              <a:buFont typeface="Arial" panose="020B0604020202020204" pitchFamily="34" charset="0"/>
              <a:buChar char="•"/>
              <a:defRPr sz="2000">
                <a:solidFill>
                  <a:schemeClr val="tx1"/>
                </a:solidFill>
              </a:defRPr>
            </a:lvl4pPr>
            <a:lvl5pPr marL="2014272" indent="-223807">
              <a:buFont typeface="Wingdings" panose="05000000000000000000" pitchFamily="2" charset="2"/>
              <a:buChar char="u"/>
              <a:defRPr sz="2000">
                <a:solidFill>
                  <a:schemeClr val="tx1"/>
                </a:solidFill>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3" name="Rectangle 2">
            <a:extLst>
              <a:ext uri="{FF2B5EF4-FFF2-40B4-BE49-F238E27FC236}">
                <a16:creationId xmlns:a16="http://schemas.microsoft.com/office/drawing/2014/main" id="{F5C9DD2C-213D-0001-4F55-9A2B7B30B743}"/>
              </a:ext>
            </a:extLst>
          </p:cNvPr>
          <p:cNvSpPr>
            <a:spLocks noGrp="1" noChangeArrowheads="1"/>
          </p:cNvSpPr>
          <p:nvPr>
            <p:ph type="title"/>
          </p:nvPr>
        </p:nvSpPr>
        <p:spPr bwMode="auto">
          <a:xfrm>
            <a:off x="280991" y="115890"/>
            <a:ext cx="10420347" cy="49053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defRPr>
                <a:solidFill>
                  <a:schemeClr val="tx1"/>
                </a:solidFill>
              </a:defRPr>
            </a:lvl1pPr>
          </a:lstStyle>
          <a:p>
            <a:pPr lvl="0"/>
            <a:r>
              <a:rPr lang="ja-JP" altLang="en-US"/>
              <a:t>マスタータイトルの書式設定</a:t>
            </a:r>
          </a:p>
        </p:txBody>
      </p:sp>
      <p:sp>
        <p:nvSpPr>
          <p:cNvPr id="4" name="スライド番号プレースホルダー 3">
            <a:extLst>
              <a:ext uri="{FF2B5EF4-FFF2-40B4-BE49-F238E27FC236}">
                <a16:creationId xmlns:a16="http://schemas.microsoft.com/office/drawing/2014/main" id="{3389A2C4-60C8-6156-9C77-96DBD191AE3C}"/>
              </a:ext>
            </a:extLst>
          </p:cNvPr>
          <p:cNvSpPr>
            <a:spLocks noGrp="1"/>
          </p:cNvSpPr>
          <p:nvPr>
            <p:ph type="sldNum" sz="quarter" idx="12"/>
          </p:nvPr>
        </p:nvSpPr>
        <p:spPr/>
        <p:txBody>
          <a:bodyPr/>
          <a:lstStyle>
            <a:lvl1pPr>
              <a:defRPr>
                <a:solidFill>
                  <a:schemeClr val="tx1"/>
                </a:solidFill>
              </a:defRPr>
            </a:lvl1pPr>
          </a:lstStyle>
          <a:p>
            <a:fld id="{3344C913-8B6A-184F-9D73-5173E441A31D}" type="slidenum">
              <a:rPr lang="ja-JP" altLang="en-US" smtClean="0"/>
              <a:pPr/>
              <a:t>‹#›</a:t>
            </a:fld>
            <a:endParaRPr lang="ja-JP" altLang="en-US"/>
          </a:p>
        </p:txBody>
      </p:sp>
      <p:sp>
        <p:nvSpPr>
          <p:cNvPr id="6" name="Rectangle 6">
            <a:extLst>
              <a:ext uri="{FF2B5EF4-FFF2-40B4-BE49-F238E27FC236}">
                <a16:creationId xmlns:a16="http://schemas.microsoft.com/office/drawing/2014/main" id="{3319DEB5-A4F6-11F5-80EA-BD4AEBF02D6D}"/>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HGS創英角ｺﾞｼｯｸUB" pitchFamily="50" charset="-128"/>
                <a:ea typeface="HGS創英角ｺﾞｼｯｸUB" pitchFamily="50" charset="-128"/>
              </a:defRPr>
            </a:lvl1pPr>
            <a:lvl2pPr marL="742950" indent="-285750" eaLnBrk="0" hangingPunct="0">
              <a:defRPr kumimoji="1" sz="1000">
                <a:solidFill>
                  <a:schemeClr val="tx1"/>
                </a:solidFill>
                <a:latin typeface="HGS創英角ｺﾞｼｯｸUB" pitchFamily="50" charset="-128"/>
                <a:ea typeface="HGS創英角ｺﾞｼｯｸUB" pitchFamily="50" charset="-128"/>
              </a:defRPr>
            </a:lvl2pPr>
            <a:lvl3pPr marL="1143000" indent="-228600" eaLnBrk="0" hangingPunct="0">
              <a:defRPr kumimoji="1" sz="1000">
                <a:solidFill>
                  <a:schemeClr val="tx1"/>
                </a:solidFill>
                <a:latin typeface="HGS創英角ｺﾞｼｯｸUB" pitchFamily="50" charset="-128"/>
                <a:ea typeface="HGS創英角ｺﾞｼｯｸUB" pitchFamily="50" charset="-128"/>
              </a:defRPr>
            </a:lvl3pPr>
            <a:lvl4pPr marL="1600200" indent="-228600" eaLnBrk="0" hangingPunct="0">
              <a:defRPr kumimoji="1" sz="1000">
                <a:solidFill>
                  <a:schemeClr val="tx1"/>
                </a:solidFill>
                <a:latin typeface="HGS創英角ｺﾞｼｯｸUB" pitchFamily="50" charset="-128"/>
                <a:ea typeface="HGS創英角ｺﾞｼｯｸUB" pitchFamily="50" charset="-128"/>
              </a:defRPr>
            </a:lvl4pPr>
            <a:lvl5pPr marL="2057400" indent="-228600" eaLnBrk="0" hangingPunct="0">
              <a:defRPr kumimoji="1" sz="1000">
                <a:solidFill>
                  <a:schemeClr val="tx1"/>
                </a:solidFill>
                <a:latin typeface="HGS創英角ｺﾞｼｯｸUB" pitchFamily="50" charset="-128"/>
                <a:ea typeface="HGS創英角ｺﾞｼｯｸUB"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9pPr>
          </a:lstStyle>
          <a:p>
            <a:pPr eaLnBrk="1" hangingPunct="1">
              <a:lnSpc>
                <a:spcPct val="70000"/>
              </a:lnSpc>
              <a:spcBef>
                <a:spcPct val="20000"/>
              </a:spcBef>
              <a:defRPr/>
            </a:pPr>
            <a:r>
              <a:rPr lang="en-US" altLang="ja-JP" sz="783" dirty="0">
                <a:latin typeface="+mn-lt"/>
              </a:rPr>
              <a:t>© INTLOOP</a:t>
            </a:r>
            <a:r>
              <a:rPr lang="ja-JP" altLang="en-US" sz="783" dirty="0">
                <a:latin typeface="+mn-lt"/>
              </a:rPr>
              <a:t> </a:t>
            </a:r>
            <a:r>
              <a:rPr lang="en-US" altLang="ja-JP" sz="783" dirty="0">
                <a:latin typeface="+mn-lt"/>
              </a:rPr>
              <a:t>Strategy Inc. All rights, reserved.</a:t>
            </a:r>
            <a:r>
              <a:rPr lang="ja-JP" altLang="en-US" sz="783" dirty="0">
                <a:latin typeface="+mn-lt"/>
              </a:rPr>
              <a:t>　</a:t>
            </a:r>
            <a:r>
              <a:rPr lang="en-US" altLang="ja-JP" sz="783" dirty="0">
                <a:latin typeface="+mn-lt"/>
              </a:rPr>
              <a:t>Proprietary and Confidential</a:t>
            </a:r>
          </a:p>
        </p:txBody>
      </p:sp>
    </p:spTree>
    <p:extLst>
      <p:ext uri="{BB962C8B-B14F-4D97-AF65-F5344CB8AC3E}">
        <p14:creationId xmlns:p14="http://schemas.microsoft.com/office/powerpoint/2010/main" val="17975754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目次_画像有">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6FA938DD-044C-43C0-B5CB-6E3CFFA0B191}"/>
              </a:ext>
            </a:extLst>
          </p:cNvPr>
          <p:cNvSpPr>
            <a:spLocks noGrp="1"/>
          </p:cNvSpPr>
          <p:nvPr>
            <p:ph type="body" sz="quarter" idx="11" hasCustomPrompt="1"/>
          </p:nvPr>
        </p:nvSpPr>
        <p:spPr>
          <a:xfrm>
            <a:off x="1221959" y="1801768"/>
            <a:ext cx="6680497" cy="4700592"/>
          </a:xfrm>
          <a:prstGeom prst="rect">
            <a:avLst/>
          </a:prstGeom>
          <a:noFill/>
        </p:spPr>
        <p:txBody>
          <a:bodyPr anchor="ctr"/>
          <a:lstStyle>
            <a:lvl1pPr marL="311081" marR="0" indent="-489892" algn="l" defTabSz="829455" rtl="0" eaLnBrk="1" fontAlgn="base" latinLnBrk="0" hangingPunct="1">
              <a:lnSpc>
                <a:spcPct val="120000"/>
              </a:lnSpc>
              <a:spcBef>
                <a:spcPts val="0"/>
              </a:spcBef>
              <a:spcAft>
                <a:spcPct val="0"/>
              </a:spcAft>
              <a:buClrTx/>
              <a:buSzTx/>
              <a:buFont typeface="+mj-lt"/>
              <a:buAutoNum type="arabicPeriod"/>
              <a:tabLst/>
              <a:defRPr sz="2800" b="1">
                <a:solidFill>
                  <a:schemeClr val="tx1"/>
                </a:solidFill>
              </a:defRPr>
            </a:lvl1pPr>
            <a:lvl2pPr marL="862391" indent="-414775">
              <a:buFont typeface="+mj-lt"/>
              <a:buAutoNum type="alphaLcPeriod"/>
              <a:defRPr sz="2000"/>
            </a:lvl2pPr>
            <a:lvl3pPr>
              <a:defRPr sz="2540"/>
            </a:lvl3pPr>
          </a:lstStyle>
          <a:p>
            <a:pPr lvl="0"/>
            <a:r>
              <a:rPr kumimoji="1" lang="ja-JP" altLang="en-US"/>
              <a:t>目次</a:t>
            </a:r>
            <a:r>
              <a:rPr kumimoji="1" lang="en-US" altLang="ja-JP" dirty="0"/>
              <a:t> 1</a:t>
            </a:r>
          </a:p>
          <a:p>
            <a:pPr lvl="1"/>
            <a:r>
              <a:rPr kumimoji="1" lang="ja-JP" altLang="en-US"/>
              <a:t>目次 </a:t>
            </a:r>
            <a:r>
              <a:rPr kumimoji="1" lang="en-US" altLang="ja-JP" dirty="0"/>
              <a:t>1-a</a:t>
            </a:r>
          </a:p>
          <a:p>
            <a:pPr lvl="2"/>
            <a:endParaRPr kumimoji="1" lang="ja-JP" altLang="en-US"/>
          </a:p>
        </p:txBody>
      </p:sp>
      <p:pic>
        <p:nvPicPr>
          <p:cNvPr id="5" name="図 4">
            <a:extLst>
              <a:ext uri="{FF2B5EF4-FFF2-40B4-BE49-F238E27FC236}">
                <a16:creationId xmlns:a16="http://schemas.microsoft.com/office/drawing/2014/main" id="{BB1B9D6A-4F3C-4578-8BE3-625FD8D7864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7973382" y="895959"/>
            <a:ext cx="3862986" cy="5606403"/>
          </a:xfrm>
          <a:prstGeom prst="rect">
            <a:avLst/>
          </a:prstGeom>
        </p:spPr>
      </p:pic>
      <p:sp>
        <p:nvSpPr>
          <p:cNvPr id="6" name="Rectangle 2">
            <a:extLst>
              <a:ext uri="{FF2B5EF4-FFF2-40B4-BE49-F238E27FC236}">
                <a16:creationId xmlns:a16="http://schemas.microsoft.com/office/drawing/2014/main" id="{B658ED80-6BEA-846A-4C7F-BC7B9F4648CD}"/>
              </a:ext>
            </a:extLst>
          </p:cNvPr>
          <p:cNvSpPr>
            <a:spLocks noGrp="1" noChangeArrowheads="1"/>
          </p:cNvSpPr>
          <p:nvPr>
            <p:ph type="title"/>
          </p:nvPr>
        </p:nvSpPr>
        <p:spPr bwMode="auto">
          <a:xfrm>
            <a:off x="280991" y="115890"/>
            <a:ext cx="10420347" cy="49053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a:t>マスタータイトルの書式設定</a:t>
            </a:r>
          </a:p>
        </p:txBody>
      </p:sp>
      <p:sp>
        <p:nvSpPr>
          <p:cNvPr id="4" name="スライド番号プレースホルダー 3">
            <a:extLst>
              <a:ext uri="{FF2B5EF4-FFF2-40B4-BE49-F238E27FC236}">
                <a16:creationId xmlns:a16="http://schemas.microsoft.com/office/drawing/2014/main" id="{B1D440A8-515C-AC97-47A3-0857E5998FE7}"/>
              </a:ext>
            </a:extLst>
          </p:cNvPr>
          <p:cNvSpPr>
            <a:spLocks noGrp="1"/>
          </p:cNvSpPr>
          <p:nvPr>
            <p:ph type="sldNum" sz="quarter" idx="12"/>
          </p:nvPr>
        </p:nvSpPr>
        <p:spPr/>
        <p:txBody>
          <a:bodyPr/>
          <a:lstStyle/>
          <a:p>
            <a:fld id="{3344C913-8B6A-184F-9D73-5173E441A31D}" type="slidenum">
              <a:rPr lang="ja-JP" altLang="en-US" smtClean="0"/>
              <a:pPr/>
              <a:t>‹#›</a:t>
            </a:fld>
            <a:endParaRPr lang="ja-JP" altLang="en-US"/>
          </a:p>
        </p:txBody>
      </p:sp>
      <p:sp>
        <p:nvSpPr>
          <p:cNvPr id="7" name="Rectangle 6">
            <a:extLst>
              <a:ext uri="{FF2B5EF4-FFF2-40B4-BE49-F238E27FC236}">
                <a16:creationId xmlns:a16="http://schemas.microsoft.com/office/drawing/2014/main" id="{9A4ECA56-7481-9DA5-FAFD-C326F2E5C8C7}"/>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HGS創英角ｺﾞｼｯｸUB" pitchFamily="50" charset="-128"/>
                <a:ea typeface="HGS創英角ｺﾞｼｯｸUB" pitchFamily="50" charset="-128"/>
              </a:defRPr>
            </a:lvl1pPr>
            <a:lvl2pPr marL="742950" indent="-285750" eaLnBrk="0" hangingPunct="0">
              <a:defRPr kumimoji="1" sz="1000">
                <a:solidFill>
                  <a:schemeClr val="tx1"/>
                </a:solidFill>
                <a:latin typeface="HGS創英角ｺﾞｼｯｸUB" pitchFamily="50" charset="-128"/>
                <a:ea typeface="HGS創英角ｺﾞｼｯｸUB" pitchFamily="50" charset="-128"/>
              </a:defRPr>
            </a:lvl2pPr>
            <a:lvl3pPr marL="1143000" indent="-228600" eaLnBrk="0" hangingPunct="0">
              <a:defRPr kumimoji="1" sz="1000">
                <a:solidFill>
                  <a:schemeClr val="tx1"/>
                </a:solidFill>
                <a:latin typeface="HGS創英角ｺﾞｼｯｸUB" pitchFamily="50" charset="-128"/>
                <a:ea typeface="HGS創英角ｺﾞｼｯｸUB" pitchFamily="50" charset="-128"/>
              </a:defRPr>
            </a:lvl3pPr>
            <a:lvl4pPr marL="1600200" indent="-228600" eaLnBrk="0" hangingPunct="0">
              <a:defRPr kumimoji="1" sz="1000">
                <a:solidFill>
                  <a:schemeClr val="tx1"/>
                </a:solidFill>
                <a:latin typeface="HGS創英角ｺﾞｼｯｸUB" pitchFamily="50" charset="-128"/>
                <a:ea typeface="HGS創英角ｺﾞｼｯｸUB" pitchFamily="50" charset="-128"/>
              </a:defRPr>
            </a:lvl4pPr>
            <a:lvl5pPr marL="2057400" indent="-228600" eaLnBrk="0" hangingPunct="0">
              <a:defRPr kumimoji="1" sz="1000">
                <a:solidFill>
                  <a:schemeClr val="tx1"/>
                </a:solidFill>
                <a:latin typeface="HGS創英角ｺﾞｼｯｸUB" pitchFamily="50" charset="-128"/>
                <a:ea typeface="HGS創英角ｺﾞｼｯｸUB"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9pPr>
          </a:lstStyle>
          <a:p>
            <a:pPr eaLnBrk="1" hangingPunct="1">
              <a:lnSpc>
                <a:spcPct val="70000"/>
              </a:lnSpc>
              <a:spcBef>
                <a:spcPct val="20000"/>
              </a:spcBef>
              <a:defRPr/>
            </a:pPr>
            <a:r>
              <a:rPr lang="en-US" altLang="ja-JP" sz="783" dirty="0">
                <a:latin typeface="+mn-lt"/>
              </a:rPr>
              <a:t>© INTLOOP</a:t>
            </a:r>
            <a:r>
              <a:rPr lang="ja-JP" altLang="en-US" sz="783" dirty="0">
                <a:latin typeface="+mn-lt"/>
              </a:rPr>
              <a:t> </a:t>
            </a:r>
            <a:r>
              <a:rPr lang="en-US" altLang="ja-JP" sz="783" dirty="0">
                <a:latin typeface="+mn-lt"/>
              </a:rPr>
              <a:t>Strategy Inc. All rights, reserved.</a:t>
            </a:r>
            <a:r>
              <a:rPr lang="ja-JP" altLang="en-US" sz="783" dirty="0">
                <a:latin typeface="+mn-lt"/>
              </a:rPr>
              <a:t>　</a:t>
            </a:r>
            <a:r>
              <a:rPr lang="en-US" altLang="ja-JP" sz="783" dirty="0">
                <a:latin typeface="+mn-lt"/>
              </a:rPr>
              <a:t>Proprietary and Confidential</a:t>
            </a:r>
          </a:p>
        </p:txBody>
      </p:sp>
    </p:spTree>
    <p:extLst>
      <p:ext uri="{BB962C8B-B14F-4D97-AF65-F5344CB8AC3E}">
        <p14:creationId xmlns:p14="http://schemas.microsoft.com/office/powerpoint/2010/main" val="20190781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3131493F-ADBA-411B-B213-9EDC4BA88012}"/>
              </a:ext>
            </a:extLst>
          </p:cNvPr>
          <p:cNvSpPr>
            <a:spLocks noGrp="1"/>
          </p:cNvSpPr>
          <p:nvPr>
            <p:ph sz="quarter" idx="10" hasCustomPrompt="1"/>
          </p:nvPr>
        </p:nvSpPr>
        <p:spPr>
          <a:xfrm>
            <a:off x="1066666" y="1101819"/>
            <a:ext cx="10837523" cy="5399358"/>
          </a:xfrm>
          <a:prstGeom prst="rect">
            <a:avLst/>
          </a:prstGeom>
        </p:spPr>
        <p:txBody>
          <a:bodyPr/>
          <a:lstStyle>
            <a:lvl1pPr marL="414727" indent="-414727">
              <a:lnSpc>
                <a:spcPct val="120000"/>
              </a:lnSpc>
              <a:spcBef>
                <a:spcPts val="0"/>
              </a:spcBef>
              <a:buFont typeface="+mj-lt"/>
              <a:buAutoNum type="arabicPeriod"/>
              <a:defRPr sz="2000"/>
            </a:lvl1pPr>
            <a:lvl2pPr marL="758661" indent="-311045">
              <a:lnSpc>
                <a:spcPct val="120000"/>
              </a:lnSpc>
              <a:spcBef>
                <a:spcPts val="0"/>
              </a:spcBef>
              <a:buFont typeface="+mj-lt"/>
              <a:buAutoNum type="alphaLcPeriod"/>
              <a:defRPr sz="2000">
                <a:latin typeface="+mn-ea"/>
                <a:ea typeface="+mn-ea"/>
              </a:defRPr>
            </a:lvl2pPr>
          </a:lstStyle>
          <a:p>
            <a:pPr lvl="0"/>
            <a:r>
              <a:rPr kumimoji="1" lang="ja-JP" altLang="en-US"/>
              <a:t>目次</a:t>
            </a:r>
            <a:r>
              <a:rPr kumimoji="1" lang="en-US" altLang="ja-JP"/>
              <a:t> 1</a:t>
            </a:r>
          </a:p>
          <a:p>
            <a:pPr lvl="1"/>
            <a:r>
              <a:rPr kumimoji="1" lang="ja-JP" altLang="en-US"/>
              <a:t>目次 </a:t>
            </a:r>
            <a:r>
              <a:rPr kumimoji="1" lang="en-US" altLang="ja-JP"/>
              <a:t>1-a</a:t>
            </a:r>
            <a:endParaRPr kumimoji="1" lang="ja-JP" altLang="en-US"/>
          </a:p>
        </p:txBody>
      </p:sp>
      <p:sp>
        <p:nvSpPr>
          <p:cNvPr id="5" name="Rectangle 2">
            <a:extLst>
              <a:ext uri="{FF2B5EF4-FFF2-40B4-BE49-F238E27FC236}">
                <a16:creationId xmlns:a16="http://schemas.microsoft.com/office/drawing/2014/main" id="{D95653BE-5BE8-89BF-660B-12FC56AD0CD9}"/>
              </a:ext>
            </a:extLst>
          </p:cNvPr>
          <p:cNvSpPr>
            <a:spLocks noGrp="1" noChangeArrowheads="1"/>
          </p:cNvSpPr>
          <p:nvPr>
            <p:ph type="title"/>
          </p:nvPr>
        </p:nvSpPr>
        <p:spPr bwMode="auto">
          <a:xfrm>
            <a:off x="280991" y="115890"/>
            <a:ext cx="10420347" cy="49053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a:t>マスタータイトルの書式設定</a:t>
            </a:r>
          </a:p>
        </p:txBody>
      </p:sp>
      <p:sp>
        <p:nvSpPr>
          <p:cNvPr id="2" name="スライド番号プレースホルダー 1">
            <a:extLst>
              <a:ext uri="{FF2B5EF4-FFF2-40B4-BE49-F238E27FC236}">
                <a16:creationId xmlns:a16="http://schemas.microsoft.com/office/drawing/2014/main" id="{4DC0F866-C8AA-66A1-A4AC-2FCE7112956B}"/>
              </a:ext>
            </a:extLst>
          </p:cNvPr>
          <p:cNvSpPr>
            <a:spLocks noGrp="1"/>
          </p:cNvSpPr>
          <p:nvPr>
            <p:ph type="sldNum" sz="quarter" idx="11"/>
          </p:nvPr>
        </p:nvSpPr>
        <p:spPr/>
        <p:txBody>
          <a:bodyPr/>
          <a:lstStyle/>
          <a:p>
            <a:fld id="{3344C913-8B6A-184F-9D73-5173E441A31D}" type="slidenum">
              <a:rPr lang="ja-JP" altLang="en-US" smtClean="0"/>
              <a:pPr/>
              <a:t>‹#›</a:t>
            </a:fld>
            <a:endParaRPr lang="ja-JP" altLang="en-US"/>
          </a:p>
        </p:txBody>
      </p:sp>
      <p:sp>
        <p:nvSpPr>
          <p:cNvPr id="6" name="Rectangle 6">
            <a:extLst>
              <a:ext uri="{FF2B5EF4-FFF2-40B4-BE49-F238E27FC236}">
                <a16:creationId xmlns:a16="http://schemas.microsoft.com/office/drawing/2014/main" id="{73B62B65-91F6-081D-0096-8D1FBAA49B7D}"/>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HGS創英角ｺﾞｼｯｸUB" pitchFamily="50" charset="-128"/>
                <a:ea typeface="HGS創英角ｺﾞｼｯｸUB" pitchFamily="50" charset="-128"/>
              </a:defRPr>
            </a:lvl1pPr>
            <a:lvl2pPr marL="742950" indent="-285750" eaLnBrk="0" hangingPunct="0">
              <a:defRPr kumimoji="1" sz="1000">
                <a:solidFill>
                  <a:schemeClr val="tx1"/>
                </a:solidFill>
                <a:latin typeface="HGS創英角ｺﾞｼｯｸUB" pitchFamily="50" charset="-128"/>
                <a:ea typeface="HGS創英角ｺﾞｼｯｸUB" pitchFamily="50" charset="-128"/>
              </a:defRPr>
            </a:lvl2pPr>
            <a:lvl3pPr marL="1143000" indent="-228600" eaLnBrk="0" hangingPunct="0">
              <a:defRPr kumimoji="1" sz="1000">
                <a:solidFill>
                  <a:schemeClr val="tx1"/>
                </a:solidFill>
                <a:latin typeface="HGS創英角ｺﾞｼｯｸUB" pitchFamily="50" charset="-128"/>
                <a:ea typeface="HGS創英角ｺﾞｼｯｸUB" pitchFamily="50" charset="-128"/>
              </a:defRPr>
            </a:lvl3pPr>
            <a:lvl4pPr marL="1600200" indent="-228600" eaLnBrk="0" hangingPunct="0">
              <a:defRPr kumimoji="1" sz="1000">
                <a:solidFill>
                  <a:schemeClr val="tx1"/>
                </a:solidFill>
                <a:latin typeface="HGS創英角ｺﾞｼｯｸUB" pitchFamily="50" charset="-128"/>
                <a:ea typeface="HGS創英角ｺﾞｼｯｸUB" pitchFamily="50" charset="-128"/>
              </a:defRPr>
            </a:lvl4pPr>
            <a:lvl5pPr marL="2057400" indent="-228600" eaLnBrk="0" hangingPunct="0">
              <a:defRPr kumimoji="1" sz="1000">
                <a:solidFill>
                  <a:schemeClr val="tx1"/>
                </a:solidFill>
                <a:latin typeface="HGS創英角ｺﾞｼｯｸUB" pitchFamily="50" charset="-128"/>
                <a:ea typeface="HGS創英角ｺﾞｼｯｸUB"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9pPr>
          </a:lstStyle>
          <a:p>
            <a:pPr eaLnBrk="1" hangingPunct="1">
              <a:lnSpc>
                <a:spcPct val="70000"/>
              </a:lnSpc>
              <a:spcBef>
                <a:spcPct val="20000"/>
              </a:spcBef>
              <a:defRPr/>
            </a:pPr>
            <a:r>
              <a:rPr lang="en-US" altLang="ja-JP" sz="783" dirty="0">
                <a:latin typeface="+mn-lt"/>
              </a:rPr>
              <a:t>© INTLOOP</a:t>
            </a:r>
            <a:r>
              <a:rPr lang="ja-JP" altLang="en-US" sz="783" dirty="0">
                <a:latin typeface="+mn-lt"/>
              </a:rPr>
              <a:t> </a:t>
            </a:r>
            <a:r>
              <a:rPr lang="en-US" altLang="ja-JP" sz="783" dirty="0">
                <a:latin typeface="+mn-lt"/>
              </a:rPr>
              <a:t>Strategy Inc. All rights, reserved.</a:t>
            </a:r>
            <a:r>
              <a:rPr lang="ja-JP" altLang="en-US" sz="783" dirty="0">
                <a:latin typeface="+mn-lt"/>
              </a:rPr>
              <a:t>　</a:t>
            </a:r>
            <a:r>
              <a:rPr lang="en-US" altLang="ja-JP" sz="783" dirty="0">
                <a:latin typeface="+mn-lt"/>
              </a:rPr>
              <a:t>Proprietary and Confidential</a:t>
            </a:r>
          </a:p>
        </p:txBody>
      </p:sp>
    </p:spTree>
    <p:extLst>
      <p:ext uri="{BB962C8B-B14F-4D97-AF65-F5344CB8AC3E}">
        <p14:creationId xmlns:p14="http://schemas.microsoft.com/office/powerpoint/2010/main" val="30512374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タイトルとリード文">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6FA938DD-044C-43C0-B5CB-6E3CFFA0B191}"/>
              </a:ext>
            </a:extLst>
          </p:cNvPr>
          <p:cNvSpPr>
            <a:spLocks noGrp="1"/>
          </p:cNvSpPr>
          <p:nvPr>
            <p:ph type="body" sz="quarter" idx="11" hasCustomPrompt="1"/>
          </p:nvPr>
        </p:nvSpPr>
        <p:spPr>
          <a:xfrm>
            <a:off x="282285" y="816027"/>
            <a:ext cx="11691453" cy="5356173"/>
          </a:xfrm>
          <a:prstGeom prst="rect">
            <a:avLst/>
          </a:prstGeom>
        </p:spPr>
        <p:txBody>
          <a:bodyPr/>
          <a:lstStyle>
            <a:lvl1pPr marL="259233" marR="0" indent="-259233" algn="l" defTabSz="829455" rtl="0" eaLnBrk="1" fontAlgn="base" latinLnBrk="0" hangingPunct="1">
              <a:lnSpc>
                <a:spcPct val="120000"/>
              </a:lnSpc>
              <a:spcBef>
                <a:spcPts val="0"/>
              </a:spcBef>
              <a:spcAft>
                <a:spcPct val="0"/>
              </a:spcAft>
              <a:buClrTx/>
              <a:buSzTx/>
              <a:buFont typeface="Wingdings" panose="05000000000000000000" pitchFamily="2" charset="2"/>
              <a:buChar char="l"/>
              <a:tabLst/>
              <a:defRPr sz="2000"/>
            </a:lvl1pPr>
            <a:lvl2pPr marL="727376" indent="-279760">
              <a:buFont typeface="Wingdings" panose="05000000000000000000" pitchFamily="2" charset="2"/>
              <a:buChar char="Ø"/>
              <a:defRPr sz="2000"/>
            </a:lvl2pPr>
            <a:lvl3pPr>
              <a:defRPr sz="2000"/>
            </a:lvl3pPr>
          </a:lstStyle>
          <a:p>
            <a:pPr lvl="0"/>
            <a:r>
              <a:rPr kumimoji="1" lang="ja-JP" altLang="en-US"/>
              <a:t>リード文の挿入１</a:t>
            </a:r>
            <a:endParaRPr kumimoji="1" lang="en-US" altLang="ja-JP" dirty="0"/>
          </a:p>
          <a:p>
            <a:pPr lvl="1"/>
            <a:r>
              <a:rPr kumimoji="1" lang="en-US" altLang="ja-JP" dirty="0"/>
              <a:t>X</a:t>
            </a:r>
          </a:p>
          <a:p>
            <a:pPr lvl="2"/>
            <a:r>
              <a:rPr kumimoji="1" lang="en-US" altLang="ja-JP" dirty="0" err="1"/>
              <a:t>Xxx</a:t>
            </a:r>
            <a:endParaRPr kumimoji="1" lang="en-US" altLang="ja-JP" dirty="0"/>
          </a:p>
          <a:p>
            <a:pPr marL="259233" marR="0" lvl="0" indent="-259233" algn="l" defTabSz="829455" rtl="0" eaLnBrk="1" fontAlgn="base" latinLnBrk="0" hangingPunct="1">
              <a:lnSpc>
                <a:spcPct val="100000"/>
              </a:lnSpc>
              <a:spcBef>
                <a:spcPct val="20000"/>
              </a:spcBef>
              <a:spcAft>
                <a:spcPct val="0"/>
              </a:spcAft>
              <a:buClrTx/>
              <a:buSzTx/>
              <a:tabLst/>
              <a:defRPr/>
            </a:pPr>
            <a:r>
              <a:rPr kumimoji="1" lang="ja-JP" altLang="en-US"/>
              <a:t>リード文の挿入２</a:t>
            </a:r>
            <a:endParaRPr kumimoji="1" lang="en-US" altLang="ja-JP" dirty="0"/>
          </a:p>
          <a:p>
            <a:pPr lvl="0"/>
            <a:endParaRPr kumimoji="1" lang="en-US" altLang="ja-JP" dirty="0"/>
          </a:p>
          <a:p>
            <a:pPr lvl="0"/>
            <a:endParaRPr kumimoji="1" lang="en-US" altLang="ja-JP" dirty="0"/>
          </a:p>
        </p:txBody>
      </p:sp>
      <p:sp>
        <p:nvSpPr>
          <p:cNvPr id="5" name="Rectangle 2">
            <a:extLst>
              <a:ext uri="{FF2B5EF4-FFF2-40B4-BE49-F238E27FC236}">
                <a16:creationId xmlns:a16="http://schemas.microsoft.com/office/drawing/2014/main" id="{8DE62B9B-6535-9D76-74E1-3F9C0EF17940}"/>
              </a:ext>
            </a:extLst>
          </p:cNvPr>
          <p:cNvSpPr>
            <a:spLocks noGrp="1" noChangeArrowheads="1"/>
          </p:cNvSpPr>
          <p:nvPr>
            <p:ph type="title"/>
          </p:nvPr>
        </p:nvSpPr>
        <p:spPr bwMode="auto">
          <a:xfrm>
            <a:off x="280991" y="115890"/>
            <a:ext cx="10420347" cy="49053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a:t>マスタータイトルの書式設定</a:t>
            </a:r>
          </a:p>
        </p:txBody>
      </p:sp>
      <p:sp>
        <p:nvSpPr>
          <p:cNvPr id="2" name="スライド番号プレースホルダー 1">
            <a:extLst>
              <a:ext uri="{FF2B5EF4-FFF2-40B4-BE49-F238E27FC236}">
                <a16:creationId xmlns:a16="http://schemas.microsoft.com/office/drawing/2014/main" id="{7A968EC3-0B28-C9A4-F01B-84586DB0529F}"/>
              </a:ext>
            </a:extLst>
          </p:cNvPr>
          <p:cNvSpPr>
            <a:spLocks noGrp="1"/>
          </p:cNvSpPr>
          <p:nvPr>
            <p:ph type="sldNum" sz="quarter" idx="12"/>
          </p:nvPr>
        </p:nvSpPr>
        <p:spPr/>
        <p:txBody>
          <a:bodyPr/>
          <a:lstStyle/>
          <a:p>
            <a:fld id="{3344C913-8B6A-184F-9D73-5173E441A31D}" type="slidenum">
              <a:rPr lang="ja-JP" altLang="en-US" smtClean="0"/>
              <a:pPr/>
              <a:t>‹#›</a:t>
            </a:fld>
            <a:endParaRPr lang="ja-JP" altLang="en-US"/>
          </a:p>
        </p:txBody>
      </p:sp>
      <p:sp>
        <p:nvSpPr>
          <p:cNvPr id="6" name="Rectangle 6">
            <a:extLst>
              <a:ext uri="{FF2B5EF4-FFF2-40B4-BE49-F238E27FC236}">
                <a16:creationId xmlns:a16="http://schemas.microsoft.com/office/drawing/2014/main" id="{20E197D6-5F66-6D1C-1DB9-7B3F15CF16D9}"/>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HGS創英角ｺﾞｼｯｸUB" pitchFamily="50" charset="-128"/>
                <a:ea typeface="HGS創英角ｺﾞｼｯｸUB" pitchFamily="50" charset="-128"/>
              </a:defRPr>
            </a:lvl1pPr>
            <a:lvl2pPr marL="742950" indent="-285750" eaLnBrk="0" hangingPunct="0">
              <a:defRPr kumimoji="1" sz="1000">
                <a:solidFill>
                  <a:schemeClr val="tx1"/>
                </a:solidFill>
                <a:latin typeface="HGS創英角ｺﾞｼｯｸUB" pitchFamily="50" charset="-128"/>
                <a:ea typeface="HGS創英角ｺﾞｼｯｸUB" pitchFamily="50" charset="-128"/>
              </a:defRPr>
            </a:lvl2pPr>
            <a:lvl3pPr marL="1143000" indent="-228600" eaLnBrk="0" hangingPunct="0">
              <a:defRPr kumimoji="1" sz="1000">
                <a:solidFill>
                  <a:schemeClr val="tx1"/>
                </a:solidFill>
                <a:latin typeface="HGS創英角ｺﾞｼｯｸUB" pitchFamily="50" charset="-128"/>
                <a:ea typeface="HGS創英角ｺﾞｼｯｸUB" pitchFamily="50" charset="-128"/>
              </a:defRPr>
            </a:lvl3pPr>
            <a:lvl4pPr marL="1600200" indent="-228600" eaLnBrk="0" hangingPunct="0">
              <a:defRPr kumimoji="1" sz="1000">
                <a:solidFill>
                  <a:schemeClr val="tx1"/>
                </a:solidFill>
                <a:latin typeface="HGS創英角ｺﾞｼｯｸUB" pitchFamily="50" charset="-128"/>
                <a:ea typeface="HGS創英角ｺﾞｼｯｸUB" pitchFamily="50" charset="-128"/>
              </a:defRPr>
            </a:lvl4pPr>
            <a:lvl5pPr marL="2057400" indent="-228600" eaLnBrk="0" hangingPunct="0">
              <a:defRPr kumimoji="1" sz="1000">
                <a:solidFill>
                  <a:schemeClr val="tx1"/>
                </a:solidFill>
                <a:latin typeface="HGS創英角ｺﾞｼｯｸUB" pitchFamily="50" charset="-128"/>
                <a:ea typeface="HGS創英角ｺﾞｼｯｸUB"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9pPr>
          </a:lstStyle>
          <a:p>
            <a:pPr eaLnBrk="1" hangingPunct="1">
              <a:lnSpc>
                <a:spcPct val="70000"/>
              </a:lnSpc>
              <a:spcBef>
                <a:spcPct val="20000"/>
              </a:spcBef>
              <a:defRPr/>
            </a:pPr>
            <a:r>
              <a:rPr lang="en-US" altLang="ja-JP" sz="783" dirty="0">
                <a:latin typeface="+mn-lt"/>
              </a:rPr>
              <a:t>© INTLOOP</a:t>
            </a:r>
            <a:r>
              <a:rPr lang="ja-JP" altLang="en-US" sz="783" dirty="0">
                <a:latin typeface="+mn-lt"/>
              </a:rPr>
              <a:t> </a:t>
            </a:r>
            <a:r>
              <a:rPr lang="en-US" altLang="ja-JP" sz="783" dirty="0">
                <a:latin typeface="+mn-lt"/>
              </a:rPr>
              <a:t>Strategy Inc. All rights, reserved.</a:t>
            </a:r>
            <a:r>
              <a:rPr lang="ja-JP" altLang="en-US" sz="783" dirty="0">
                <a:latin typeface="+mn-lt"/>
              </a:rPr>
              <a:t>　</a:t>
            </a:r>
            <a:r>
              <a:rPr lang="en-US" altLang="ja-JP" sz="783" dirty="0">
                <a:latin typeface="+mn-lt"/>
              </a:rPr>
              <a:t>Proprietary and Confidential</a:t>
            </a:r>
          </a:p>
        </p:txBody>
      </p:sp>
    </p:spTree>
    <p:extLst>
      <p:ext uri="{BB962C8B-B14F-4D97-AF65-F5344CB8AC3E}">
        <p14:creationId xmlns:p14="http://schemas.microsoft.com/office/powerpoint/2010/main" val="3761517514"/>
      </p:ext>
    </p:extLst>
  </p:cSld>
  <p:clrMapOvr>
    <a:masterClrMapping/>
  </p:clrMapOvr>
  <p:extLst>
    <p:ext uri="{DCECCB84-F9BA-43D5-87BE-67443E8EF086}">
      <p15:sldGuideLst xmlns:p15="http://schemas.microsoft.com/office/powerpoint/2012/main">
        <p15:guide id="1" orient="horz" pos="2381">
          <p15:clr>
            <a:srgbClr val="FBAE40"/>
          </p15:clr>
        </p15:guide>
        <p15:guide id="2" pos="4233">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タイトルとリード文とコンテンツ リスト">
    <p:spTree>
      <p:nvGrpSpPr>
        <p:cNvPr id="1" name=""/>
        <p:cNvGrpSpPr/>
        <p:nvPr/>
      </p:nvGrpSpPr>
      <p:grpSpPr>
        <a:xfrm>
          <a:off x="0" y="0"/>
          <a:ext cx="0" cy="0"/>
          <a:chOff x="0" y="0"/>
          <a:chExt cx="0" cy="0"/>
        </a:xfrm>
      </p:grpSpPr>
      <p:sp>
        <p:nvSpPr>
          <p:cNvPr id="4" name="テキスト プレースホルダー 2">
            <a:extLst>
              <a:ext uri="{FF2B5EF4-FFF2-40B4-BE49-F238E27FC236}">
                <a16:creationId xmlns:a16="http://schemas.microsoft.com/office/drawing/2014/main" id="{B378224D-D166-2019-56FC-47F2E20DF790}"/>
              </a:ext>
            </a:extLst>
          </p:cNvPr>
          <p:cNvSpPr>
            <a:spLocks noGrp="1"/>
          </p:cNvSpPr>
          <p:nvPr>
            <p:ph type="body" sz="quarter" idx="11" hasCustomPrompt="1"/>
          </p:nvPr>
        </p:nvSpPr>
        <p:spPr>
          <a:xfrm>
            <a:off x="282285" y="816027"/>
            <a:ext cx="11691453" cy="728346"/>
          </a:xfrm>
          <a:prstGeom prst="rect">
            <a:avLst/>
          </a:prstGeom>
        </p:spPr>
        <p:txBody>
          <a:bodyPr/>
          <a:lstStyle>
            <a:lvl1pPr marL="0" marR="0" indent="0" algn="l" defTabSz="829455" rtl="0" eaLnBrk="1" fontAlgn="base" latinLnBrk="0" hangingPunct="1">
              <a:lnSpc>
                <a:spcPct val="120000"/>
              </a:lnSpc>
              <a:spcBef>
                <a:spcPts val="0"/>
              </a:spcBef>
              <a:spcAft>
                <a:spcPct val="0"/>
              </a:spcAft>
              <a:buClrTx/>
              <a:buSzTx/>
              <a:buFont typeface="Wingdings" panose="05000000000000000000" pitchFamily="2" charset="2"/>
              <a:buNone/>
              <a:tabLst/>
              <a:defRPr sz="2000"/>
            </a:lvl1pPr>
            <a:lvl2pPr marL="447616" indent="0">
              <a:buFont typeface="Wingdings" panose="05000000000000000000" pitchFamily="2" charset="2"/>
              <a:buNone/>
              <a:defRPr sz="2000"/>
            </a:lvl2pPr>
            <a:lvl3pPr marL="895231" indent="0">
              <a:buNone/>
              <a:defRPr sz="2000"/>
            </a:lvl3pPr>
          </a:lstStyle>
          <a:p>
            <a:pPr lvl="0"/>
            <a:r>
              <a:rPr kumimoji="1" lang="ja-JP" altLang="en-US" dirty="0"/>
              <a:t>リード文の挿入１</a:t>
            </a:r>
            <a:endParaRPr kumimoji="1" lang="en-US" altLang="ja-JP" dirty="0"/>
          </a:p>
          <a:p>
            <a:pPr lvl="0"/>
            <a:endParaRPr kumimoji="1" lang="en-US" altLang="ja-JP" dirty="0"/>
          </a:p>
          <a:p>
            <a:pPr lvl="0"/>
            <a:endParaRPr kumimoji="1" lang="en-US" altLang="ja-JP" dirty="0"/>
          </a:p>
        </p:txBody>
      </p:sp>
      <p:sp>
        <p:nvSpPr>
          <p:cNvPr id="5" name="コンテンツ プレースホルダー 15">
            <a:extLst>
              <a:ext uri="{FF2B5EF4-FFF2-40B4-BE49-F238E27FC236}">
                <a16:creationId xmlns:a16="http://schemas.microsoft.com/office/drawing/2014/main" id="{09D99E4F-AF0E-12A7-500D-3AFD5645698B}"/>
              </a:ext>
            </a:extLst>
          </p:cNvPr>
          <p:cNvSpPr>
            <a:spLocks noGrp="1"/>
          </p:cNvSpPr>
          <p:nvPr>
            <p:ph sz="quarter" idx="10" hasCustomPrompt="1"/>
          </p:nvPr>
        </p:nvSpPr>
        <p:spPr>
          <a:xfrm>
            <a:off x="280991" y="1633491"/>
            <a:ext cx="11691453" cy="4767307"/>
          </a:xfrm>
          <a:prstGeom prst="rect">
            <a:avLst/>
          </a:prstGeom>
        </p:spPr>
        <p:txBody>
          <a:bodyPr/>
          <a:lstStyle>
            <a:lvl1pPr marL="259204" indent="-259204">
              <a:lnSpc>
                <a:spcPct val="120000"/>
              </a:lnSpc>
              <a:spcBef>
                <a:spcPts val="544"/>
              </a:spcBef>
              <a:buFont typeface="Wingdings" panose="05000000000000000000" pitchFamily="2" charset="2"/>
              <a:buChar char="n"/>
              <a:defRPr sz="2000"/>
            </a:lvl1pPr>
            <a:lvl2pPr marL="568811" marR="0" indent="-279365" algn="l" defTabSz="829455" rtl="0" eaLnBrk="1" fontAlgn="base" latinLnBrk="0" hangingPunct="1">
              <a:lnSpc>
                <a:spcPct val="120000"/>
              </a:lnSpc>
              <a:spcBef>
                <a:spcPts val="0"/>
              </a:spcBef>
              <a:spcAft>
                <a:spcPct val="0"/>
              </a:spcAft>
              <a:buClrTx/>
              <a:buSzTx/>
              <a:buFont typeface="Wingdings" panose="05000000000000000000" pitchFamily="2" charset="2"/>
              <a:buChar char="Ø"/>
              <a:tabLst/>
              <a:defRPr sz="2000"/>
            </a:lvl2pPr>
            <a:lvl3pPr marL="810736" marR="0" indent="-259204" algn="l" defTabSz="829455" rtl="0" eaLnBrk="1" fontAlgn="base" latinLnBrk="0" hangingPunct="1">
              <a:lnSpc>
                <a:spcPct val="120000"/>
              </a:lnSpc>
              <a:spcBef>
                <a:spcPts val="0"/>
              </a:spcBef>
              <a:spcAft>
                <a:spcPct val="0"/>
              </a:spcAft>
              <a:buClrTx/>
              <a:buSzTx/>
              <a:buFont typeface="Wingdings" panose="05000000000000000000" pitchFamily="2" charset="2"/>
              <a:buChar char="ü"/>
              <a:tabLst/>
              <a:defRPr sz="2000"/>
            </a:lvl3pPr>
            <a:lvl4pPr marL="1061300" marR="0" indent="-279365" algn="l" defTabSz="829455" rtl="0" eaLnBrk="1" fontAlgn="base" latinLnBrk="0" hangingPunct="1">
              <a:lnSpc>
                <a:spcPct val="120000"/>
              </a:lnSpc>
              <a:spcBef>
                <a:spcPts val="0"/>
              </a:spcBef>
              <a:spcAft>
                <a:spcPct val="0"/>
              </a:spcAft>
              <a:buClrTx/>
              <a:buSzTx/>
              <a:buFont typeface="Meiryo UI" panose="020B0604030504040204" pitchFamily="50" charset="-128"/>
              <a:buChar char="–"/>
              <a:tabLst/>
              <a:defRPr sz="2000"/>
            </a:lvl4pPr>
            <a:lvl5pPr marL="1301785" marR="0" indent="-259204" algn="l" defTabSz="829455" rtl="0" eaLnBrk="1" fontAlgn="base" latinLnBrk="0" hangingPunct="1">
              <a:lnSpc>
                <a:spcPct val="120000"/>
              </a:lnSpc>
              <a:spcBef>
                <a:spcPts val="0"/>
              </a:spcBef>
              <a:spcAft>
                <a:spcPct val="0"/>
              </a:spcAft>
              <a:buClrTx/>
              <a:buSzTx/>
              <a:buFont typeface="Meiryo UI" panose="020B0604030504040204" pitchFamily="50" charset="-128"/>
              <a:buChar char="»"/>
              <a:tabLst/>
              <a:defRPr sz="2000"/>
            </a:lvl5pPr>
          </a:lstStyle>
          <a:p>
            <a:pPr lvl="0"/>
            <a:r>
              <a:rPr lang="ja-JP" altLang="en-US"/>
              <a:t>第１レベル</a:t>
            </a:r>
            <a:endParaRPr lang="en-US" altLang="ja-JP" dirty="0"/>
          </a:p>
          <a:p>
            <a:pPr lvl="1"/>
            <a:r>
              <a:rPr lang="ja-JP" altLang="en-US"/>
              <a:t>第 </a:t>
            </a:r>
            <a:r>
              <a:rPr lang="en-US" altLang="ja-JP" dirty="0"/>
              <a:t>2 </a:t>
            </a:r>
            <a:r>
              <a:rPr lang="ja-JP" altLang="en-US"/>
              <a:t>レベル</a:t>
            </a:r>
            <a:endParaRPr lang="en-US" altLang="ja-JP" dirty="0"/>
          </a:p>
          <a:p>
            <a:pPr lvl="2"/>
            <a:r>
              <a:rPr lang="ja-JP" altLang="en-US"/>
              <a:t>第 </a:t>
            </a:r>
            <a:r>
              <a:rPr lang="en-US" altLang="ja-JP" dirty="0"/>
              <a:t>3 </a:t>
            </a:r>
            <a:r>
              <a:rPr lang="ja-JP" altLang="en-US"/>
              <a:t>レベル</a:t>
            </a:r>
            <a:endParaRPr lang="en-US" altLang="ja-JP" dirty="0"/>
          </a:p>
          <a:p>
            <a:pPr lvl="3"/>
            <a:r>
              <a:rPr lang="ja-JP" altLang="en-US"/>
              <a:t>第 </a:t>
            </a:r>
            <a:r>
              <a:rPr lang="en-US" altLang="ja-JP" dirty="0"/>
              <a:t>4 </a:t>
            </a:r>
            <a:r>
              <a:rPr lang="ja-JP" altLang="en-US"/>
              <a:t>レベル</a:t>
            </a:r>
            <a:endParaRPr lang="en-US" altLang="ja-JP" dirty="0"/>
          </a:p>
          <a:p>
            <a:pPr lvl="4"/>
            <a:r>
              <a:rPr lang="ja-JP" altLang="en-US"/>
              <a:t>第 </a:t>
            </a:r>
            <a:r>
              <a:rPr lang="en-US" altLang="ja-JP" dirty="0"/>
              <a:t>5 </a:t>
            </a:r>
            <a:r>
              <a:rPr lang="ja-JP" altLang="en-US"/>
              <a:t>レベル</a:t>
            </a:r>
            <a:endParaRPr lang="en-US" altLang="ja-JP" dirty="0"/>
          </a:p>
          <a:p>
            <a:pPr marL="1340666" marR="0" lvl="3" indent="-279365" algn="l" defTabSz="829455" rtl="0" eaLnBrk="1" fontAlgn="base" latinLnBrk="0" hangingPunct="1">
              <a:lnSpc>
                <a:spcPct val="120000"/>
              </a:lnSpc>
              <a:spcBef>
                <a:spcPts val="0"/>
              </a:spcBef>
              <a:spcAft>
                <a:spcPct val="0"/>
              </a:spcAft>
              <a:buClrTx/>
              <a:buSzTx/>
              <a:buFont typeface="Wingdings" panose="05000000000000000000" pitchFamily="2" charset="2"/>
              <a:buChar char="Ø"/>
              <a:tabLst/>
              <a:defRPr/>
            </a:pPr>
            <a:endParaRPr lang="en-US" altLang="ja-JP" dirty="0"/>
          </a:p>
        </p:txBody>
      </p:sp>
      <p:sp>
        <p:nvSpPr>
          <p:cNvPr id="6" name="Rectangle 2">
            <a:extLst>
              <a:ext uri="{FF2B5EF4-FFF2-40B4-BE49-F238E27FC236}">
                <a16:creationId xmlns:a16="http://schemas.microsoft.com/office/drawing/2014/main" id="{328387B5-484B-51CB-2120-38FAC2A807B4}"/>
              </a:ext>
            </a:extLst>
          </p:cNvPr>
          <p:cNvSpPr>
            <a:spLocks noGrp="1" noChangeArrowheads="1"/>
          </p:cNvSpPr>
          <p:nvPr>
            <p:ph type="title"/>
          </p:nvPr>
        </p:nvSpPr>
        <p:spPr bwMode="auto">
          <a:xfrm>
            <a:off x="280991" y="115890"/>
            <a:ext cx="10420347" cy="49053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a:t>マスタータイトルの書式設定</a:t>
            </a:r>
          </a:p>
        </p:txBody>
      </p:sp>
      <p:sp>
        <p:nvSpPr>
          <p:cNvPr id="2" name="スライド番号プレースホルダー 1">
            <a:extLst>
              <a:ext uri="{FF2B5EF4-FFF2-40B4-BE49-F238E27FC236}">
                <a16:creationId xmlns:a16="http://schemas.microsoft.com/office/drawing/2014/main" id="{0F0AC5D8-BE7A-333C-085F-F118B5BB0D4D}"/>
              </a:ext>
            </a:extLst>
          </p:cNvPr>
          <p:cNvSpPr>
            <a:spLocks noGrp="1"/>
          </p:cNvSpPr>
          <p:nvPr>
            <p:ph type="sldNum" sz="quarter" idx="12"/>
          </p:nvPr>
        </p:nvSpPr>
        <p:spPr/>
        <p:txBody>
          <a:bodyPr/>
          <a:lstStyle/>
          <a:p>
            <a:fld id="{3344C913-8B6A-184F-9D73-5173E441A31D}" type="slidenum">
              <a:rPr lang="ja-JP" altLang="en-US" smtClean="0"/>
              <a:pPr/>
              <a:t>‹#›</a:t>
            </a:fld>
            <a:endParaRPr lang="ja-JP" altLang="en-US"/>
          </a:p>
        </p:txBody>
      </p:sp>
      <p:sp>
        <p:nvSpPr>
          <p:cNvPr id="7" name="Rectangle 6">
            <a:extLst>
              <a:ext uri="{FF2B5EF4-FFF2-40B4-BE49-F238E27FC236}">
                <a16:creationId xmlns:a16="http://schemas.microsoft.com/office/drawing/2014/main" id="{D8087174-2010-37E8-BF50-4CB5EB3B7055}"/>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HGS創英角ｺﾞｼｯｸUB" pitchFamily="50" charset="-128"/>
                <a:ea typeface="HGS創英角ｺﾞｼｯｸUB" pitchFamily="50" charset="-128"/>
              </a:defRPr>
            </a:lvl1pPr>
            <a:lvl2pPr marL="742950" indent="-285750" eaLnBrk="0" hangingPunct="0">
              <a:defRPr kumimoji="1" sz="1000">
                <a:solidFill>
                  <a:schemeClr val="tx1"/>
                </a:solidFill>
                <a:latin typeface="HGS創英角ｺﾞｼｯｸUB" pitchFamily="50" charset="-128"/>
                <a:ea typeface="HGS創英角ｺﾞｼｯｸUB" pitchFamily="50" charset="-128"/>
              </a:defRPr>
            </a:lvl2pPr>
            <a:lvl3pPr marL="1143000" indent="-228600" eaLnBrk="0" hangingPunct="0">
              <a:defRPr kumimoji="1" sz="1000">
                <a:solidFill>
                  <a:schemeClr val="tx1"/>
                </a:solidFill>
                <a:latin typeface="HGS創英角ｺﾞｼｯｸUB" pitchFamily="50" charset="-128"/>
                <a:ea typeface="HGS創英角ｺﾞｼｯｸUB" pitchFamily="50" charset="-128"/>
              </a:defRPr>
            </a:lvl3pPr>
            <a:lvl4pPr marL="1600200" indent="-228600" eaLnBrk="0" hangingPunct="0">
              <a:defRPr kumimoji="1" sz="1000">
                <a:solidFill>
                  <a:schemeClr val="tx1"/>
                </a:solidFill>
                <a:latin typeface="HGS創英角ｺﾞｼｯｸUB" pitchFamily="50" charset="-128"/>
                <a:ea typeface="HGS創英角ｺﾞｼｯｸUB" pitchFamily="50" charset="-128"/>
              </a:defRPr>
            </a:lvl4pPr>
            <a:lvl5pPr marL="2057400" indent="-228600" eaLnBrk="0" hangingPunct="0">
              <a:defRPr kumimoji="1" sz="1000">
                <a:solidFill>
                  <a:schemeClr val="tx1"/>
                </a:solidFill>
                <a:latin typeface="HGS創英角ｺﾞｼｯｸUB" pitchFamily="50" charset="-128"/>
                <a:ea typeface="HGS創英角ｺﾞｼｯｸUB"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9pPr>
          </a:lstStyle>
          <a:p>
            <a:pPr eaLnBrk="1" hangingPunct="1">
              <a:lnSpc>
                <a:spcPct val="70000"/>
              </a:lnSpc>
              <a:spcBef>
                <a:spcPct val="20000"/>
              </a:spcBef>
              <a:defRPr/>
            </a:pPr>
            <a:r>
              <a:rPr lang="en-US" altLang="ja-JP" sz="783" dirty="0">
                <a:latin typeface="+mn-lt"/>
              </a:rPr>
              <a:t>© INTLOOP</a:t>
            </a:r>
            <a:r>
              <a:rPr lang="ja-JP" altLang="en-US" sz="783" dirty="0">
                <a:latin typeface="+mn-lt"/>
              </a:rPr>
              <a:t> </a:t>
            </a:r>
            <a:r>
              <a:rPr lang="en-US" altLang="ja-JP" sz="783" dirty="0">
                <a:latin typeface="+mn-lt"/>
              </a:rPr>
              <a:t>Strategy Inc. All rights, reserved.</a:t>
            </a:r>
            <a:r>
              <a:rPr lang="ja-JP" altLang="en-US" sz="783" dirty="0">
                <a:latin typeface="+mn-lt"/>
              </a:rPr>
              <a:t>　</a:t>
            </a:r>
            <a:r>
              <a:rPr lang="en-US" altLang="ja-JP" sz="783" dirty="0">
                <a:latin typeface="+mn-lt"/>
              </a:rPr>
              <a:t>Proprietary and Confidential</a:t>
            </a:r>
          </a:p>
        </p:txBody>
      </p:sp>
    </p:spTree>
    <p:extLst>
      <p:ext uri="{BB962C8B-B14F-4D97-AF65-F5344CB8AC3E}">
        <p14:creationId xmlns:p14="http://schemas.microsoft.com/office/powerpoint/2010/main" val="15754758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23B54B0-61A7-2EEB-2043-7E0326F7068C}"/>
              </a:ext>
            </a:extLst>
          </p:cNvPr>
          <p:cNvSpPr>
            <a:spLocks noGrp="1"/>
          </p:cNvSpPr>
          <p:nvPr>
            <p:ph type="sldNum" sz="quarter" idx="10"/>
          </p:nvPr>
        </p:nvSpPr>
        <p:spPr/>
        <p:txBody>
          <a:bodyPr/>
          <a:lstStyle/>
          <a:p>
            <a:fld id="{3344C913-8B6A-184F-9D73-5173E441A31D}" type="slidenum">
              <a:rPr lang="ja-JP" altLang="en-US" smtClean="0"/>
              <a:pPr/>
              <a:t>‹#›</a:t>
            </a:fld>
            <a:endParaRPr lang="ja-JP" altLang="en-US"/>
          </a:p>
        </p:txBody>
      </p:sp>
      <p:sp>
        <p:nvSpPr>
          <p:cNvPr id="3" name="Rectangle 6">
            <a:extLst>
              <a:ext uri="{FF2B5EF4-FFF2-40B4-BE49-F238E27FC236}">
                <a16:creationId xmlns:a16="http://schemas.microsoft.com/office/drawing/2014/main" id="{285A0698-E03E-3779-606A-BFD3209710B2}"/>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HGS創英角ｺﾞｼｯｸUB" pitchFamily="50" charset="-128"/>
                <a:ea typeface="HGS創英角ｺﾞｼｯｸUB" pitchFamily="50" charset="-128"/>
              </a:defRPr>
            </a:lvl1pPr>
            <a:lvl2pPr marL="742950" indent="-285750" eaLnBrk="0" hangingPunct="0">
              <a:defRPr kumimoji="1" sz="1000">
                <a:solidFill>
                  <a:schemeClr val="tx1"/>
                </a:solidFill>
                <a:latin typeface="HGS創英角ｺﾞｼｯｸUB" pitchFamily="50" charset="-128"/>
                <a:ea typeface="HGS創英角ｺﾞｼｯｸUB" pitchFamily="50" charset="-128"/>
              </a:defRPr>
            </a:lvl2pPr>
            <a:lvl3pPr marL="1143000" indent="-228600" eaLnBrk="0" hangingPunct="0">
              <a:defRPr kumimoji="1" sz="1000">
                <a:solidFill>
                  <a:schemeClr val="tx1"/>
                </a:solidFill>
                <a:latin typeface="HGS創英角ｺﾞｼｯｸUB" pitchFamily="50" charset="-128"/>
                <a:ea typeface="HGS創英角ｺﾞｼｯｸUB" pitchFamily="50" charset="-128"/>
              </a:defRPr>
            </a:lvl3pPr>
            <a:lvl4pPr marL="1600200" indent="-228600" eaLnBrk="0" hangingPunct="0">
              <a:defRPr kumimoji="1" sz="1000">
                <a:solidFill>
                  <a:schemeClr val="tx1"/>
                </a:solidFill>
                <a:latin typeface="HGS創英角ｺﾞｼｯｸUB" pitchFamily="50" charset="-128"/>
                <a:ea typeface="HGS創英角ｺﾞｼｯｸUB" pitchFamily="50" charset="-128"/>
              </a:defRPr>
            </a:lvl4pPr>
            <a:lvl5pPr marL="2057400" indent="-228600" eaLnBrk="0" hangingPunct="0">
              <a:defRPr kumimoji="1" sz="1000">
                <a:solidFill>
                  <a:schemeClr val="tx1"/>
                </a:solidFill>
                <a:latin typeface="HGS創英角ｺﾞｼｯｸUB" pitchFamily="50" charset="-128"/>
                <a:ea typeface="HGS創英角ｺﾞｼｯｸUB"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HGS創英角ｺﾞｼｯｸUB" pitchFamily="50" charset="-128"/>
                <a:ea typeface="HGS創英角ｺﾞｼｯｸUB" pitchFamily="50" charset="-128"/>
              </a:defRPr>
            </a:lvl9pPr>
          </a:lstStyle>
          <a:p>
            <a:pPr eaLnBrk="1" hangingPunct="1">
              <a:lnSpc>
                <a:spcPct val="70000"/>
              </a:lnSpc>
              <a:spcBef>
                <a:spcPct val="20000"/>
              </a:spcBef>
              <a:defRPr/>
            </a:pPr>
            <a:r>
              <a:rPr lang="en-US" altLang="ja-JP" sz="783" dirty="0">
                <a:latin typeface="+mn-lt"/>
              </a:rPr>
              <a:t>© INTLOOP</a:t>
            </a:r>
            <a:r>
              <a:rPr lang="ja-JP" altLang="en-US" sz="783" dirty="0">
                <a:latin typeface="+mn-lt"/>
              </a:rPr>
              <a:t> </a:t>
            </a:r>
            <a:r>
              <a:rPr lang="en-US" altLang="ja-JP" sz="783" dirty="0">
                <a:latin typeface="+mn-lt"/>
              </a:rPr>
              <a:t>Strategy Inc. All rights, reserved.</a:t>
            </a:r>
            <a:r>
              <a:rPr lang="ja-JP" altLang="en-US" sz="783" dirty="0">
                <a:latin typeface="+mn-lt"/>
              </a:rPr>
              <a:t>　</a:t>
            </a:r>
            <a:r>
              <a:rPr lang="en-US" altLang="ja-JP" sz="783" dirty="0">
                <a:latin typeface="+mn-lt"/>
              </a:rPr>
              <a:t>Proprietary and Confidential</a:t>
            </a:r>
          </a:p>
        </p:txBody>
      </p:sp>
    </p:spTree>
    <p:extLst>
      <p:ext uri="{BB962C8B-B14F-4D97-AF65-F5344CB8AC3E}">
        <p14:creationId xmlns:p14="http://schemas.microsoft.com/office/powerpoint/2010/main" val="355114877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DDA7B9C1-3DEA-15F0-C9B9-A9132B7C8C3A}"/>
              </a:ext>
            </a:extLst>
          </p:cNvPr>
          <p:cNvSpPr>
            <a:spLocks noGrp="1"/>
          </p:cNvSpPr>
          <p:nvPr>
            <p:ph type="sldNum" sz="quarter" idx="4"/>
          </p:nvPr>
        </p:nvSpPr>
        <p:spPr>
          <a:xfrm>
            <a:off x="9338630" y="6489520"/>
            <a:ext cx="2743200" cy="365125"/>
          </a:xfrm>
          <a:prstGeom prst="rect">
            <a:avLst/>
          </a:prstGeom>
        </p:spPr>
        <p:txBody>
          <a:bodyPr vert="horz" lIns="91440" tIns="45720" rIns="91440" bIns="45720" rtlCol="0" anchor="ctr"/>
          <a:lstStyle>
            <a:lvl1pPr algn="r">
              <a:defRPr sz="1200" b="1">
                <a:solidFill>
                  <a:schemeClr val="tx1"/>
                </a:solidFill>
              </a:defRPr>
            </a:lvl1pPr>
          </a:lstStyle>
          <a:p>
            <a:fld id="{3344C913-8B6A-184F-9D73-5173E441A31D}" type="slidenum">
              <a:rPr lang="ja-JP" altLang="en-US" smtClean="0"/>
              <a:pPr/>
              <a:t>‹#›</a:t>
            </a:fld>
            <a:endParaRPr lang="ja-JP" altLang="en-US"/>
          </a:p>
        </p:txBody>
      </p:sp>
    </p:spTree>
    <p:extLst>
      <p:ext uri="{BB962C8B-B14F-4D97-AF65-F5344CB8AC3E}">
        <p14:creationId xmlns:p14="http://schemas.microsoft.com/office/powerpoint/2010/main" val="4620191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3" r:id="rId10"/>
    <p:sldLayoutId id="2147483677" r:id="rId11"/>
    <p:sldLayoutId id="2147483681" r:id="rId12"/>
    <p:sldLayoutId id="2147483683" r:id="rId13"/>
    <p:sldLayoutId id="2147483684" r:id="rId14"/>
    <p:sldLayoutId id="2147483685" r:id="rId15"/>
    <p:sldLayoutId id="2147483686" r:id="rId16"/>
    <p:sldLayoutId id="2147483687" r:id="rId17"/>
  </p:sldLayoutIdLst>
  <p:hf hdr="0" ftr="0" dt="0"/>
  <p:txStyles>
    <p:titleStyle>
      <a:lvl1pPr algn="l" rtl="0" eaLnBrk="1" fontAlgn="base" hangingPunct="1">
        <a:spcBef>
          <a:spcPct val="0"/>
        </a:spcBef>
        <a:spcAft>
          <a:spcPct val="0"/>
        </a:spcAft>
        <a:defRPr kumimoji="1" sz="2800">
          <a:solidFill>
            <a:schemeClr val="tx1"/>
          </a:solidFill>
          <a:effectLst>
            <a:outerShdw blurRad="38100" dist="38100" dir="2700000" algn="tl">
              <a:srgbClr val="C0C0C0"/>
            </a:outerShdw>
          </a:effectLst>
          <a:latin typeface="+mj-lt"/>
          <a:ea typeface="+mj-ea"/>
          <a:cs typeface="+mj-cs"/>
        </a:defRPr>
      </a:lvl1pPr>
      <a:lvl2pPr algn="l" rtl="0" eaLnBrk="1" fontAlgn="base" hangingPunct="1">
        <a:spcBef>
          <a:spcPct val="0"/>
        </a:spcBef>
        <a:spcAft>
          <a:spcPct val="0"/>
        </a:spcAft>
        <a:defRPr kumimoji="1" sz="2350">
          <a:solidFill>
            <a:schemeClr val="tx2"/>
          </a:solidFill>
          <a:effectLst>
            <a:outerShdw blurRad="38100" dist="38100" dir="2700000" algn="tl">
              <a:srgbClr val="C0C0C0"/>
            </a:outerShdw>
          </a:effectLst>
          <a:latin typeface="HGS創英角ｺﾞｼｯｸUB" pitchFamily="50" charset="-128"/>
          <a:ea typeface="ＭＳ Ｐゴシック" pitchFamily="50" charset="-128"/>
        </a:defRPr>
      </a:lvl2pPr>
      <a:lvl3pPr algn="l" rtl="0" eaLnBrk="1" fontAlgn="base" hangingPunct="1">
        <a:spcBef>
          <a:spcPct val="0"/>
        </a:spcBef>
        <a:spcAft>
          <a:spcPct val="0"/>
        </a:spcAft>
        <a:defRPr kumimoji="1" sz="2350">
          <a:solidFill>
            <a:schemeClr val="tx2"/>
          </a:solidFill>
          <a:effectLst>
            <a:outerShdw blurRad="38100" dist="38100" dir="2700000" algn="tl">
              <a:srgbClr val="C0C0C0"/>
            </a:outerShdw>
          </a:effectLst>
          <a:latin typeface="HGS創英角ｺﾞｼｯｸUB" pitchFamily="50" charset="-128"/>
          <a:ea typeface="ＭＳ Ｐゴシック" pitchFamily="50" charset="-128"/>
        </a:defRPr>
      </a:lvl3pPr>
      <a:lvl4pPr algn="l" rtl="0" eaLnBrk="1" fontAlgn="base" hangingPunct="1">
        <a:spcBef>
          <a:spcPct val="0"/>
        </a:spcBef>
        <a:spcAft>
          <a:spcPct val="0"/>
        </a:spcAft>
        <a:defRPr kumimoji="1" sz="2350">
          <a:solidFill>
            <a:schemeClr val="tx2"/>
          </a:solidFill>
          <a:effectLst>
            <a:outerShdw blurRad="38100" dist="38100" dir="2700000" algn="tl">
              <a:srgbClr val="C0C0C0"/>
            </a:outerShdw>
          </a:effectLst>
          <a:latin typeface="HGS創英角ｺﾞｼｯｸUB" pitchFamily="50" charset="-128"/>
          <a:ea typeface="ＭＳ Ｐゴシック" pitchFamily="50" charset="-128"/>
        </a:defRPr>
      </a:lvl4pPr>
      <a:lvl5pPr algn="l" rtl="0" eaLnBrk="1" fontAlgn="base" hangingPunct="1">
        <a:spcBef>
          <a:spcPct val="0"/>
        </a:spcBef>
        <a:spcAft>
          <a:spcPct val="0"/>
        </a:spcAft>
        <a:defRPr kumimoji="1" sz="2350">
          <a:solidFill>
            <a:schemeClr val="tx2"/>
          </a:solidFill>
          <a:effectLst>
            <a:outerShdw blurRad="38100" dist="38100" dir="2700000" algn="tl">
              <a:srgbClr val="C0C0C0"/>
            </a:outerShdw>
          </a:effectLst>
          <a:latin typeface="HGS創英角ｺﾞｼｯｸUB" pitchFamily="50" charset="-128"/>
          <a:ea typeface="ＭＳ Ｐゴシック" pitchFamily="50" charset="-128"/>
        </a:defRPr>
      </a:lvl5pPr>
      <a:lvl6pPr marL="447615" algn="l" rtl="0" eaLnBrk="1" fontAlgn="base" hangingPunct="1">
        <a:spcBef>
          <a:spcPct val="0"/>
        </a:spcBef>
        <a:spcAft>
          <a:spcPct val="0"/>
        </a:spcAft>
        <a:defRPr kumimoji="1" sz="2350">
          <a:solidFill>
            <a:schemeClr val="tx2"/>
          </a:solidFill>
          <a:effectLst>
            <a:outerShdw blurRad="38100" dist="38100" dir="2700000" algn="tl">
              <a:srgbClr val="C0C0C0"/>
            </a:outerShdw>
          </a:effectLst>
          <a:latin typeface="HGS創英角ｺﾞｼｯｸUB" pitchFamily="50" charset="-128"/>
          <a:ea typeface="ＭＳ Ｐゴシック" pitchFamily="50" charset="-128"/>
        </a:defRPr>
      </a:lvl6pPr>
      <a:lvl7pPr marL="895231" algn="l" rtl="0" eaLnBrk="1" fontAlgn="base" hangingPunct="1">
        <a:spcBef>
          <a:spcPct val="0"/>
        </a:spcBef>
        <a:spcAft>
          <a:spcPct val="0"/>
        </a:spcAft>
        <a:defRPr kumimoji="1" sz="2350">
          <a:solidFill>
            <a:schemeClr val="tx2"/>
          </a:solidFill>
          <a:effectLst>
            <a:outerShdw blurRad="38100" dist="38100" dir="2700000" algn="tl">
              <a:srgbClr val="C0C0C0"/>
            </a:outerShdw>
          </a:effectLst>
          <a:latin typeface="HGS創英角ｺﾞｼｯｸUB" pitchFamily="50" charset="-128"/>
          <a:ea typeface="ＭＳ Ｐゴシック" pitchFamily="50" charset="-128"/>
        </a:defRPr>
      </a:lvl7pPr>
      <a:lvl8pPr marL="1342847" algn="l" rtl="0" eaLnBrk="1" fontAlgn="base" hangingPunct="1">
        <a:spcBef>
          <a:spcPct val="0"/>
        </a:spcBef>
        <a:spcAft>
          <a:spcPct val="0"/>
        </a:spcAft>
        <a:defRPr kumimoji="1" sz="2350">
          <a:solidFill>
            <a:schemeClr val="tx2"/>
          </a:solidFill>
          <a:effectLst>
            <a:outerShdw blurRad="38100" dist="38100" dir="2700000" algn="tl">
              <a:srgbClr val="C0C0C0"/>
            </a:outerShdw>
          </a:effectLst>
          <a:latin typeface="HGS創英角ｺﾞｼｯｸUB" pitchFamily="50" charset="-128"/>
          <a:ea typeface="ＭＳ Ｐゴシック" pitchFamily="50" charset="-128"/>
        </a:defRPr>
      </a:lvl8pPr>
      <a:lvl9pPr marL="1790463" algn="l" rtl="0" eaLnBrk="1" fontAlgn="base" hangingPunct="1">
        <a:spcBef>
          <a:spcPct val="0"/>
        </a:spcBef>
        <a:spcAft>
          <a:spcPct val="0"/>
        </a:spcAft>
        <a:defRPr kumimoji="1" sz="2350">
          <a:solidFill>
            <a:schemeClr val="tx2"/>
          </a:solidFill>
          <a:effectLst>
            <a:outerShdw blurRad="38100" dist="38100" dir="2700000" algn="tl">
              <a:srgbClr val="C0C0C0"/>
            </a:outerShdw>
          </a:effectLst>
          <a:latin typeface="HGS創英角ｺﾞｼｯｸUB" pitchFamily="50" charset="-128"/>
          <a:ea typeface="ＭＳ Ｐゴシック" pitchFamily="50" charset="-128"/>
        </a:defRPr>
      </a:lvl9pPr>
    </p:titleStyle>
    <p:bodyStyle>
      <a:lvl1pPr marL="0" marR="0" indent="0" algn="l" defTabSz="829455" rtl="0" eaLnBrk="1" fontAlgn="base" latinLnBrk="0" hangingPunct="1">
        <a:lnSpc>
          <a:spcPct val="100000"/>
        </a:lnSpc>
        <a:spcBef>
          <a:spcPct val="20000"/>
        </a:spcBef>
        <a:spcAft>
          <a:spcPct val="0"/>
        </a:spcAft>
        <a:buClrTx/>
        <a:buSzTx/>
        <a:buFontTx/>
        <a:buNone/>
        <a:tabLst/>
        <a:defRPr kumimoji="1" sz="1633">
          <a:solidFill>
            <a:schemeClr val="tx1"/>
          </a:solidFill>
          <a:latin typeface="+mn-lt"/>
          <a:ea typeface="+mn-ea"/>
          <a:cs typeface="+mn-cs"/>
        </a:defRPr>
      </a:lvl1pPr>
      <a:lvl2pPr marL="727376" marR="0" indent="-279760" algn="l" defTabSz="829455" rtl="0" eaLnBrk="1" fontAlgn="base" latinLnBrk="0" hangingPunct="1">
        <a:lnSpc>
          <a:spcPct val="100000"/>
        </a:lnSpc>
        <a:spcBef>
          <a:spcPct val="20000"/>
        </a:spcBef>
        <a:spcAft>
          <a:spcPct val="0"/>
        </a:spcAft>
        <a:buClrTx/>
        <a:buSzTx/>
        <a:buFont typeface="Wingdings" panose="05000000000000000000" pitchFamily="2" charset="2"/>
        <a:buChar char="l"/>
        <a:tabLst/>
        <a:defRPr kumimoji="1" sz="1633">
          <a:solidFill>
            <a:schemeClr val="tx1"/>
          </a:solidFill>
          <a:latin typeface="+mn-lt"/>
          <a:ea typeface="+mn-ea"/>
        </a:defRPr>
      </a:lvl2pPr>
      <a:lvl3pPr marL="1119038" marR="0" indent="-223807" algn="l" defTabSz="829455" rtl="0" eaLnBrk="1" fontAlgn="base" latinLnBrk="0" hangingPunct="1">
        <a:lnSpc>
          <a:spcPct val="100000"/>
        </a:lnSpc>
        <a:spcBef>
          <a:spcPct val="20000"/>
        </a:spcBef>
        <a:spcAft>
          <a:spcPct val="0"/>
        </a:spcAft>
        <a:buClrTx/>
        <a:buSzTx/>
        <a:buFontTx/>
        <a:buChar char="•"/>
        <a:tabLst/>
        <a:defRPr kumimoji="1" sz="1633">
          <a:solidFill>
            <a:schemeClr val="tx1"/>
          </a:solidFill>
          <a:latin typeface="+mn-lt"/>
          <a:ea typeface="+mn-ea"/>
        </a:defRPr>
      </a:lvl3pPr>
      <a:lvl4pPr marL="1566655" marR="0" indent="-223807" algn="l" defTabSz="829455" rtl="0" eaLnBrk="1" fontAlgn="base" latinLnBrk="0" hangingPunct="1">
        <a:lnSpc>
          <a:spcPct val="100000"/>
        </a:lnSpc>
        <a:spcBef>
          <a:spcPct val="20000"/>
        </a:spcBef>
        <a:spcAft>
          <a:spcPct val="0"/>
        </a:spcAft>
        <a:buClrTx/>
        <a:buSzTx/>
        <a:buFontTx/>
        <a:buChar char="–"/>
        <a:tabLst/>
        <a:defRPr kumimoji="1" sz="1633">
          <a:solidFill>
            <a:schemeClr val="tx1"/>
          </a:solidFill>
          <a:latin typeface="+mn-lt"/>
          <a:ea typeface="+mn-ea"/>
        </a:defRPr>
      </a:lvl4pPr>
      <a:lvl5pPr marL="2014272" marR="0" indent="-223807" algn="l" defTabSz="829455" rtl="0" eaLnBrk="1" fontAlgn="base" latinLnBrk="0" hangingPunct="1">
        <a:lnSpc>
          <a:spcPct val="100000"/>
        </a:lnSpc>
        <a:spcBef>
          <a:spcPct val="20000"/>
        </a:spcBef>
        <a:spcAft>
          <a:spcPct val="0"/>
        </a:spcAft>
        <a:buClrTx/>
        <a:buSzTx/>
        <a:buFontTx/>
        <a:buChar char="»"/>
        <a:tabLst/>
        <a:defRPr kumimoji="1" sz="1633">
          <a:solidFill>
            <a:schemeClr val="tx1"/>
          </a:solidFill>
          <a:latin typeface="+mn-lt"/>
          <a:ea typeface="+mn-ea"/>
        </a:defRPr>
      </a:lvl5pPr>
      <a:lvl6pPr marL="2461886" indent="-223807" algn="l" rtl="0" eaLnBrk="1" fontAlgn="base" hangingPunct="1">
        <a:spcBef>
          <a:spcPct val="20000"/>
        </a:spcBef>
        <a:spcAft>
          <a:spcPct val="0"/>
        </a:spcAft>
        <a:buChar char="»"/>
        <a:defRPr kumimoji="1" sz="1959">
          <a:solidFill>
            <a:schemeClr val="tx1"/>
          </a:solidFill>
          <a:latin typeface="+mn-lt"/>
          <a:ea typeface="+mn-ea"/>
        </a:defRPr>
      </a:lvl6pPr>
      <a:lvl7pPr marL="2909502" indent="-223807" algn="l" rtl="0" eaLnBrk="1" fontAlgn="base" hangingPunct="1">
        <a:spcBef>
          <a:spcPct val="20000"/>
        </a:spcBef>
        <a:spcAft>
          <a:spcPct val="0"/>
        </a:spcAft>
        <a:buChar char="»"/>
        <a:defRPr kumimoji="1" sz="1959">
          <a:solidFill>
            <a:schemeClr val="tx1"/>
          </a:solidFill>
          <a:latin typeface="+mn-lt"/>
          <a:ea typeface="+mn-ea"/>
        </a:defRPr>
      </a:lvl7pPr>
      <a:lvl8pPr marL="3357117" indent="-223807" algn="l" rtl="0" eaLnBrk="1" fontAlgn="base" hangingPunct="1">
        <a:spcBef>
          <a:spcPct val="20000"/>
        </a:spcBef>
        <a:spcAft>
          <a:spcPct val="0"/>
        </a:spcAft>
        <a:buChar char="»"/>
        <a:defRPr kumimoji="1" sz="1959">
          <a:solidFill>
            <a:schemeClr val="tx1"/>
          </a:solidFill>
          <a:latin typeface="+mn-lt"/>
          <a:ea typeface="+mn-ea"/>
        </a:defRPr>
      </a:lvl8pPr>
      <a:lvl9pPr marL="3804733" indent="-223807" algn="l" rtl="0" eaLnBrk="1" fontAlgn="base" hangingPunct="1">
        <a:spcBef>
          <a:spcPct val="20000"/>
        </a:spcBef>
        <a:spcAft>
          <a:spcPct val="0"/>
        </a:spcAft>
        <a:buChar char="»"/>
        <a:defRPr kumimoji="1" sz="1959">
          <a:solidFill>
            <a:schemeClr val="tx1"/>
          </a:solidFill>
          <a:latin typeface="+mn-lt"/>
          <a:ea typeface="+mn-ea"/>
        </a:defRPr>
      </a:lvl9pPr>
    </p:bodyStyle>
    <p:otherStyle>
      <a:defPPr>
        <a:defRPr lang="ja-JP"/>
      </a:defPPr>
      <a:lvl1pPr marL="0" algn="l" defTabSz="895231" rtl="0" eaLnBrk="1" latinLnBrk="0" hangingPunct="1">
        <a:defRPr kumimoji="1" sz="1763" kern="1200">
          <a:solidFill>
            <a:schemeClr val="tx1"/>
          </a:solidFill>
          <a:latin typeface="+mn-lt"/>
          <a:ea typeface="+mn-ea"/>
          <a:cs typeface="+mn-cs"/>
        </a:defRPr>
      </a:lvl1pPr>
      <a:lvl2pPr marL="447615" algn="l" defTabSz="895231" rtl="0" eaLnBrk="1" latinLnBrk="0" hangingPunct="1">
        <a:defRPr kumimoji="1" sz="1763" kern="1200">
          <a:solidFill>
            <a:schemeClr val="tx1"/>
          </a:solidFill>
          <a:latin typeface="+mn-lt"/>
          <a:ea typeface="+mn-ea"/>
          <a:cs typeface="+mn-cs"/>
        </a:defRPr>
      </a:lvl2pPr>
      <a:lvl3pPr marL="895231" algn="l" defTabSz="895231" rtl="0" eaLnBrk="1" latinLnBrk="0" hangingPunct="1">
        <a:defRPr kumimoji="1" sz="1763" kern="1200">
          <a:solidFill>
            <a:schemeClr val="tx1"/>
          </a:solidFill>
          <a:latin typeface="+mn-lt"/>
          <a:ea typeface="+mn-ea"/>
          <a:cs typeface="+mn-cs"/>
        </a:defRPr>
      </a:lvl3pPr>
      <a:lvl4pPr marL="1342847" algn="l" defTabSz="895231" rtl="0" eaLnBrk="1" latinLnBrk="0" hangingPunct="1">
        <a:defRPr kumimoji="1" sz="1763" kern="1200">
          <a:solidFill>
            <a:schemeClr val="tx1"/>
          </a:solidFill>
          <a:latin typeface="+mn-lt"/>
          <a:ea typeface="+mn-ea"/>
          <a:cs typeface="+mn-cs"/>
        </a:defRPr>
      </a:lvl4pPr>
      <a:lvl5pPr marL="1790463" algn="l" defTabSz="895231" rtl="0" eaLnBrk="1" latinLnBrk="0" hangingPunct="1">
        <a:defRPr kumimoji="1" sz="1763" kern="1200">
          <a:solidFill>
            <a:schemeClr val="tx1"/>
          </a:solidFill>
          <a:latin typeface="+mn-lt"/>
          <a:ea typeface="+mn-ea"/>
          <a:cs typeface="+mn-cs"/>
        </a:defRPr>
      </a:lvl5pPr>
      <a:lvl6pPr marL="2238078" algn="l" defTabSz="895231" rtl="0" eaLnBrk="1" latinLnBrk="0" hangingPunct="1">
        <a:defRPr kumimoji="1" sz="1763" kern="1200">
          <a:solidFill>
            <a:schemeClr val="tx1"/>
          </a:solidFill>
          <a:latin typeface="+mn-lt"/>
          <a:ea typeface="+mn-ea"/>
          <a:cs typeface="+mn-cs"/>
        </a:defRPr>
      </a:lvl6pPr>
      <a:lvl7pPr marL="2685695" algn="l" defTabSz="895231" rtl="0" eaLnBrk="1" latinLnBrk="0" hangingPunct="1">
        <a:defRPr kumimoji="1" sz="1763" kern="1200">
          <a:solidFill>
            <a:schemeClr val="tx1"/>
          </a:solidFill>
          <a:latin typeface="+mn-lt"/>
          <a:ea typeface="+mn-ea"/>
          <a:cs typeface="+mn-cs"/>
        </a:defRPr>
      </a:lvl7pPr>
      <a:lvl8pPr marL="3133309" algn="l" defTabSz="895231" rtl="0" eaLnBrk="1" latinLnBrk="0" hangingPunct="1">
        <a:defRPr kumimoji="1" sz="1763" kern="1200">
          <a:solidFill>
            <a:schemeClr val="tx1"/>
          </a:solidFill>
          <a:latin typeface="+mn-lt"/>
          <a:ea typeface="+mn-ea"/>
          <a:cs typeface="+mn-cs"/>
        </a:defRPr>
      </a:lvl8pPr>
      <a:lvl9pPr marL="3580925" algn="l" defTabSz="895231" rtl="0" eaLnBrk="1" latinLnBrk="0" hangingPunct="1">
        <a:defRPr kumimoji="1" sz="176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1">
          <p15:clr>
            <a:srgbClr val="F26B43"/>
          </p15:clr>
        </p15:guide>
        <p15:guide id="2" pos="4233">
          <p15:clr>
            <a:srgbClr val="F26B43"/>
          </p15:clr>
        </p15:guide>
      </p15:sldGuideLst>
    </p:ext>
  </p:extLst>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0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3.png"/></Relationships>
</file>

<file path=ppt/slides/_rels/slide90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3.png"/></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sz="2800" b="1">
                <a:solidFill>
                  <a:srgbClr val="033865"/>
                </a:solidFill>
                <a:latin typeface="Meiryo UI"/>
                <a:ea typeface="Meiryo UI"/>
                <a:cs typeface="Meiryo UI"/>
              </a:rPr>
              <a:t>FY27 目標設定ガイド</a:t>
            </a:r>
          </a:p>
          <a:p>
            <a:pPr algn="l"/>
            <a:r>
              <a:rPr sz="2800" b="1">
                <a:solidFill>
                  <a:srgbClr val="033865"/>
                </a:solidFill>
                <a:latin typeface="Meiryo UI"/>
                <a:ea typeface="Meiryo UI"/>
                <a:cs typeface="Meiryo UI"/>
              </a:rPr>
              <a:t>Corporate Planning</a:t>
            </a:r>
          </a:p>
        </p:txBody>
      </p:sp>
      <p:sp>
        <p:nvSpPr>
          <p:cNvPr id="3" name="Text Placeholder 2"/>
          <p:cNvSpPr>
            <a:spLocks noGrp="1"/>
          </p:cNvSpPr>
          <p:nvPr>
            <p:ph type="body" idx="12" sz="quarter"/>
          </p:nvPr>
        </p:nvSpPr>
        <p:spPr/>
        <p:txBody>
          <a:bodyPr/>
          <a:lstStyle/>
          <a:p>
            <a:pPr algn="l"/>
            <a:r>
              <a:rPr sz="1400" b="0">
                <a:solidFill>
                  <a:srgbClr val="000000"/>
                </a:solidFill>
                <a:latin typeface="Meiryo UI"/>
                <a:ea typeface="Meiryo UI"/>
                <a:cs typeface="Meiryo UI"/>
              </a:rPr>
              <a:t>コンピテンシー目標の設定方法（対象：L1〜L6 全メンバー）</a:t>
            </a:r>
          </a:p>
          <a:p>
            <a:pPr algn="l"/>
            <a:r>
              <a:rPr sz="1400" b="0">
                <a:solidFill>
                  <a:srgbClr val="000000"/>
                </a:solidFill>
                <a:latin typeface="Meiryo UI"/>
                <a:ea typeface="Meiryo UI"/>
                <a:cs typeface="Meiryo UI"/>
              </a:rPr>
              <a:t>INTLOOP Strategy Corp Planning　2026年10月　ドラフト v0.2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82285" y="760000"/>
            <a:ext cx="11691453" cy="760000"/>
          </a:xfrm>
        </p:spPr>
        <p:txBody>
          <a:bodyPr wrap="square"/>
          <a:lstStyle/>
          <a:p>
            <a:pPr algn="l" marL="0" indent="0">
              <a:buNone/>
            </a:pPr>
            <a:r>
              <a:rPr sz="1600" b="0">
                <a:solidFill>
                  <a:srgbClr val="000000"/>
                </a:solidFill>
                <a:latin typeface="Meiryo UI"/>
                <a:ea typeface="Meiryo UI"/>
                <a:cs typeface="Meiryo UI"/>
              </a:rPr>
              <a:t>本資料は、Corp Planningの全メンバーがFY27の期初目標を立て、カウンセラーと合意するための手引きである。</a:t>
            </a:r>
          </a:p>
        </p:txBody>
      </p:sp>
      <p:sp>
        <p:nvSpPr>
          <p:cNvPr id="3" name="Title 2"/>
          <p:cNvSpPr>
            <a:spLocks noGrp="1"/>
          </p:cNvSpPr>
          <p:nvPr>
            <p:ph type="title"/>
          </p:nvPr>
        </p:nvSpPr>
        <p:spPr/>
        <p:txBody>
          <a:bodyPr/>
          <a:lstStyle/>
          <a:p>
            <a:pPr algn="l"/>
            <a:r>
              <a:rPr sz="2000" b="1">
                <a:solidFill>
                  <a:srgbClr val="000000"/>
                </a:solidFill>
                <a:latin typeface="Meiryo UI"/>
                <a:ea typeface="Meiryo UI"/>
                <a:cs typeface="Meiryo UI"/>
              </a:rPr>
              <a:t>目次</a:t>
            </a:r>
          </a:p>
        </p:txBody>
      </p:sp>
      <p:sp>
        <p:nvSpPr>
          <p:cNvPr id="4" name="Rectangle 3"/>
          <p:cNvSpPr/>
          <p:nvPr/>
        </p:nvSpPr>
        <p:spPr>
          <a:xfrm>
            <a:off x="282285" y="1720000"/>
            <a:ext cx="700000" cy="800000"/>
          </a:xfrm>
          <a:prstGeom prst="rect">
            <a:avLst/>
          </a:prstGeom>
          <a:solidFill>
            <a:srgbClr val="033865"/>
          </a:solidFill>
          <a:ln>
            <a:noFill/>
          </a:ln>
          <a:effectLst/>
        </p:spPr>
        <p:txBody>
          <a:bodyPr rtlCol="0" anchor="ctr" wrap="square" lIns="72000" rIns="72000" tIns="36000" bIns="36000"/>
          <a:lstStyle/>
          <a:p>
            <a:pPr algn="ctr"/>
            <a:r>
              <a:rPr sz="1800" b="0">
                <a:solidFill>
                  <a:srgbClr val="FFFFFF"/>
                </a:solidFill>
                <a:latin typeface="Meiryo UI"/>
                <a:ea typeface="Meiryo UI"/>
                <a:cs typeface="Meiryo UI"/>
              </a:rPr>
              <a:t>1</a:t>
            </a:r>
          </a:p>
        </p:txBody>
      </p:sp>
      <p:sp>
        <p:nvSpPr>
          <p:cNvPr id="5" name="Rectangle 4"/>
          <p:cNvSpPr/>
          <p:nvPr/>
        </p:nvSpPr>
        <p:spPr>
          <a:xfrm>
            <a:off x="1082285" y="1720000"/>
            <a:ext cx="10891453" cy="800000"/>
          </a:xfrm>
          <a:prstGeom prst="rect">
            <a:avLst/>
          </a:prstGeom>
          <a:noFill/>
          <a:ln w="6350">
            <a:solidFill>
              <a:srgbClr val="BFBFBF"/>
            </a:solidFill>
          </a:ln>
          <a:effectLst/>
        </p:spPr>
        <p:txBody>
          <a:bodyPr rtlCol="0" anchor="ctr" wrap="square" lIns="72000" rIns="72000" tIns="36000" bIns="36000"/>
          <a:lstStyle/>
          <a:p>
            <a:pPr algn="l"/>
            <a:r>
              <a:rPr sz="1600" b="0">
                <a:solidFill>
                  <a:srgbClr val="000000"/>
                </a:solidFill>
                <a:latin typeface="Meiryo UI"/>
                <a:ea typeface="Meiryo UI"/>
                <a:cs typeface="Meiryo UI"/>
              </a:rPr>
              <a:t>FY27目標設定の全体像</a:t>
            </a:r>
          </a:p>
          <a:p>
            <a:pPr algn="l"/>
            <a:r>
              <a:rPr sz="1600" b="0">
                <a:solidFill>
                  <a:srgbClr val="000000"/>
                </a:solidFill>
                <a:latin typeface="Meiryo UI"/>
                <a:ea typeface="Meiryo UI"/>
                <a:cs typeface="Meiryo UI"/>
              </a:rPr>
              <a:t>目的、レベル体系とタイトルの併記、評価観点、ウェイト</a:t>
            </a:r>
          </a:p>
        </p:txBody>
      </p:sp>
      <p:sp>
        <p:nvSpPr>
          <p:cNvPr id="6" name="Rectangle 5"/>
          <p:cNvSpPr/>
          <p:nvPr/>
        </p:nvSpPr>
        <p:spPr>
          <a:xfrm>
            <a:off x="282285" y="2720000"/>
            <a:ext cx="700000" cy="800000"/>
          </a:xfrm>
          <a:prstGeom prst="rect">
            <a:avLst/>
          </a:prstGeom>
          <a:solidFill>
            <a:srgbClr val="033865"/>
          </a:solidFill>
          <a:ln>
            <a:noFill/>
          </a:ln>
          <a:effectLst/>
        </p:spPr>
        <p:txBody>
          <a:bodyPr rtlCol="0" anchor="ctr" wrap="square" lIns="72000" rIns="72000" tIns="36000" bIns="36000"/>
          <a:lstStyle/>
          <a:p>
            <a:pPr algn="ctr"/>
            <a:r>
              <a:rPr sz="1800" b="0">
                <a:solidFill>
                  <a:srgbClr val="FFFFFF"/>
                </a:solidFill>
                <a:latin typeface="Meiryo UI"/>
                <a:ea typeface="Meiryo UI"/>
                <a:cs typeface="Meiryo UI"/>
              </a:rPr>
              <a:t>2</a:t>
            </a:r>
          </a:p>
        </p:txBody>
      </p:sp>
      <p:sp>
        <p:nvSpPr>
          <p:cNvPr id="7" name="Rectangle 6"/>
          <p:cNvSpPr/>
          <p:nvPr/>
        </p:nvSpPr>
        <p:spPr>
          <a:xfrm>
            <a:off x="1082285" y="2720000"/>
            <a:ext cx="10891453" cy="800000"/>
          </a:xfrm>
          <a:prstGeom prst="rect">
            <a:avLst/>
          </a:prstGeom>
          <a:noFill/>
          <a:ln w="6350">
            <a:solidFill>
              <a:srgbClr val="BFBFBF"/>
            </a:solidFill>
          </a:ln>
          <a:effectLst/>
        </p:spPr>
        <p:txBody>
          <a:bodyPr rtlCol="0" anchor="ctr" wrap="square" lIns="72000" rIns="72000" tIns="36000" bIns="36000"/>
          <a:lstStyle/>
          <a:p>
            <a:pPr algn="l"/>
            <a:r>
              <a:rPr sz="1600" b="0">
                <a:solidFill>
                  <a:srgbClr val="000000"/>
                </a:solidFill>
                <a:latin typeface="Meiryo UI"/>
                <a:ea typeface="Meiryo UI"/>
                <a:cs typeface="Meiryo UI"/>
              </a:rPr>
              <a:t>コンピテンシー目標の立て方</a:t>
            </a:r>
          </a:p>
          <a:p>
            <a:pPr algn="l"/>
            <a:r>
              <a:rPr sz="1600" b="0">
                <a:solidFill>
                  <a:srgbClr val="000000"/>
                </a:solidFill>
                <a:latin typeface="Meiryo UI"/>
                <a:ea typeface="Meiryo UI"/>
                <a:cs typeface="Meiryo UI"/>
              </a:rPr>
              <a:t>期待水準、専門領域スキル、良い目標の書き方、短期と中長期</a:t>
            </a:r>
          </a:p>
        </p:txBody>
      </p:sp>
      <p:sp>
        <p:nvSpPr>
          <p:cNvPr id="8" name="Rectangle 7"/>
          <p:cNvSpPr/>
          <p:nvPr/>
        </p:nvSpPr>
        <p:spPr>
          <a:xfrm>
            <a:off x="282285" y="3720000"/>
            <a:ext cx="700000" cy="800000"/>
          </a:xfrm>
          <a:prstGeom prst="rect">
            <a:avLst/>
          </a:prstGeom>
          <a:solidFill>
            <a:srgbClr val="033865"/>
          </a:solidFill>
          <a:ln>
            <a:noFill/>
          </a:ln>
          <a:effectLst/>
        </p:spPr>
        <p:txBody>
          <a:bodyPr rtlCol="0" anchor="ctr" wrap="square" lIns="72000" rIns="72000" tIns="36000" bIns="36000"/>
          <a:lstStyle/>
          <a:p>
            <a:pPr algn="ctr"/>
            <a:r>
              <a:rPr sz="1800" b="0">
                <a:solidFill>
                  <a:srgbClr val="FFFFFF"/>
                </a:solidFill>
                <a:latin typeface="Meiryo UI"/>
                <a:ea typeface="Meiryo UI"/>
                <a:cs typeface="Meiryo UI"/>
              </a:rPr>
              <a:t>3</a:t>
            </a:r>
          </a:p>
        </p:txBody>
      </p:sp>
      <p:sp>
        <p:nvSpPr>
          <p:cNvPr id="9" name="Rectangle 8"/>
          <p:cNvSpPr/>
          <p:nvPr/>
        </p:nvSpPr>
        <p:spPr>
          <a:xfrm>
            <a:off x="1082285" y="3720000"/>
            <a:ext cx="10891453" cy="800000"/>
          </a:xfrm>
          <a:prstGeom prst="rect">
            <a:avLst/>
          </a:prstGeom>
          <a:noFill/>
          <a:ln w="6350">
            <a:solidFill>
              <a:srgbClr val="BFBFBF"/>
            </a:solidFill>
          </a:ln>
          <a:effectLst/>
        </p:spPr>
        <p:txBody>
          <a:bodyPr rtlCol="0" anchor="ctr" wrap="square" lIns="72000" rIns="72000" tIns="36000" bIns="36000"/>
          <a:lstStyle/>
          <a:p>
            <a:pPr algn="l"/>
            <a:r>
              <a:rPr sz="1600" b="0">
                <a:solidFill>
                  <a:srgbClr val="000000"/>
                </a:solidFill>
                <a:latin typeface="Meiryo UI"/>
                <a:ea typeface="Meiryo UI"/>
                <a:cs typeface="Meiryo UI"/>
              </a:rPr>
              <a:t>目標設定シートの記入方法</a:t>
            </a:r>
          </a:p>
          <a:p>
            <a:pPr algn="l"/>
            <a:r>
              <a:rPr sz="1600" b="0">
                <a:solidFill>
                  <a:srgbClr val="000000"/>
                </a:solidFill>
                <a:latin typeface="Meiryo UI"/>
                <a:ea typeface="Meiryo UI"/>
                <a:cs typeface="Meiryo UI"/>
              </a:rPr>
              <a:t>シートの構成、記入の手順、スケジュール、提出前チェック</a:t>
            </a:r>
          </a:p>
        </p:txBody>
      </p:sp>
      <p:sp>
        <p:nvSpPr>
          <p:cNvPr id="10" name="Rectangle 9"/>
          <p:cNvSpPr/>
          <p:nvPr/>
        </p:nvSpPr>
        <p:spPr>
          <a:xfrm>
            <a:off x="282285" y="4720000"/>
            <a:ext cx="700000" cy="800000"/>
          </a:xfrm>
          <a:prstGeom prst="rect">
            <a:avLst/>
          </a:prstGeom>
          <a:solidFill>
            <a:srgbClr val="033865"/>
          </a:solidFill>
          <a:ln>
            <a:noFill/>
          </a:ln>
          <a:effectLst/>
        </p:spPr>
        <p:txBody>
          <a:bodyPr rtlCol="0" anchor="ctr" wrap="square" lIns="72000" rIns="72000" tIns="36000" bIns="36000"/>
          <a:lstStyle/>
          <a:p>
            <a:pPr algn="ctr"/>
            <a:r>
              <a:rPr sz="1800" b="0">
                <a:solidFill>
                  <a:srgbClr val="FFFFFF"/>
                </a:solidFill>
                <a:latin typeface="Meiryo UI"/>
                <a:ea typeface="Meiryo UI"/>
                <a:cs typeface="Meiryo UI"/>
              </a:rPr>
              <a:t>4</a:t>
            </a:r>
          </a:p>
        </p:txBody>
      </p:sp>
      <p:sp>
        <p:nvSpPr>
          <p:cNvPr id="11" name="Rectangle 10"/>
          <p:cNvSpPr/>
          <p:nvPr/>
        </p:nvSpPr>
        <p:spPr>
          <a:xfrm>
            <a:off x="1082285" y="4720000"/>
            <a:ext cx="10891453" cy="800000"/>
          </a:xfrm>
          <a:prstGeom prst="rect">
            <a:avLst/>
          </a:prstGeom>
          <a:noFill/>
          <a:ln w="6350">
            <a:solidFill>
              <a:srgbClr val="BFBFBF"/>
            </a:solidFill>
          </a:ln>
          <a:effectLst/>
        </p:spPr>
        <p:txBody>
          <a:bodyPr rtlCol="0" anchor="ctr" wrap="square" lIns="72000" rIns="72000" tIns="36000" bIns="36000"/>
          <a:lstStyle/>
          <a:p>
            <a:pPr algn="l"/>
            <a:r>
              <a:rPr sz="1600" b="0">
                <a:solidFill>
                  <a:srgbClr val="000000"/>
                </a:solidFill>
                <a:latin typeface="Meiryo UI"/>
                <a:ea typeface="Meiryo UI"/>
                <a:cs typeface="Meiryo UI"/>
              </a:rPr>
              <a:t>確定に向けた論点</a:t>
            </a:r>
          </a:p>
          <a:p>
            <a:pPr algn="l"/>
            <a:r>
              <a:rPr sz="1600" b="0">
                <a:solidFill>
                  <a:srgbClr val="000000"/>
                </a:solidFill>
                <a:latin typeface="Meiryo UI"/>
                <a:ea typeface="Meiryo UI"/>
                <a:cs typeface="Meiryo UI"/>
              </a:rPr>
              <a:t>合意待ちの論点と確認事項</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82285" y="760000"/>
            <a:ext cx="11691453" cy="760000"/>
          </a:xfrm>
        </p:spPr>
        <p:txBody>
          <a:bodyPr wrap="square"/>
          <a:lstStyle/>
          <a:p>
            <a:pPr algn="l" marL="0" indent="0">
              <a:buNone/>
            </a:pPr>
            <a:r>
              <a:rPr sz="1600" b="0">
                <a:solidFill>
                  <a:srgbClr val="000000"/>
                </a:solidFill>
                <a:latin typeface="Meiryo UI"/>
                <a:ea typeface="Meiryo UI"/>
                <a:cs typeface="Meiryo UI"/>
              </a:rPr>
              <a:t>Corp Planningのバックオフィス全員を同じ物差しで評価・育成するため、FY27から全員が期初にコンピテンシー目標を立てて合意する。</a:t>
            </a:r>
          </a:p>
        </p:txBody>
      </p:sp>
      <p:sp>
        <p:nvSpPr>
          <p:cNvPr id="3" name="Title 2"/>
          <p:cNvSpPr>
            <a:spLocks noGrp="1"/>
          </p:cNvSpPr>
          <p:nvPr>
            <p:ph type="title"/>
          </p:nvPr>
        </p:nvSpPr>
        <p:spPr/>
        <p:txBody>
          <a:bodyPr/>
          <a:lstStyle/>
          <a:p>
            <a:pPr algn="l"/>
            <a:r>
              <a:rPr sz="2000" b="1">
                <a:solidFill>
                  <a:srgbClr val="000000"/>
                </a:solidFill>
                <a:latin typeface="Meiryo UI"/>
                <a:ea typeface="Meiryo UI"/>
                <a:cs typeface="Meiryo UI"/>
              </a:rPr>
              <a:t>1. 目的と全体像</a:t>
            </a:r>
          </a:p>
        </p:txBody>
      </p:sp>
      <p:graphicFrame>
        <p:nvGraphicFramePr>
          <p:cNvPr id="4" name="Table 3"/>
          <p:cNvGraphicFramePr>
            <a:graphicFrameLocks noGrp="1"/>
          </p:cNvGraphicFramePr>
          <p:nvPr/>
        </p:nvGraphicFramePr>
        <p:xfrm>
          <a:off x="282285" y="1720000"/>
          <a:ext cx="11691453" cy="3600000"/>
        </p:xfrm>
        <a:graphic>
          <a:graphicData uri="http://schemas.openxmlformats.org/drawingml/2006/table">
            <a:tbl>
              <a:tblPr firstRow="0" bandRow="0">
                <a:tableStyleId>{5C22544A-7EE6-4342-B048-85BDC9FD1C3A}</a:tableStyleId>
              </a:tblPr>
              <a:tblGrid>
                <a:gridCol w="2200000"/>
                <a:gridCol w="3163817"/>
                <a:gridCol w="3163818"/>
                <a:gridCol w="3163818"/>
              </a:tblGrid>
              <a:tr h="900000">
                <a:tc>
                  <a:txBody>
                    <a:bodyPr wrap="square"/>
                    <a:lstStyle/>
                    <a:p>
                      <a:pPr algn="ct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FFFFFF"/>
                          </a:solidFill>
                          <a:latin typeface="Meiryo UI"/>
                          <a:ea typeface="Meiryo UI"/>
                          <a:cs typeface="Meiryo UI"/>
                        </a:rPr>
                        <a:t>PERFORMANCE</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FFFFFF"/>
                          </a:solidFill>
                          <a:latin typeface="Meiryo UI"/>
                          <a:ea typeface="Meiryo UI"/>
                          <a:cs typeface="Meiryo UI"/>
                        </a:rPr>
                        <a:t>GROWTH</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FFFFFF"/>
                          </a:solidFill>
                          <a:latin typeface="Meiryo UI"/>
                          <a:ea typeface="Meiryo UI"/>
                          <a:cs typeface="Meiryo UI"/>
                        </a:rPr>
                        <a:t>VALUE</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r>
              <a:tr h="900000">
                <a:tc>
                  <a:txBody>
                    <a:bodyPr wrap="square"/>
                    <a:lstStyle/>
                    <a:p>
                      <a:pPr algn="l"/>
                      <a:r>
                        <a:rPr sz="1400" b="0">
                          <a:solidFill>
                            <a:srgbClr val="000000"/>
                          </a:solidFill>
                          <a:latin typeface="Meiryo UI"/>
                          <a:ea typeface="Meiryo UI"/>
                          <a:cs typeface="Meiryo UI"/>
                        </a:rPr>
                        <a:t>何を見るか</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現レベルでの当期のパフォーマンス</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次のレベルの水準をどこまで示しているか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INTLOOP Strategyの価値観の体現</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900000">
                <a:tc>
                  <a:txBody>
                    <a:bodyPr wrap="square"/>
                    <a:lstStyle/>
                    <a:p>
                      <a:pPr algn="l"/>
                      <a:r>
                        <a:rPr sz="1400" b="0">
                          <a:solidFill>
                            <a:srgbClr val="000000"/>
                          </a:solidFill>
                          <a:latin typeface="Meiryo UI"/>
                          <a:ea typeface="Meiryo UI"/>
                          <a:cs typeface="Meiryo UI"/>
                        </a:rPr>
                        <a:t>期初に立てる目標</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コンピテンシー短期目標（1年後）</a:t>
                      </a:r>
                    </a:p>
                    <a:p>
                      <a:pPr algn="l"/>
                      <a:r>
                        <a:rPr sz="1400" b="0">
                          <a:solidFill>
                            <a:srgbClr val="000000"/>
                          </a:solidFill>
                          <a:latin typeface="Meiryo UI"/>
                          <a:ea typeface="Meiryo UI"/>
                          <a:cs typeface="Meiryo UI"/>
                        </a:rPr>
                        <a:t>非財務KPI目標（L4以上）</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コンピテンシー中長期目標（3年後）</a:t>
                      </a:r>
                    </a:p>
                    <a:p>
                      <a:pPr algn="l"/>
                      <a:r>
                        <a:rPr sz="1400" b="0">
                          <a:solidFill>
                            <a:srgbClr val="000000"/>
                          </a:solidFill>
                          <a:latin typeface="Meiryo UI"/>
                          <a:ea typeface="Meiryo UI"/>
                          <a:cs typeface="Meiryo UI"/>
                        </a:rPr>
                        <a:t>専門領域の育成目標</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立てない（全員共通の行動規範）</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900000">
                <a:tc>
                  <a:txBody>
                    <a:bodyPr wrap="square"/>
                    <a:lstStyle/>
                    <a:p>
                      <a:pPr algn="l"/>
                      <a:r>
                        <a:rPr sz="1400" b="0">
                          <a:solidFill>
                            <a:srgbClr val="000000"/>
                          </a:solidFill>
                          <a:latin typeface="Meiryo UI"/>
                          <a:ea typeface="Meiryo UI"/>
                          <a:cs typeface="Meiryo UI"/>
                        </a:rPr>
                        <a:t>期末の評価方法</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9観点の評価（5・3・1）をレベル別ウェイトで加重平均し、L4以上は非財務KPIと合算</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カウンセラーが昇進準備度（1〜4）を判定</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Integrity・Familyship・Creativity・Ownership・Agilityに反する行為の有無を確認</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bl>
          </a:graphicData>
        </a:graphic>
      </p:graphicFrame>
      <p:sp>
        <p:nvSpPr>
          <p:cNvPr id="5" name="Rectangle 4"/>
          <p:cNvSpPr/>
          <p:nvPr/>
        </p:nvSpPr>
        <p:spPr>
          <a:xfrm>
            <a:off x="282285" y="6080000"/>
            <a:ext cx="11691453" cy="330000"/>
          </a:xfrm>
          <a:prstGeom prst="rect">
            <a:avLst/>
          </a:prstGeom>
          <a:noFill/>
          <a:ln>
            <a:noFill/>
          </a:ln>
          <a:effectLst/>
        </p:spPr>
        <p:txBody>
          <a:bodyPr rtlCol="0" anchor="t" wrap="square" lIns="72000" rIns="72000" tIns="36000" bIns="36000"/>
          <a:lstStyle/>
          <a:p>
            <a:pPr algn="l"/>
            <a:r>
              <a:rPr sz="1200" b="0">
                <a:solidFill>
                  <a:srgbClr val="7F7F7F"/>
                </a:solidFill>
                <a:latin typeface="Meiryo UI"/>
                <a:ea typeface="Meiryo UI"/>
                <a:cs typeface="Meiryo UI"/>
              </a:rPr>
              <a:t>出所：FY27 目標設定ガイド V1.3（Consulting）を基にCorp Planning向けに修正</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82285" y="760000"/>
            <a:ext cx="11691453" cy="760000"/>
          </a:xfrm>
        </p:spPr>
        <p:txBody>
          <a:bodyPr wrap="square"/>
          <a:lstStyle/>
          <a:p>
            <a:pPr algn="l" marL="0" indent="0">
              <a:buNone/>
            </a:pPr>
            <a:r>
              <a:rPr sz="1600" b="0">
                <a:solidFill>
                  <a:srgbClr val="000000"/>
                </a:solidFill>
                <a:latin typeface="Meiryo UI"/>
                <a:ea typeface="Meiryo UI"/>
                <a:cs typeface="Meiryo UI"/>
              </a:rPr>
              <a:t>タイトルは本体管理部門の職位にそろえ、処遇・評価はINTS等級で運用するため、両者を併記して読み替えられるようにする。</a:t>
            </a:r>
          </a:p>
        </p:txBody>
      </p:sp>
      <p:sp>
        <p:nvSpPr>
          <p:cNvPr id="3" name="Title 2"/>
          <p:cNvSpPr>
            <a:spLocks noGrp="1"/>
          </p:cNvSpPr>
          <p:nvPr>
            <p:ph type="title"/>
          </p:nvPr>
        </p:nvSpPr>
        <p:spPr/>
        <p:txBody>
          <a:bodyPr/>
          <a:lstStyle/>
          <a:p>
            <a:pPr algn="l"/>
            <a:r>
              <a:rPr sz="2000" b="1">
                <a:solidFill>
                  <a:srgbClr val="000000"/>
                </a:solidFill>
                <a:latin typeface="Meiryo UI"/>
                <a:ea typeface="Meiryo UI"/>
                <a:cs typeface="Meiryo UI"/>
              </a:rPr>
              <a:t>2. レベル体系とタイトルの併記</a:t>
            </a:r>
          </a:p>
        </p:txBody>
      </p:sp>
      <p:graphicFrame>
        <p:nvGraphicFramePr>
          <p:cNvPr id="4" name="Table 3"/>
          <p:cNvGraphicFramePr>
            <a:graphicFrameLocks noGrp="1"/>
          </p:cNvGraphicFramePr>
          <p:nvPr/>
        </p:nvGraphicFramePr>
        <p:xfrm>
          <a:off x="282285" y="1720000"/>
          <a:ext cx="11691453" cy="3290000"/>
        </p:xfrm>
        <a:graphic>
          <a:graphicData uri="http://schemas.openxmlformats.org/drawingml/2006/table">
            <a:tbl>
              <a:tblPr firstRow="0" bandRow="0">
                <a:tableStyleId>{5C22544A-7EE6-4342-B048-85BDC9FD1C3A}</a:tableStyleId>
              </a:tblPr>
              <a:tblGrid>
                <a:gridCol w="900000"/>
                <a:gridCol w="3300000"/>
                <a:gridCol w="2400000"/>
                <a:gridCol w="1900000"/>
                <a:gridCol w="3191453"/>
              </a:tblGrid>
              <a:tr h="470000">
                <a:tc>
                  <a:txBody>
                    <a:bodyPr wrap="square"/>
                    <a:lstStyle/>
                    <a:p>
                      <a:pPr algn="ctr"/>
                      <a:r>
                        <a:rPr sz="1200" b="0">
                          <a:solidFill>
                            <a:srgbClr val="FFFFFF"/>
                          </a:solidFill>
                          <a:latin typeface="Meiryo UI"/>
                          <a:ea typeface="Meiryo UI"/>
                          <a:cs typeface="Meiryo UI"/>
                        </a:rPr>
                        <a:t>レベル</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FFFFFF"/>
                          </a:solidFill>
                          <a:latin typeface="Meiryo UI"/>
                          <a:ea typeface="Meiryo UI"/>
                          <a:cs typeface="Meiryo UI"/>
                        </a:rPr>
                        <a:t>タイトル（本体）</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FFFFFF"/>
                          </a:solidFill>
                          <a:latin typeface="Meiryo UI"/>
                          <a:ea typeface="Meiryo UI"/>
                          <a:cs typeface="Meiryo UI"/>
                        </a:rPr>
                        <a:t>本体の職位／バンド</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FFFFFF"/>
                          </a:solidFill>
                          <a:latin typeface="Meiryo UI"/>
                          <a:ea typeface="Meiryo UI"/>
                          <a:cs typeface="Meiryo UI"/>
                        </a:rPr>
                        <a:t>INTS等級</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FFFFFF"/>
                          </a:solidFill>
                          <a:latin typeface="Meiryo UI"/>
                          <a:ea typeface="Meiryo UI"/>
                          <a:cs typeface="Meiryo UI"/>
                        </a:rPr>
                        <a:t>マネジメントスパン</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r>
              <a:tr h="470000">
                <a:tc>
                  <a:txBody>
                    <a:bodyPr wrap="square"/>
                    <a:lstStyle/>
                    <a:p>
                      <a:pPr algn="ctr"/>
                      <a:r>
                        <a:rPr sz="1200" b="0">
                          <a:solidFill>
                            <a:srgbClr val="000000"/>
                          </a:solidFill>
                          <a:latin typeface="Meiryo UI"/>
                          <a:ea typeface="Meiryo UI"/>
                          <a:cs typeface="Meiryo UI"/>
                        </a:rPr>
                        <a:t>L6</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ディレクター</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本部長／A15〜A20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Director</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Corp Planning全機能＋経営アジェンダ</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70000">
                <a:tc>
                  <a:txBody>
                    <a:bodyPr wrap="square"/>
                    <a:lstStyle/>
                    <a:p>
                      <a:pPr algn="ctr"/>
                      <a:r>
                        <a:rPr sz="1200" b="0">
                          <a:solidFill>
                            <a:srgbClr val="000000"/>
                          </a:solidFill>
                          <a:latin typeface="Meiryo UI"/>
                          <a:ea typeface="Meiryo UI"/>
                          <a:cs typeface="Meiryo UI"/>
                        </a:rPr>
                        <a:t>L5</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アソシエイトディレクター／デピュティディレクター</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部長補佐・副部長／A10〜A14</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Manager〜Senior Manager</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全領域の制度・仕組みの設計、複数チーム（5〜10名）</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70000">
                <a:tc>
                  <a:txBody>
                    <a:bodyPr wrap="square"/>
                    <a:lstStyle/>
                    <a:p>
                      <a:pPr algn="ctr"/>
                      <a:r>
                        <a:rPr sz="1200" b="0">
                          <a:solidFill>
                            <a:srgbClr val="000000"/>
                          </a:solidFill>
                          <a:latin typeface="Meiryo UI"/>
                          <a:ea typeface="Meiryo UI"/>
                          <a:cs typeface="Meiryo UI"/>
                        </a:rPr>
                        <a:t>L4</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マネジャー</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課長／A09</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Manager</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2〜3領域の統括、1チーム（2〜4名）</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70000">
                <a:tc>
                  <a:txBody>
                    <a:bodyPr wrap="square"/>
                    <a:lstStyle/>
                    <a:p>
                      <a:pPr algn="ctr"/>
                      <a:r>
                        <a:rPr sz="1200" b="0">
                          <a:solidFill>
                            <a:srgbClr val="000000"/>
                          </a:solidFill>
                          <a:latin typeface="Meiryo UI"/>
                          <a:ea typeface="Meiryo UI"/>
                          <a:cs typeface="Meiryo UI"/>
                        </a:rPr>
                        <a:t>L3</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アシスタントマネジャー／デピュティマネジャー</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課長補佐・課長代理／A06〜A08</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Senior Consultant</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1領域のリード、L1〜L2を1〜2名指導</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70000">
                <a:tc>
                  <a:txBody>
                    <a:bodyPr wrap="square"/>
                    <a:lstStyle/>
                    <a:p>
                      <a:pPr algn="ctr"/>
                      <a:r>
                        <a:rPr sz="1200" b="0">
                          <a:solidFill>
                            <a:srgbClr val="000000"/>
                          </a:solidFill>
                          <a:latin typeface="Meiryo UI"/>
                          <a:ea typeface="Meiryo UI"/>
                          <a:cs typeface="Meiryo UI"/>
                        </a:rPr>
                        <a:t>L2</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チーフ</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主任／A04〜A05</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Consultant</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1領域の業務一式を自立運用</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70000">
                <a:tc>
                  <a:txBody>
                    <a:bodyPr wrap="square"/>
                    <a:lstStyle/>
                    <a:p>
                      <a:pPr algn="ctr"/>
                      <a:r>
                        <a:rPr sz="1200" b="0">
                          <a:solidFill>
                            <a:srgbClr val="000000"/>
                          </a:solidFill>
                          <a:latin typeface="Meiryo UI"/>
                          <a:ea typeface="Meiryo UI"/>
                          <a:cs typeface="Meiryo UI"/>
                        </a:rPr>
                        <a:t>L1</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スタッフ／サブチーフ</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社員・副主任／A01〜A03</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Associate</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1領域の定型業務（指示された範囲）</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bl>
          </a:graphicData>
        </a:graphic>
      </p:graphicFrame>
      <p:sp>
        <p:nvSpPr>
          <p:cNvPr id="5" name="Rectangle 4"/>
          <p:cNvSpPr/>
          <p:nvPr/>
        </p:nvSpPr>
        <p:spPr>
          <a:xfrm>
            <a:off x="282285" y="5150000"/>
            <a:ext cx="11691453" cy="800000"/>
          </a:xfrm>
          <a:prstGeom prst="rect">
            <a:avLst/>
          </a:prstGeom>
          <a:solidFill>
            <a:srgbClr val="F2F2F2"/>
          </a:solidFill>
          <a:ln>
            <a:noFill/>
          </a:ln>
          <a:effectLst/>
        </p:spPr>
        <p:txBody>
          <a:bodyPr rtlCol="0" anchor="ctr" wrap="square" lIns="72000" rIns="72000" tIns="36000" bIns="36000"/>
          <a:lstStyle/>
          <a:p>
            <a:pPr algn="l"/>
            <a:r>
              <a:rPr sz="1400" b="0">
                <a:solidFill>
                  <a:srgbClr val="000000"/>
                </a:solidFill>
                <a:latin typeface="Meiryo UI"/>
                <a:ea typeface="Meiryo UI"/>
                <a:cs typeface="Meiryo UI"/>
              </a:rPr>
              <a:t>併記の書式：機能名＋本体タイトル（INTS：等級）</a:t>
            </a:r>
          </a:p>
          <a:p>
            <a:pPr algn="l"/>
            <a:r>
              <a:rPr sz="1400" b="0">
                <a:solidFill>
                  <a:srgbClr val="000000"/>
                </a:solidFill>
                <a:latin typeface="Meiryo UI"/>
                <a:ea typeface="Meiryo UI"/>
                <a:cs typeface="Meiryo UI"/>
              </a:rPr>
              <a:t>例：HRチーフ（INTS：Consultant）、FINマネジャー（INTS：Manager）。各レベルの標準在籍は2〜3年</a:t>
            </a:r>
          </a:p>
        </p:txBody>
      </p:sp>
      <p:sp>
        <p:nvSpPr>
          <p:cNvPr id="6" name="Rectangle 5"/>
          <p:cNvSpPr/>
          <p:nvPr/>
        </p:nvSpPr>
        <p:spPr>
          <a:xfrm>
            <a:off x="282285" y="6080000"/>
            <a:ext cx="11691453" cy="330000"/>
          </a:xfrm>
          <a:prstGeom prst="rect">
            <a:avLst/>
          </a:prstGeom>
          <a:noFill/>
          <a:ln>
            <a:noFill/>
          </a:ln>
          <a:effectLst/>
        </p:spPr>
        <p:txBody>
          <a:bodyPr rtlCol="0" anchor="t" wrap="square" lIns="72000" rIns="72000" tIns="36000" bIns="36000"/>
          <a:lstStyle/>
          <a:p>
            <a:pPr algn="l"/>
            <a:r>
              <a:rPr sz="1200" b="0">
                <a:solidFill>
                  <a:srgbClr val="7F7F7F"/>
                </a:solidFill>
                <a:latin typeface="Meiryo UI"/>
                <a:ea typeface="Meiryo UI"/>
                <a:cs typeface="Meiryo UI"/>
              </a:rPr>
              <a:t>出所：CorpPlanning_タイトル別コンピテンシー定義_ドラフト_v02、INTS_HRキャリアパス設計_v031（本体HRヒアリング反映）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82285" y="760000"/>
            <a:ext cx="11691453" cy="760000"/>
          </a:xfrm>
        </p:spPr>
        <p:txBody>
          <a:bodyPr wrap="square"/>
          <a:lstStyle/>
          <a:p>
            <a:pPr algn="l" marL="0" indent="0">
              <a:buNone/>
            </a:pPr>
            <a:r>
              <a:rPr sz="1600" b="0">
                <a:solidFill>
                  <a:srgbClr val="000000"/>
                </a:solidFill>
                <a:latin typeface="Meiryo UI"/>
                <a:ea typeface="Meiryo UI"/>
                <a:cs typeface="Meiryo UI"/>
              </a:rPr>
              <a:t>評価観点は現行Junior評価シートの8観点に「専門性」を加えた9観点で、Consultingと違いファームバリューは全レベルが対象となる。</a:t>
            </a:r>
          </a:p>
        </p:txBody>
      </p:sp>
      <p:sp>
        <p:nvSpPr>
          <p:cNvPr id="3" name="Title 2"/>
          <p:cNvSpPr>
            <a:spLocks noGrp="1"/>
          </p:cNvSpPr>
          <p:nvPr>
            <p:ph type="title"/>
          </p:nvPr>
        </p:nvSpPr>
        <p:spPr/>
        <p:txBody>
          <a:bodyPr/>
          <a:lstStyle/>
          <a:p>
            <a:pPr algn="l"/>
            <a:r>
              <a:rPr sz="2000" b="1">
                <a:solidFill>
                  <a:srgbClr val="000000"/>
                </a:solidFill>
                <a:latin typeface="Meiryo UI"/>
                <a:ea typeface="Meiryo UI"/>
                <a:cs typeface="Meiryo UI"/>
              </a:rPr>
              <a:t>2. 評価観点とConsulting版からの変更点</a:t>
            </a:r>
          </a:p>
        </p:txBody>
      </p:sp>
      <p:graphicFrame>
        <p:nvGraphicFramePr>
          <p:cNvPr id="4" name="Table 3"/>
          <p:cNvGraphicFramePr>
            <a:graphicFrameLocks noGrp="1"/>
          </p:cNvGraphicFramePr>
          <p:nvPr/>
        </p:nvGraphicFramePr>
        <p:xfrm>
          <a:off x="282285" y="1720000"/>
          <a:ext cx="11691453" cy="4000000"/>
        </p:xfrm>
        <a:graphic>
          <a:graphicData uri="http://schemas.openxmlformats.org/drawingml/2006/table">
            <a:tbl>
              <a:tblPr firstRow="0" bandRow="0">
                <a:tableStyleId>{5C22544A-7EE6-4342-B048-85BDC9FD1C3A}</a:tableStyleId>
              </a:tblPr>
              <a:tblGrid>
                <a:gridCol w="2600000"/>
                <a:gridCol w="3300000"/>
                <a:gridCol w="3300000"/>
                <a:gridCol w="2491453"/>
              </a:tblGrid>
              <a:tr h="400000">
                <a:tc>
                  <a:txBody>
                    <a:bodyPr wrap="square"/>
                    <a:lstStyle/>
                    <a:p>
                      <a:pPr algn="ctr"/>
                      <a:r>
                        <a:rPr sz="1200" b="0">
                          <a:solidFill>
                            <a:srgbClr val="FFFFFF"/>
                          </a:solidFill>
                          <a:latin typeface="Meiryo UI"/>
                          <a:ea typeface="Meiryo UI"/>
                          <a:cs typeface="Meiryo UI"/>
                        </a:rPr>
                        <a:t>提供価値</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FFFFFF"/>
                          </a:solidFill>
                          <a:latin typeface="Meiryo UI"/>
                          <a:ea typeface="Meiryo UI"/>
                          <a:cs typeface="Meiryo UI"/>
                        </a:rPr>
                        <a:t>Corp Planningの評価観点</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FFFFFF"/>
                          </a:solidFill>
                          <a:latin typeface="Meiryo UI"/>
                          <a:ea typeface="Meiryo UI"/>
                          <a:cs typeface="Meiryo UI"/>
                        </a:rPr>
                        <a:t>対応するConsultingの項目</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FFFFFF"/>
                          </a:solidFill>
                          <a:latin typeface="Meiryo UI"/>
                          <a:ea typeface="Meiryo UI"/>
                          <a:cs typeface="Meiryo UI"/>
                        </a:rPr>
                        <a:t>対象</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r>
              <a:tr h="400000">
                <a:tc>
                  <a:txBody>
                    <a:bodyPr wrap="square"/>
                    <a:lstStyle/>
                    <a:p>
                      <a:pPr algn="l"/>
                      <a:r>
                        <a:rPr sz="1200" b="0">
                          <a:solidFill>
                            <a:srgbClr val="000000"/>
                          </a:solidFill>
                          <a:latin typeface="Meiryo UI"/>
                          <a:ea typeface="Meiryo UI"/>
                          <a:cs typeface="Meiryo UI"/>
                        </a:rPr>
                        <a:t>クライアントバリュー</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問題解決能力</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問題解決力</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全レベル</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00000">
                <a:tc>
                  <a:txBody>
                    <a:bodyPr wrap="square"/>
                    <a:lstStyle/>
                    <a:p>
                      <a:pPr algn="l"/>
                      <a:r>
                        <a:rPr sz="1200" b="0">
                          <a:solidFill>
                            <a:srgbClr val="000000"/>
                          </a:solidFill>
                          <a:latin typeface="Meiryo UI"/>
                          <a:ea typeface="Meiryo UI"/>
                          <a:cs typeface="Meiryo UI"/>
                        </a:rPr>
                        <a:t>クライアントバリュー</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タスク管理・マネジメント力</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プロジェクト・エクセレンス</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全レベル</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00000">
                <a:tc>
                  <a:txBody>
                    <a:bodyPr wrap="square"/>
                    <a:lstStyle/>
                    <a:p>
                      <a:pPr algn="l"/>
                      <a:r>
                        <a:rPr sz="1200" b="0">
                          <a:solidFill>
                            <a:srgbClr val="000000"/>
                          </a:solidFill>
                          <a:latin typeface="Meiryo UI"/>
                          <a:ea typeface="Meiryo UI"/>
                          <a:cs typeface="Meiryo UI"/>
                        </a:rPr>
                        <a:t>クライアントバリュー</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口頭コミュニケーション</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コミュニケーション力</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全レベル</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00000">
                <a:tc>
                  <a:txBody>
                    <a:bodyPr wrap="square"/>
                    <a:lstStyle/>
                    <a:p>
                      <a:pPr algn="l"/>
                      <a:r>
                        <a:rPr sz="1200" b="0">
                          <a:solidFill>
                            <a:srgbClr val="000000"/>
                          </a:solidFill>
                          <a:latin typeface="Meiryo UI"/>
                          <a:ea typeface="Meiryo UI"/>
                          <a:cs typeface="Meiryo UI"/>
                        </a:rPr>
                        <a:t>クライアントバリュー</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文書コミュニケーション</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コミュニケーション力</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全レベル</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00000">
                <a:tc>
                  <a:txBody>
                    <a:bodyPr wrap="square"/>
                    <a:lstStyle/>
                    <a:p>
                      <a:pPr algn="l"/>
                      <a:r>
                        <a:rPr sz="1200" b="0">
                          <a:solidFill>
                            <a:srgbClr val="000000"/>
                          </a:solidFill>
                          <a:latin typeface="Meiryo UI"/>
                          <a:ea typeface="Meiryo UI"/>
                          <a:cs typeface="Meiryo UI"/>
                        </a:rPr>
                        <a:t>クライアントバリュー</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専門性</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ファームビルディングの「専門性」</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L4以上（L1〜L3は育成目標）</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00000">
                <a:tc>
                  <a:txBody>
                    <a:bodyPr wrap="square"/>
                    <a:lstStyle/>
                    <a:p>
                      <a:pPr algn="l"/>
                      <a:r>
                        <a:rPr sz="1200" b="0">
                          <a:solidFill>
                            <a:srgbClr val="000000"/>
                          </a:solidFill>
                          <a:latin typeface="Meiryo UI"/>
                          <a:ea typeface="Meiryo UI"/>
                          <a:cs typeface="Meiryo UI"/>
                        </a:rPr>
                        <a:t>ピープルバリュー</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機能人材の確保・育成貢献</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チーム・エクセレンス</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全レベル</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00000">
                <a:tc>
                  <a:txBody>
                    <a:bodyPr wrap="square"/>
                    <a:lstStyle/>
                    <a:p>
                      <a:pPr algn="l"/>
                      <a:r>
                        <a:rPr sz="1200" b="0">
                          <a:solidFill>
                            <a:srgbClr val="000000"/>
                          </a:solidFill>
                          <a:latin typeface="Meiryo UI"/>
                          <a:ea typeface="Meiryo UI"/>
                          <a:cs typeface="Meiryo UI"/>
                        </a:rPr>
                        <a:t>ピープルバリュー</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関係構築・連携</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チーム・エクセレンス</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全レベル</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00000">
                <a:tc>
                  <a:txBody>
                    <a:bodyPr wrap="square"/>
                    <a:lstStyle/>
                    <a:p>
                      <a:pPr algn="l"/>
                      <a:r>
                        <a:rPr sz="1200" b="0">
                          <a:solidFill>
                            <a:srgbClr val="000000"/>
                          </a:solidFill>
                          <a:latin typeface="Meiryo UI"/>
                          <a:ea typeface="Meiryo UI"/>
                          <a:cs typeface="Meiryo UI"/>
                        </a:rPr>
                        <a:t>ファームバリュー</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ファームビルディング</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ファームビルディング</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全レベル</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00000">
                <a:tc>
                  <a:txBody>
                    <a:bodyPr wrap="square"/>
                    <a:lstStyle/>
                    <a:p>
                      <a:pPr algn="l"/>
                      <a:r>
                        <a:rPr sz="1200" b="0">
                          <a:solidFill>
                            <a:srgbClr val="000000"/>
                          </a:solidFill>
                          <a:latin typeface="Meiryo UI"/>
                          <a:ea typeface="Meiryo UI"/>
                          <a:cs typeface="Meiryo UI"/>
                        </a:rPr>
                        <a:t>ファームバリュー</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経営価値創出力</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コマーシャル推進力（入れ替え）</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全レベル</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bl>
          </a:graphicData>
        </a:graphic>
      </p:graphicFrame>
      <p:sp>
        <p:nvSpPr>
          <p:cNvPr id="5" name="Rectangle 4"/>
          <p:cNvSpPr/>
          <p:nvPr/>
        </p:nvSpPr>
        <p:spPr>
          <a:xfrm>
            <a:off x="282285" y="6080000"/>
            <a:ext cx="11691453" cy="330000"/>
          </a:xfrm>
          <a:prstGeom prst="rect">
            <a:avLst/>
          </a:prstGeom>
          <a:noFill/>
          <a:ln>
            <a:noFill/>
          </a:ln>
          <a:effectLst/>
        </p:spPr>
        <p:txBody>
          <a:bodyPr rtlCol="0" anchor="t" wrap="square" lIns="72000" rIns="72000" tIns="36000" bIns="36000"/>
          <a:lstStyle/>
          <a:p>
            <a:pPr algn="l"/>
            <a:r>
              <a:rPr sz="1200" b="0">
                <a:solidFill>
                  <a:srgbClr val="7F7F7F"/>
                </a:solidFill>
                <a:latin typeface="Meiryo UI"/>
                <a:ea typeface="Meiryo UI"/>
                <a:cs typeface="Meiryo UI"/>
              </a:rPr>
              <a:t>経営価値創出力は売上・受注ではなく、経営資料の品質、KPIの整合、計画プロセスで測る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82285" y="760000"/>
            <a:ext cx="11691453" cy="760000"/>
          </a:xfrm>
        </p:spPr>
        <p:txBody>
          <a:bodyPr wrap="square"/>
          <a:lstStyle/>
          <a:p>
            <a:pPr algn="l" marL="0" indent="0">
              <a:buNone/>
            </a:pPr>
            <a:r>
              <a:rPr sz="1600" b="0">
                <a:solidFill>
                  <a:srgbClr val="000000"/>
                </a:solidFill>
                <a:latin typeface="Meiryo UI"/>
                <a:ea typeface="Meiryo UI"/>
                <a:cs typeface="Meiryo UI"/>
              </a:rPr>
              <a:t>上位のレベルほど専門性・ファームビルディング・経営価値創出力の比重が高く、L6ではこの3観点で評価全体の50%を占める。</a:t>
            </a:r>
          </a:p>
        </p:txBody>
      </p:sp>
      <p:sp>
        <p:nvSpPr>
          <p:cNvPr id="3" name="Title 2"/>
          <p:cNvSpPr>
            <a:spLocks noGrp="1"/>
          </p:cNvSpPr>
          <p:nvPr>
            <p:ph type="title"/>
          </p:nvPr>
        </p:nvSpPr>
        <p:spPr/>
        <p:txBody>
          <a:bodyPr/>
          <a:lstStyle/>
          <a:p>
            <a:pPr algn="l"/>
            <a:r>
              <a:rPr sz="2000" b="1">
                <a:solidFill>
                  <a:srgbClr val="000000"/>
                </a:solidFill>
                <a:latin typeface="Meiryo UI"/>
                <a:ea typeface="Meiryo UI"/>
                <a:cs typeface="Meiryo UI"/>
              </a:rPr>
              <a:t>2. レベル別の評価ウェイト</a:t>
            </a:r>
          </a:p>
        </p:txBody>
      </p:sp>
      <p:graphicFrame>
        <p:nvGraphicFramePr>
          <p:cNvPr id="4" name="Table 3"/>
          <p:cNvGraphicFramePr>
            <a:graphicFrameLocks noGrp="1"/>
          </p:cNvGraphicFramePr>
          <p:nvPr/>
        </p:nvGraphicFramePr>
        <p:xfrm>
          <a:off x="282285" y="1720000"/>
          <a:ext cx="11691453" cy="4180000"/>
        </p:xfrm>
        <a:graphic>
          <a:graphicData uri="http://schemas.openxmlformats.org/drawingml/2006/table">
            <a:tbl>
              <a:tblPr firstRow="0" bandRow="0">
                <a:tableStyleId>{5C22544A-7EE6-4342-B048-85BDC9FD1C3A}</a:tableStyleId>
              </a:tblPr>
              <a:tblGrid>
                <a:gridCol w="3600000"/>
                <a:gridCol w="1348575"/>
                <a:gridCol w="1348575"/>
                <a:gridCol w="1348575"/>
                <a:gridCol w="1348576"/>
                <a:gridCol w="1348576"/>
                <a:gridCol w="1348576"/>
              </a:tblGrid>
              <a:tr h="380000">
                <a:tc>
                  <a:txBody>
                    <a:bodyPr wrap="square"/>
                    <a:lstStyle/>
                    <a:p>
                      <a:pPr algn="ctr"/>
                      <a:r>
                        <a:rPr sz="1200" b="0">
                          <a:solidFill>
                            <a:srgbClr val="FFFFFF"/>
                          </a:solidFill>
                          <a:latin typeface="Meiryo UI"/>
                          <a:ea typeface="Meiryo UI"/>
                          <a:cs typeface="Meiryo UI"/>
                        </a:rPr>
                        <a:t>評価観点</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FFFFFF"/>
                          </a:solidFill>
                          <a:latin typeface="Meiryo UI"/>
                          <a:ea typeface="Meiryo UI"/>
                          <a:cs typeface="Meiryo UI"/>
                        </a:rPr>
                        <a:t>L1</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FFFFFF"/>
                          </a:solidFill>
                          <a:latin typeface="Meiryo UI"/>
                          <a:ea typeface="Meiryo UI"/>
                          <a:cs typeface="Meiryo UI"/>
                        </a:rPr>
                        <a:t>L2</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FFFFFF"/>
                          </a:solidFill>
                          <a:latin typeface="Meiryo UI"/>
                          <a:ea typeface="Meiryo UI"/>
                          <a:cs typeface="Meiryo UI"/>
                        </a:rPr>
                        <a:t>L3</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FFFFFF"/>
                          </a:solidFill>
                          <a:latin typeface="Meiryo UI"/>
                          <a:ea typeface="Meiryo UI"/>
                          <a:cs typeface="Meiryo UI"/>
                        </a:rPr>
                        <a:t>L4</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FFFFFF"/>
                          </a:solidFill>
                          <a:latin typeface="Meiryo UI"/>
                          <a:ea typeface="Meiryo UI"/>
                          <a:cs typeface="Meiryo UI"/>
                        </a:rPr>
                        <a:t>L5</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FFFFFF"/>
                          </a:solidFill>
                          <a:latin typeface="Meiryo UI"/>
                          <a:ea typeface="Meiryo UI"/>
                          <a:cs typeface="Meiryo UI"/>
                        </a:rPr>
                        <a:t>L6</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r>
              <a:tr h="380000">
                <a:tc>
                  <a:txBody>
                    <a:bodyPr wrap="square"/>
                    <a:lstStyle/>
                    <a:p>
                      <a:pPr algn="l"/>
                      <a:r>
                        <a:rPr sz="1200" b="0">
                          <a:solidFill>
                            <a:srgbClr val="000000"/>
                          </a:solidFill>
                          <a:latin typeface="Meiryo UI"/>
                          <a:ea typeface="Meiryo UI"/>
                          <a:cs typeface="Meiryo UI"/>
                        </a:rPr>
                        <a:t>問題解決能力</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20%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20%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20%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15%</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15%</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380000">
                <a:tc>
                  <a:txBody>
                    <a:bodyPr wrap="square"/>
                    <a:lstStyle/>
                    <a:p>
                      <a:pPr algn="l"/>
                      <a:r>
                        <a:rPr sz="1200" b="0">
                          <a:solidFill>
                            <a:srgbClr val="000000"/>
                          </a:solidFill>
                          <a:latin typeface="Meiryo UI"/>
                          <a:ea typeface="Meiryo UI"/>
                          <a:cs typeface="Meiryo UI"/>
                        </a:rPr>
                        <a:t>タスク管理・マネジメント力</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20%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20%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20%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15%</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15%</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380000">
                <a:tc>
                  <a:txBody>
                    <a:bodyPr wrap="square"/>
                    <a:lstStyle/>
                    <a:p>
                      <a:pPr algn="l"/>
                      <a:r>
                        <a:rPr sz="1200" b="0">
                          <a:solidFill>
                            <a:srgbClr val="000000"/>
                          </a:solidFill>
                          <a:latin typeface="Meiryo UI"/>
                          <a:ea typeface="Meiryo UI"/>
                          <a:cs typeface="Meiryo UI"/>
                        </a:rPr>
                        <a:t>口頭コミュニケーション</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8%</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8%</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5%</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380000">
                <a:tc>
                  <a:txBody>
                    <a:bodyPr wrap="square"/>
                    <a:lstStyle/>
                    <a:p>
                      <a:pPr algn="l"/>
                      <a:r>
                        <a:rPr sz="1200" b="0">
                          <a:solidFill>
                            <a:srgbClr val="000000"/>
                          </a:solidFill>
                          <a:latin typeface="Meiryo UI"/>
                          <a:ea typeface="Meiryo UI"/>
                          <a:cs typeface="Meiryo UI"/>
                        </a:rPr>
                        <a:t>文書コミュニケーション</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7%</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7%</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5%</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380000">
                <a:tc>
                  <a:txBody>
                    <a:bodyPr wrap="square"/>
                    <a:lstStyle/>
                    <a:p>
                      <a:pPr algn="l"/>
                      <a:r>
                        <a:rPr sz="1200" b="0">
                          <a:solidFill>
                            <a:srgbClr val="000000"/>
                          </a:solidFill>
                          <a:latin typeface="Meiryo UI"/>
                          <a:ea typeface="Meiryo UI"/>
                          <a:cs typeface="Meiryo UI"/>
                        </a:rPr>
                        <a:t>専門性</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15%</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380000">
                <a:tc>
                  <a:txBody>
                    <a:bodyPr wrap="square"/>
                    <a:lstStyle/>
                    <a:p>
                      <a:pPr algn="l"/>
                      <a:r>
                        <a:rPr sz="1200" b="0">
                          <a:solidFill>
                            <a:srgbClr val="000000"/>
                          </a:solidFill>
                          <a:latin typeface="Meiryo UI"/>
                          <a:ea typeface="Meiryo UI"/>
                          <a:cs typeface="Meiryo UI"/>
                        </a:rPr>
                        <a:t>機能人材の確保・育成貢献</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380000">
                <a:tc>
                  <a:txBody>
                    <a:bodyPr wrap="square"/>
                    <a:lstStyle/>
                    <a:p>
                      <a:pPr algn="l"/>
                      <a:r>
                        <a:rPr sz="1200" b="0">
                          <a:solidFill>
                            <a:srgbClr val="000000"/>
                          </a:solidFill>
                          <a:latin typeface="Meiryo UI"/>
                          <a:ea typeface="Meiryo UI"/>
                          <a:cs typeface="Meiryo UI"/>
                        </a:rPr>
                        <a:t>関係構築・連携</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380000">
                <a:tc>
                  <a:txBody>
                    <a:bodyPr wrap="square"/>
                    <a:lstStyle/>
                    <a:p>
                      <a:pPr algn="l"/>
                      <a:r>
                        <a:rPr sz="1200" b="0">
                          <a:solidFill>
                            <a:srgbClr val="000000"/>
                          </a:solidFill>
                          <a:latin typeface="Meiryo UI"/>
                          <a:ea typeface="Meiryo UI"/>
                          <a:cs typeface="Meiryo UI"/>
                        </a:rPr>
                        <a:t>ファームビルディング</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15%</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15%</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15%</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380000">
                <a:tc>
                  <a:txBody>
                    <a:bodyPr wrap="square"/>
                    <a:lstStyle/>
                    <a:p>
                      <a:pPr algn="l"/>
                      <a:r>
                        <a:rPr sz="1200" b="0">
                          <a:solidFill>
                            <a:srgbClr val="000000"/>
                          </a:solidFill>
                          <a:latin typeface="Meiryo UI"/>
                          <a:ea typeface="Meiryo UI"/>
                          <a:cs typeface="Meiryo UI"/>
                        </a:rPr>
                        <a:t>経営価値創出力</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20%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380000">
                <a:tc>
                  <a:txBody>
                    <a:bodyPr wrap="square"/>
                    <a:lstStyle/>
                    <a:p>
                      <a:pPr algn="l"/>
                      <a:r>
                        <a:rPr sz="1200" b="0">
                          <a:solidFill>
                            <a:srgbClr val="000000"/>
                          </a:solidFill>
                          <a:latin typeface="Meiryo UI"/>
                          <a:ea typeface="Meiryo UI"/>
                          <a:cs typeface="Meiryo UI"/>
                        </a:rPr>
                        <a:t>合計</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000000"/>
                          </a:solidFill>
                          <a:latin typeface="Meiryo UI"/>
                          <a:ea typeface="Meiryo UI"/>
                          <a:cs typeface="Meiryo UI"/>
                        </a:rPr>
                        <a:t>100%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bl>
          </a:graphicData>
        </a:graphic>
      </p:graphicFrame>
      <p:sp>
        <p:nvSpPr>
          <p:cNvPr id="5" name="Rectangle 4"/>
          <p:cNvSpPr/>
          <p:nvPr/>
        </p:nvSpPr>
        <p:spPr>
          <a:xfrm>
            <a:off x="282285" y="6080000"/>
            <a:ext cx="11691453" cy="330000"/>
          </a:xfrm>
          <a:prstGeom prst="rect">
            <a:avLst/>
          </a:prstGeom>
          <a:noFill/>
          <a:ln>
            <a:noFill/>
          </a:ln>
          <a:effectLst/>
        </p:spPr>
        <p:txBody>
          <a:bodyPr rtlCol="0" anchor="t" wrap="square" lIns="72000" rIns="72000" tIns="36000" bIns="36000"/>
          <a:lstStyle/>
          <a:p>
            <a:pPr algn="l"/>
            <a:r>
              <a:rPr sz="1200" b="0">
                <a:solidFill>
                  <a:srgbClr val="7F7F7F"/>
                </a:solidFill>
                <a:latin typeface="Meiryo UI"/>
                <a:ea typeface="Meiryo UI"/>
                <a:cs typeface="Meiryo UI"/>
              </a:rPr>
              <a:t>L1〜L3は現行Junior評価シートのウェイトに統一（決定）。L4以上の専門性は主担当領域のスキルで評価する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82285" y="760000"/>
            <a:ext cx="11691453" cy="760000"/>
          </a:xfrm>
        </p:spPr>
        <p:txBody>
          <a:bodyPr wrap="square"/>
          <a:lstStyle/>
          <a:p>
            <a:pPr algn="l" marL="0" indent="0">
              <a:buNone/>
            </a:pPr>
            <a:r>
              <a:rPr sz="1600" b="0">
                <a:solidFill>
                  <a:srgbClr val="000000"/>
                </a:solidFill>
                <a:latin typeface="Meiryo UI"/>
                <a:ea typeface="Meiryo UI"/>
                <a:cs typeface="Meiryo UI"/>
              </a:rPr>
              <a:t>評価3を「自分のレベルの期待水準」とし、1つ上・1つ下のレベルの水準で5と1を決めるため、評価のぶれを小さくできる。</a:t>
            </a:r>
          </a:p>
        </p:txBody>
      </p:sp>
      <p:sp>
        <p:nvSpPr>
          <p:cNvPr id="3" name="Title 2"/>
          <p:cNvSpPr>
            <a:spLocks noGrp="1"/>
          </p:cNvSpPr>
          <p:nvPr>
            <p:ph type="title"/>
          </p:nvPr>
        </p:nvSpPr>
        <p:spPr/>
        <p:txBody>
          <a:bodyPr/>
          <a:lstStyle/>
          <a:p>
            <a:pPr algn="l"/>
            <a:r>
              <a:rPr sz="2000" b="1">
                <a:solidFill>
                  <a:srgbClr val="000000"/>
                </a:solidFill>
                <a:latin typeface="Meiryo UI"/>
                <a:ea typeface="Meiryo UI"/>
                <a:cs typeface="Meiryo UI"/>
              </a:rPr>
              <a:t>2. 評価の付け方とKPIとの合算</a:t>
            </a:r>
          </a:p>
        </p:txBody>
      </p:sp>
      <p:sp>
        <p:nvSpPr>
          <p:cNvPr id="4" name="Rectangle 3"/>
          <p:cNvSpPr/>
          <p:nvPr/>
        </p:nvSpPr>
        <p:spPr>
          <a:xfrm>
            <a:off x="282285" y="1720000"/>
            <a:ext cx="3763817" cy="500000"/>
          </a:xfrm>
          <a:prstGeom prst="rect">
            <a:avLst/>
          </a:prstGeom>
          <a:solidFill>
            <a:srgbClr val="033865"/>
          </a:solidFill>
          <a:ln>
            <a:noFill/>
          </a:ln>
          <a:effectLst/>
        </p:spPr>
        <p:txBody>
          <a:bodyPr rtlCol="0" anchor="ctr" wrap="square" lIns="72000" rIns="72000" tIns="36000" bIns="36000"/>
          <a:lstStyle/>
          <a:p>
            <a:pPr algn="ctr"/>
            <a:r>
              <a:rPr sz="1600" b="0">
                <a:solidFill>
                  <a:srgbClr val="FFFFFF"/>
                </a:solidFill>
                <a:latin typeface="Meiryo UI"/>
                <a:ea typeface="Meiryo UI"/>
                <a:cs typeface="Meiryo UI"/>
              </a:rPr>
              <a:t>評価5</a:t>
            </a:r>
          </a:p>
        </p:txBody>
      </p:sp>
      <p:sp>
        <p:nvSpPr>
          <p:cNvPr id="5" name="Rectangle 4"/>
          <p:cNvSpPr/>
          <p:nvPr/>
        </p:nvSpPr>
        <p:spPr>
          <a:xfrm>
            <a:off x="282285" y="2220000"/>
            <a:ext cx="3763817" cy="1000000"/>
          </a:xfrm>
          <a:prstGeom prst="rect">
            <a:avLst/>
          </a:prstGeom>
          <a:noFill/>
          <a:ln w="6350">
            <a:solidFill>
              <a:srgbClr val="BFBFBF"/>
            </a:solidFill>
          </a:ln>
          <a:effectLst/>
        </p:spPr>
        <p:txBody>
          <a:bodyPr rtlCol="0" anchor="ctr" wrap="square" lIns="72000" rIns="72000" tIns="36000" bIns="36000"/>
          <a:lstStyle/>
          <a:p>
            <a:pPr algn="ctr"/>
            <a:r>
              <a:rPr sz="1600" b="0">
                <a:solidFill>
                  <a:srgbClr val="000000"/>
                </a:solidFill>
                <a:latin typeface="Meiryo UI"/>
                <a:ea typeface="Meiryo UI"/>
                <a:cs typeface="Meiryo UI"/>
              </a:rPr>
              <a:t>1つ上のレベルの水準を</a:t>
            </a:r>
          </a:p>
          <a:p>
            <a:pPr algn="ctr"/>
            <a:r>
              <a:rPr sz="1600" b="0">
                <a:solidFill>
                  <a:srgbClr val="000000"/>
                </a:solidFill>
                <a:latin typeface="Meiryo UI"/>
                <a:ea typeface="Meiryo UI"/>
                <a:cs typeface="Meiryo UI"/>
              </a:rPr>
              <a:t>安定して発揮</a:t>
            </a:r>
          </a:p>
        </p:txBody>
      </p:sp>
      <p:sp>
        <p:nvSpPr>
          <p:cNvPr id="6" name="Rectangle 5"/>
          <p:cNvSpPr/>
          <p:nvPr/>
        </p:nvSpPr>
        <p:spPr>
          <a:xfrm>
            <a:off x="4246102" y="1720000"/>
            <a:ext cx="3763817" cy="500000"/>
          </a:xfrm>
          <a:prstGeom prst="rect">
            <a:avLst/>
          </a:prstGeom>
          <a:solidFill>
            <a:srgbClr val="033865"/>
          </a:solidFill>
          <a:ln>
            <a:noFill/>
          </a:ln>
          <a:effectLst/>
        </p:spPr>
        <p:txBody>
          <a:bodyPr rtlCol="0" anchor="ctr" wrap="square" lIns="72000" rIns="72000" tIns="36000" bIns="36000"/>
          <a:lstStyle/>
          <a:p>
            <a:pPr algn="ctr"/>
            <a:r>
              <a:rPr sz="1600" b="0">
                <a:solidFill>
                  <a:srgbClr val="FFFFFF"/>
                </a:solidFill>
                <a:latin typeface="Meiryo UI"/>
                <a:ea typeface="Meiryo UI"/>
                <a:cs typeface="Meiryo UI"/>
              </a:rPr>
              <a:t>評価3</a:t>
            </a:r>
          </a:p>
        </p:txBody>
      </p:sp>
      <p:sp>
        <p:nvSpPr>
          <p:cNvPr id="7" name="Rectangle 6"/>
          <p:cNvSpPr/>
          <p:nvPr/>
        </p:nvSpPr>
        <p:spPr>
          <a:xfrm>
            <a:off x="4246102" y="2220000"/>
            <a:ext cx="3763817" cy="1000000"/>
          </a:xfrm>
          <a:prstGeom prst="rect">
            <a:avLst/>
          </a:prstGeom>
          <a:noFill/>
          <a:ln w="6350">
            <a:solidFill>
              <a:srgbClr val="BFBFBF"/>
            </a:solidFill>
          </a:ln>
          <a:effectLst/>
        </p:spPr>
        <p:txBody>
          <a:bodyPr rtlCol="0" anchor="ctr" wrap="square" lIns="72000" rIns="72000" tIns="36000" bIns="36000"/>
          <a:lstStyle/>
          <a:p>
            <a:pPr algn="ctr"/>
            <a:r>
              <a:rPr sz="1600" b="0">
                <a:solidFill>
                  <a:srgbClr val="000000"/>
                </a:solidFill>
                <a:latin typeface="Meiryo UI"/>
                <a:ea typeface="Meiryo UI"/>
                <a:cs typeface="Meiryo UI"/>
              </a:rPr>
              <a:t>自分のレベルの</a:t>
            </a:r>
          </a:p>
          <a:p>
            <a:pPr algn="ctr"/>
            <a:r>
              <a:rPr sz="1600" b="0">
                <a:solidFill>
                  <a:srgbClr val="000000"/>
                </a:solidFill>
                <a:latin typeface="Meiryo UI"/>
                <a:ea typeface="Meiryo UI"/>
                <a:cs typeface="Meiryo UI"/>
              </a:rPr>
              <a:t>期待水準を満たす</a:t>
            </a:r>
          </a:p>
        </p:txBody>
      </p:sp>
      <p:sp>
        <p:nvSpPr>
          <p:cNvPr id="8" name="Rectangle 7"/>
          <p:cNvSpPr/>
          <p:nvPr/>
        </p:nvSpPr>
        <p:spPr>
          <a:xfrm>
            <a:off x="8209919" y="1720000"/>
            <a:ext cx="3763817" cy="500000"/>
          </a:xfrm>
          <a:prstGeom prst="rect">
            <a:avLst/>
          </a:prstGeom>
          <a:solidFill>
            <a:srgbClr val="033865"/>
          </a:solidFill>
          <a:ln>
            <a:noFill/>
          </a:ln>
          <a:effectLst/>
        </p:spPr>
        <p:txBody>
          <a:bodyPr rtlCol="0" anchor="ctr" wrap="square" lIns="72000" rIns="72000" tIns="36000" bIns="36000"/>
          <a:lstStyle/>
          <a:p>
            <a:pPr algn="ctr"/>
            <a:r>
              <a:rPr sz="1600" b="0">
                <a:solidFill>
                  <a:srgbClr val="FFFFFF"/>
                </a:solidFill>
                <a:latin typeface="Meiryo UI"/>
                <a:ea typeface="Meiryo UI"/>
                <a:cs typeface="Meiryo UI"/>
              </a:rPr>
              <a:t>評価1</a:t>
            </a:r>
          </a:p>
        </p:txBody>
      </p:sp>
      <p:sp>
        <p:nvSpPr>
          <p:cNvPr id="9" name="Rectangle 8"/>
          <p:cNvSpPr/>
          <p:nvPr/>
        </p:nvSpPr>
        <p:spPr>
          <a:xfrm>
            <a:off x="8209919" y="2220000"/>
            <a:ext cx="3763817" cy="1000000"/>
          </a:xfrm>
          <a:prstGeom prst="rect">
            <a:avLst/>
          </a:prstGeom>
          <a:noFill/>
          <a:ln w="6350">
            <a:solidFill>
              <a:srgbClr val="BFBFBF"/>
            </a:solidFill>
          </a:ln>
          <a:effectLst/>
        </p:spPr>
        <p:txBody>
          <a:bodyPr rtlCol="0" anchor="ctr" wrap="square" lIns="72000" rIns="72000" tIns="36000" bIns="36000"/>
          <a:lstStyle/>
          <a:p>
            <a:pPr algn="ctr"/>
            <a:r>
              <a:rPr sz="1600" b="0">
                <a:solidFill>
                  <a:srgbClr val="000000"/>
                </a:solidFill>
                <a:latin typeface="Meiryo UI"/>
                <a:ea typeface="Meiryo UI"/>
                <a:cs typeface="Meiryo UI"/>
              </a:rPr>
              <a:t>1つ下のレベルの水準に</a:t>
            </a:r>
          </a:p>
          <a:p>
            <a:pPr algn="ctr"/>
            <a:r>
              <a:rPr sz="1600" b="0">
                <a:solidFill>
                  <a:srgbClr val="000000"/>
                </a:solidFill>
                <a:latin typeface="Meiryo UI"/>
                <a:ea typeface="Meiryo UI"/>
                <a:cs typeface="Meiryo UI"/>
              </a:rPr>
              <a:t>とどまる</a:t>
            </a:r>
          </a:p>
        </p:txBody>
      </p:sp>
      <p:sp>
        <p:nvSpPr>
          <p:cNvPr id="10" name="Rectangle 9"/>
          <p:cNvSpPr/>
          <p:nvPr/>
        </p:nvSpPr>
        <p:spPr>
          <a:xfrm>
            <a:off x="282285" y="3450000"/>
            <a:ext cx="11691453" cy="600000"/>
          </a:xfrm>
          <a:prstGeom prst="rect">
            <a:avLst/>
          </a:prstGeom>
          <a:solidFill>
            <a:srgbClr val="F2F2F2"/>
          </a:solidFill>
          <a:ln>
            <a:noFill/>
          </a:ln>
          <a:effectLst/>
        </p:spPr>
        <p:txBody>
          <a:bodyPr rtlCol="0" anchor="ctr" wrap="square" lIns="72000" rIns="72000" tIns="36000" bIns="36000"/>
          <a:lstStyle/>
          <a:p>
            <a:pPr algn="l"/>
            <a:r>
              <a:rPr sz="1400" b="0">
                <a:solidFill>
                  <a:srgbClr val="000000"/>
                </a:solidFill>
                <a:latin typeface="Meiryo UI"/>
                <a:ea typeface="Meiryo UI"/>
                <a:cs typeface="Meiryo UI"/>
              </a:rPr>
              <a:t>2・4は中間評価。各観点の評価×ウェイトの合計を加重平均スコアとする（現行シートと同じ計算）</a:t>
            </a:r>
          </a:p>
        </p:txBody>
      </p:sp>
      <p:graphicFrame>
        <p:nvGraphicFramePr>
          <p:cNvPr id="11" name="Table 10"/>
          <p:cNvGraphicFramePr>
            <a:graphicFrameLocks noGrp="1"/>
          </p:cNvGraphicFramePr>
          <p:nvPr/>
        </p:nvGraphicFramePr>
        <p:xfrm>
          <a:off x="282285" y="4250000"/>
          <a:ext cx="11691453" cy="1350000"/>
        </p:xfrm>
        <a:graphic>
          <a:graphicData uri="http://schemas.openxmlformats.org/drawingml/2006/table">
            <a:tbl>
              <a:tblPr firstRow="0" bandRow="0">
                <a:tableStyleId>{5C22544A-7EE6-4342-B048-85BDC9FD1C3A}</a:tableStyleId>
              </a:tblPr>
              <a:tblGrid>
                <a:gridCol w="2900000"/>
                <a:gridCol w="2930000"/>
                <a:gridCol w="2930000"/>
                <a:gridCol w="2931453"/>
              </a:tblGrid>
              <a:tr h="450000">
                <a:tc>
                  <a:txBody>
                    <a:bodyPr wrap="square"/>
                    <a:lstStyle/>
                    <a:p>
                      <a:pPr algn="ctr"/>
                      <a:r>
                        <a:rPr sz="1400" b="0">
                          <a:solidFill>
                            <a:srgbClr val="FFFFFF"/>
                          </a:solidFill>
                          <a:latin typeface="Meiryo UI"/>
                          <a:ea typeface="Meiryo UI"/>
                          <a:cs typeface="Meiryo UI"/>
                        </a:rPr>
                        <a:t>レベル</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FFFFFF"/>
                          </a:solidFill>
                          <a:latin typeface="Meiryo UI"/>
                          <a:ea typeface="Meiryo UI"/>
                          <a:cs typeface="Meiryo UI"/>
                        </a:rPr>
                        <a:t>コンピテンシー評価</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FFFFFF"/>
                          </a:solidFill>
                          <a:latin typeface="Meiryo UI"/>
                          <a:ea typeface="Meiryo UI"/>
                          <a:cs typeface="Meiryo UI"/>
                        </a:rPr>
                        <a:t>非財務KPI</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FFFFFF"/>
                          </a:solidFill>
                          <a:latin typeface="Meiryo UI"/>
                          <a:ea typeface="Meiryo UI"/>
                          <a:cs typeface="Meiryo UI"/>
                        </a:rPr>
                        <a:t>財務KPI</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r>
              <a:tr h="450000">
                <a:tc>
                  <a:txBody>
                    <a:bodyPr wrap="square"/>
                    <a:lstStyle/>
                    <a:p>
                      <a:pPr algn="ctr"/>
                      <a:r>
                        <a:rPr sz="1400" b="0">
                          <a:solidFill>
                            <a:srgbClr val="000000"/>
                          </a:solidFill>
                          <a:latin typeface="Meiryo UI"/>
                          <a:ea typeface="Meiryo UI"/>
                          <a:cs typeface="Meiryo UI"/>
                        </a:rPr>
                        <a:t>L1〜L3</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000000"/>
                          </a:solidFill>
                          <a:latin typeface="Meiryo UI"/>
                          <a:ea typeface="Meiryo UI"/>
                          <a:cs typeface="Meiryo UI"/>
                        </a:rPr>
                        <a:t>100%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000000"/>
                          </a:solidFill>
                          <a:latin typeface="Meiryo UI"/>
                          <a:ea typeface="Meiryo UI"/>
                          <a:cs typeface="Meiryo UI"/>
                        </a:rPr>
                        <a:t>対象外</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000000"/>
                          </a:solidFill>
                          <a:latin typeface="Meiryo UI"/>
                          <a:ea typeface="Meiryo UI"/>
                          <a:cs typeface="Meiryo UI"/>
                        </a:rPr>
                        <a:t>設定しない</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50000">
                <a:tc>
                  <a:txBody>
                    <a:bodyPr wrap="square"/>
                    <a:lstStyle/>
                    <a:p>
                      <a:pPr algn="ctr"/>
                      <a:r>
                        <a:rPr sz="1400" b="0">
                          <a:solidFill>
                            <a:srgbClr val="000000"/>
                          </a:solidFill>
                          <a:latin typeface="Meiryo UI"/>
                          <a:ea typeface="Meiryo UI"/>
                          <a:cs typeface="Meiryo UI"/>
                        </a:rPr>
                        <a:t>L4〜L6</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000000"/>
                          </a:solidFill>
                          <a:latin typeface="Meiryo UI"/>
                          <a:ea typeface="Meiryo UI"/>
                          <a:cs typeface="Meiryo UI"/>
                        </a:rPr>
                        <a:t>70%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000000"/>
                          </a:solidFill>
                          <a:latin typeface="Meiryo UI"/>
                          <a:ea typeface="Meiryo UI"/>
                          <a:cs typeface="Meiryo UI"/>
                        </a:rPr>
                        <a:t>30%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000000"/>
                          </a:solidFill>
                          <a:latin typeface="Meiryo UI"/>
                          <a:ea typeface="Meiryo UI"/>
                          <a:cs typeface="Meiryo UI"/>
                        </a:rPr>
                        <a:t>設定しない</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bl>
          </a:graphicData>
        </a:graphic>
      </p:graphicFrame>
      <p:sp>
        <p:nvSpPr>
          <p:cNvPr id="12" name="Rectangle 11"/>
          <p:cNvSpPr/>
          <p:nvPr/>
        </p:nvSpPr>
        <p:spPr>
          <a:xfrm>
            <a:off x="282285" y="6080000"/>
            <a:ext cx="11691453" cy="330000"/>
          </a:xfrm>
          <a:prstGeom prst="rect">
            <a:avLst/>
          </a:prstGeom>
          <a:noFill/>
          <a:ln>
            <a:noFill/>
          </a:ln>
          <a:effectLst/>
        </p:spPr>
        <p:txBody>
          <a:bodyPr rtlCol="0" anchor="t" wrap="square" lIns="72000" rIns="72000" tIns="36000" bIns="36000"/>
          <a:lstStyle/>
          <a:p>
            <a:pPr algn="l"/>
            <a:r>
              <a:rPr sz="1200" b="0">
                <a:solidFill>
                  <a:srgbClr val="7F7F7F"/>
                </a:solidFill>
                <a:latin typeface="Meiryo UI"/>
                <a:ea typeface="Meiryo UI"/>
                <a:cs typeface="Meiryo UI"/>
              </a:rPr>
              <a:t>Corp Planningでは財務KPIを設定しない。L4〜L6の比率は定義書 Ver.0.14.3のM・SMの比率を適用（第5章で確認）</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82285" y="760000"/>
            <a:ext cx="11691453" cy="760000"/>
          </a:xfrm>
        </p:spPr>
        <p:txBody>
          <a:bodyPr wrap="square"/>
          <a:lstStyle/>
          <a:p>
            <a:pPr algn="l" marL="0" indent="0">
              <a:buNone/>
            </a:pPr>
            <a:r>
              <a:rPr sz="1600" b="0">
                <a:solidFill>
                  <a:srgbClr val="000000"/>
                </a:solidFill>
                <a:latin typeface="Meiryo UI"/>
                <a:ea typeface="Meiryo UI"/>
                <a:cs typeface="Meiryo UI"/>
              </a:rPr>
              <a:t>期待水準は「指示の範囲で正確に行う」から「担当領域を自律的に回す」「経営の意思決定に責任を持つ」へと段階的に上がる。</a:t>
            </a:r>
          </a:p>
        </p:txBody>
      </p:sp>
      <p:sp>
        <p:nvSpPr>
          <p:cNvPr id="3" name="Title 2"/>
          <p:cNvSpPr>
            <a:spLocks noGrp="1"/>
          </p:cNvSpPr>
          <p:nvPr>
            <p:ph type="title"/>
          </p:nvPr>
        </p:nvSpPr>
        <p:spPr/>
        <p:txBody>
          <a:bodyPr/>
          <a:lstStyle/>
          <a:p>
            <a:pPr algn="l"/>
            <a:r>
              <a:rPr sz="2000" b="1">
                <a:solidFill>
                  <a:srgbClr val="000000"/>
                </a:solidFill>
                <a:latin typeface="Meiryo UI"/>
                <a:ea typeface="Meiryo UI"/>
                <a:cs typeface="Meiryo UI"/>
              </a:rPr>
              <a:t>3. 期待水準（評価3）の要約</a:t>
            </a:r>
          </a:p>
        </p:txBody>
      </p:sp>
      <p:graphicFrame>
        <p:nvGraphicFramePr>
          <p:cNvPr id="4" name="Table 3"/>
          <p:cNvGraphicFramePr>
            <a:graphicFrameLocks noGrp="1"/>
          </p:cNvGraphicFramePr>
          <p:nvPr/>
        </p:nvGraphicFramePr>
        <p:xfrm>
          <a:off x="282285" y="1720000"/>
          <a:ext cx="11691453" cy="4000000"/>
        </p:xfrm>
        <a:graphic>
          <a:graphicData uri="http://schemas.openxmlformats.org/drawingml/2006/table">
            <a:tbl>
              <a:tblPr firstRow="0" bandRow="0">
                <a:tableStyleId>{5C22544A-7EE6-4342-B048-85BDC9FD1C3A}</a:tableStyleId>
              </a:tblPr>
              <a:tblGrid>
                <a:gridCol w="1500000"/>
                <a:gridCol w="1698575"/>
                <a:gridCol w="1698575"/>
                <a:gridCol w="1698575"/>
                <a:gridCol w="1698576"/>
                <a:gridCol w="1698576"/>
                <a:gridCol w="1698576"/>
              </a:tblGrid>
              <a:tr h="400000">
                <a:tc>
                  <a:txBody>
                    <a:bodyPr wrap="square"/>
                    <a:lstStyle/>
                    <a:p>
                      <a:pPr algn="ctr"/>
                      <a:r>
                        <a:rPr sz="1200" b="0">
                          <a:solidFill>
                            <a:srgbClr val="FFFFFF"/>
                          </a:solidFill>
                          <a:latin typeface="Meiryo UI"/>
                          <a:ea typeface="Meiryo UI"/>
                          <a:cs typeface="Meiryo UI"/>
                        </a:rPr>
                        <a:t>評価観点</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FFFFFF"/>
                          </a:solidFill>
                          <a:latin typeface="Meiryo UI"/>
                          <a:ea typeface="Meiryo UI"/>
                          <a:cs typeface="Meiryo UI"/>
                        </a:rPr>
                        <a:t>L1 スタッフ</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FFFFFF"/>
                          </a:solidFill>
                          <a:latin typeface="Meiryo UI"/>
                          <a:ea typeface="Meiryo UI"/>
                          <a:cs typeface="Meiryo UI"/>
                        </a:rPr>
                        <a:t>L2 チーフ</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FFFFFF"/>
                          </a:solidFill>
                          <a:latin typeface="Meiryo UI"/>
                          <a:ea typeface="Meiryo UI"/>
                          <a:cs typeface="Meiryo UI"/>
                        </a:rPr>
                        <a:t>L3 AM／DM</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FFFFFF"/>
                          </a:solidFill>
                          <a:latin typeface="Meiryo UI"/>
                          <a:ea typeface="Meiryo UI"/>
                          <a:cs typeface="Meiryo UI"/>
                        </a:rPr>
                        <a:t>L4 マネジャー</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FFFFFF"/>
                          </a:solidFill>
                          <a:latin typeface="Meiryo UI"/>
                          <a:ea typeface="Meiryo UI"/>
                          <a:cs typeface="Meiryo UI"/>
                        </a:rPr>
                        <a:t>L5 AD／DD</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FFFFFF"/>
                          </a:solidFill>
                          <a:latin typeface="Meiryo UI"/>
                          <a:ea typeface="Meiryo UI"/>
                          <a:cs typeface="Meiryo UI"/>
                        </a:rPr>
                        <a:t>L6 ディレクター</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r>
              <a:tr h="400000">
                <a:tc>
                  <a:txBody>
                    <a:bodyPr wrap="square"/>
                    <a:lstStyle/>
                    <a:p>
                      <a:pPr algn="l"/>
                      <a:r>
                        <a:rPr sz="1200" b="0">
                          <a:solidFill>
                            <a:srgbClr val="000000"/>
                          </a:solidFill>
                          <a:latin typeface="Meiryo UI"/>
                          <a:ea typeface="Meiryo UI"/>
                          <a:cs typeface="Meiryo UI"/>
                        </a:rPr>
                        <a:t>問題解決能力</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上長の支援で課題を整理</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自ら仮説を立てて構造化</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担当領域の課題を自律的に分析</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複数領域の論点設定・分析をリード</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部門横断の課題の打ち手を設計</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経営アジェンダの論点設定・提言</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00000">
                <a:tc>
                  <a:txBody>
                    <a:bodyPr wrap="square"/>
                    <a:lstStyle/>
                    <a:p>
                      <a:pPr algn="l"/>
                      <a:r>
                        <a:rPr sz="1200" b="0">
                          <a:solidFill>
                            <a:srgbClr val="000000"/>
                          </a:solidFill>
                          <a:latin typeface="Meiryo UI"/>
                          <a:ea typeface="Meiryo UI"/>
                          <a:cs typeface="Meiryo UI"/>
                        </a:rPr>
                        <a:t>タスク管理</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支援を受け期日・品質を守る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逆算で計画し進捗を自発共有</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担当領域の計画と後輩の進捗管理</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複数領域の計画・予算・品質管理</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全体のリソース配分を最適化</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経営計画と整合した予算・体制の決定</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00000">
                <a:tc>
                  <a:txBody>
                    <a:bodyPr wrap="square"/>
                    <a:lstStyle/>
                    <a:p>
                      <a:pPr algn="l"/>
                      <a:r>
                        <a:rPr sz="1200" b="0">
                          <a:solidFill>
                            <a:srgbClr val="000000"/>
                          </a:solidFill>
                          <a:latin typeface="Meiryo UI"/>
                          <a:ea typeface="Meiryo UI"/>
                          <a:cs typeface="Meiryo UI"/>
                        </a:rPr>
                        <a:t>口頭コミュニケーション</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報・連・相を確実に行う</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結論から簡潔に伝える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多人数の会議をファシリテート</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事業部門・本体と合意形成</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対立テーマでも合意形成を主導</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経営会議で意思決定を主導</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00000">
                <a:tc>
                  <a:txBody>
                    <a:bodyPr wrap="square"/>
                    <a:lstStyle/>
                    <a:p>
                      <a:pPr algn="l"/>
                      <a:r>
                        <a:rPr sz="1200" b="0">
                          <a:solidFill>
                            <a:srgbClr val="000000"/>
                          </a:solidFill>
                          <a:latin typeface="Meiryo UI"/>
                          <a:ea typeface="Meiryo UI"/>
                          <a:cs typeface="Meiryo UI"/>
                        </a:rPr>
                        <a:t>文書コミュニケーション</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指示どおり正確に作成</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要点を先に示す簡潔な文書</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意思決定に使える規程・資料</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チームの成果物の品質に責任</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経営向けの方針書・制度案を作成</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全社・グループへ方針を発信</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00000">
                <a:tc>
                  <a:txBody>
                    <a:bodyPr wrap="square"/>
                    <a:lstStyle/>
                    <a:p>
                      <a:pPr algn="l"/>
                      <a:r>
                        <a:rPr sz="1200" b="0">
                          <a:solidFill>
                            <a:srgbClr val="000000"/>
                          </a:solidFill>
                          <a:latin typeface="Meiryo UI"/>
                          <a:ea typeface="Meiryo UI"/>
                          <a:cs typeface="Meiryo UI"/>
                        </a:rPr>
                        <a:t>専門性</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－（育成目標）</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－（育成目標）</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－（育成目標）</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主担当領域で市場水準の専門性</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複数領域に精通し制度を設計</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バックオフィス全般で経営に提言</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00000">
                <a:tc>
                  <a:txBody>
                    <a:bodyPr wrap="square"/>
                    <a:lstStyle/>
                    <a:p>
                      <a:pPr algn="l"/>
                      <a:r>
                        <a:rPr sz="1200" b="0">
                          <a:solidFill>
                            <a:srgbClr val="000000"/>
                          </a:solidFill>
                          <a:latin typeface="Meiryo UI"/>
                          <a:ea typeface="Meiryo UI"/>
                          <a:cs typeface="Meiryo UI"/>
                        </a:rPr>
                        <a:t>人材の確保・育成</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FBを受け改善する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自ら成長目標を設定し学ぶ</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L1〜L2のOJT・業務指導</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メンバーの育成計画・キャリア支援</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人材要件の定義と採用・育成計画</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Corp Planningの人材方針を策定</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00000">
                <a:tc>
                  <a:txBody>
                    <a:bodyPr wrap="square"/>
                    <a:lstStyle/>
                    <a:p>
                      <a:pPr algn="l"/>
                      <a:r>
                        <a:rPr sz="1200" b="0">
                          <a:solidFill>
                            <a:srgbClr val="000000"/>
                          </a:solidFill>
                          <a:latin typeface="Meiryo UI"/>
                          <a:ea typeface="Meiryo UI"/>
                          <a:cs typeface="Meiryo UI"/>
                        </a:rPr>
                        <a:t>関係構築・連携</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指示の範囲で協力する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本体の担当者と自ら連携</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担当領域の窓口として調整</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部門責任者と協働環境を整える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本体・ICBPとの連携体制を構築</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経営層・グループと信頼関係を構築</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00000">
                <a:tc>
                  <a:txBody>
                    <a:bodyPr wrap="square"/>
                    <a:lstStyle/>
                    <a:p>
                      <a:pPr algn="l"/>
                      <a:r>
                        <a:rPr sz="1200" b="0">
                          <a:solidFill>
                            <a:srgbClr val="000000"/>
                          </a:solidFill>
                          <a:latin typeface="Meiryo UI"/>
                          <a:ea typeface="Meiryo UI"/>
                          <a:cs typeface="Meiryo UI"/>
                        </a:rPr>
                        <a:t>ファームビルディング</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ルールを理解し実践する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運用する側として改善を提案</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担当領域の改善・ナレッジ化</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チームの品質・法令順守に責任</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品質・リスク管理の仕組みを整備</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カルチャー・リスク文化を醸成</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00000">
                <a:tc>
                  <a:txBody>
                    <a:bodyPr wrap="square"/>
                    <a:lstStyle/>
                    <a:p>
                      <a:pPr algn="l"/>
                      <a:r>
                        <a:rPr sz="1200" b="0">
                          <a:solidFill>
                            <a:srgbClr val="000000"/>
                          </a:solidFill>
                          <a:latin typeface="Meiryo UI"/>
                          <a:ea typeface="Meiryo UI"/>
                          <a:cs typeface="Meiryo UI"/>
                        </a:rPr>
                        <a:t>経営価値創出力</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精度・期限を守り完遂する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上長確認が不要な精度で作成</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レポート品質とデータ整合を担保</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経営資料の品質・KPI整合を管理</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KPI体系・計画プロセスを設計</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経営の意思決定速度に直接貢献</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bl>
          </a:graphicData>
        </a:graphic>
      </p:graphicFrame>
      <p:sp>
        <p:nvSpPr>
          <p:cNvPr id="5" name="Rectangle 4"/>
          <p:cNvSpPr/>
          <p:nvPr/>
        </p:nvSpPr>
        <p:spPr>
          <a:xfrm>
            <a:off x="282285" y="6080000"/>
            <a:ext cx="11691453" cy="330000"/>
          </a:xfrm>
          <a:prstGeom prst="rect">
            <a:avLst/>
          </a:prstGeom>
          <a:noFill/>
          <a:ln>
            <a:noFill/>
          </a:ln>
          <a:effectLst/>
        </p:spPr>
        <p:txBody>
          <a:bodyPr rtlCol="0" anchor="t" wrap="square" lIns="72000" rIns="72000" tIns="36000" bIns="36000"/>
          <a:lstStyle/>
          <a:p>
            <a:pPr algn="l"/>
            <a:r>
              <a:rPr sz="1200" b="0">
                <a:solidFill>
                  <a:srgbClr val="7F7F7F"/>
                </a:solidFill>
                <a:latin typeface="Meiryo UI"/>
                <a:ea typeface="Meiryo UI"/>
                <a:cs typeface="Meiryo UI"/>
              </a:rPr>
              <a:t>AM／DM＝アシスタント／デピュティマネジャー、AD／DD＝アソシエイト／デピュティディレクター</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82285" y="760000"/>
            <a:ext cx="11691453" cy="760000"/>
          </a:xfrm>
        </p:spPr>
        <p:txBody>
          <a:bodyPr wrap="square"/>
          <a:lstStyle/>
          <a:p>
            <a:pPr algn="l" marL="0" indent="0">
              <a:buNone/>
            </a:pPr>
            <a:r>
              <a:rPr sz="1600" b="0">
                <a:solidFill>
                  <a:srgbClr val="000000"/>
                </a:solidFill>
                <a:latin typeface="Meiryo UI"/>
                <a:ea typeface="Meiryo UI"/>
                <a:cs typeface="Meiryo UI"/>
              </a:rPr>
              <a:t>主担当領域を一つ選べば、L1〜L3は次のレベルのスキルが育成目標に、L4以上は自分のレベルのスキルが専門性の評価基準に決まる。</a:t>
            </a:r>
          </a:p>
        </p:txBody>
      </p:sp>
      <p:sp>
        <p:nvSpPr>
          <p:cNvPr id="3" name="Title 2"/>
          <p:cNvSpPr>
            <a:spLocks noGrp="1"/>
          </p:cNvSpPr>
          <p:nvPr>
            <p:ph type="title"/>
          </p:nvPr>
        </p:nvSpPr>
        <p:spPr/>
        <p:txBody>
          <a:bodyPr/>
          <a:lstStyle/>
          <a:p>
            <a:pPr algn="l"/>
            <a:r>
              <a:rPr sz="2000" b="1">
                <a:solidFill>
                  <a:srgbClr val="000000"/>
                </a:solidFill>
                <a:latin typeface="Meiryo UI"/>
                <a:ea typeface="Meiryo UI"/>
                <a:cs typeface="Meiryo UI"/>
              </a:rPr>
              <a:t>3. 専門領域スキル</a:t>
            </a:r>
          </a:p>
        </p:txBody>
      </p:sp>
      <p:graphicFrame>
        <p:nvGraphicFramePr>
          <p:cNvPr id="4" name="Table 3"/>
          <p:cNvGraphicFramePr>
            <a:graphicFrameLocks noGrp="1"/>
          </p:cNvGraphicFramePr>
          <p:nvPr/>
        </p:nvGraphicFramePr>
        <p:xfrm>
          <a:off x="282285" y="1720000"/>
          <a:ext cx="11691453" cy="3920000"/>
        </p:xfrm>
        <a:graphic>
          <a:graphicData uri="http://schemas.openxmlformats.org/drawingml/2006/table">
            <a:tbl>
              <a:tblPr firstRow="0" bandRow="0">
                <a:tableStyleId>{5C22544A-7EE6-4342-B048-85BDC9FD1C3A}</a:tableStyleId>
              </a:tblPr>
              <a:tblGrid>
                <a:gridCol w="1850000"/>
                <a:gridCol w="1640242"/>
                <a:gridCol w="1640242"/>
                <a:gridCol w="1640242"/>
                <a:gridCol w="1640242"/>
                <a:gridCol w="1640242"/>
                <a:gridCol w="1640243"/>
              </a:tblGrid>
              <a:tr h="560000">
                <a:tc>
                  <a:txBody>
                    <a:bodyPr wrap="square"/>
                    <a:lstStyle/>
                    <a:p>
                      <a:pPr algn="ctr"/>
                      <a:r>
                        <a:rPr sz="1200" b="0">
                          <a:solidFill>
                            <a:srgbClr val="FFFFFF"/>
                          </a:solidFill>
                          <a:latin typeface="Meiryo UI"/>
                          <a:ea typeface="Meiryo UI"/>
                          <a:cs typeface="Meiryo UI"/>
                        </a:rPr>
                        <a:t>専門領域</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FFFFFF"/>
                          </a:solidFill>
                          <a:latin typeface="Meiryo UI"/>
                          <a:ea typeface="Meiryo UI"/>
                          <a:cs typeface="Meiryo UI"/>
                        </a:rPr>
                        <a:t>L1</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FFFFFF"/>
                          </a:solidFill>
                          <a:latin typeface="Meiryo UI"/>
                          <a:ea typeface="Meiryo UI"/>
                          <a:cs typeface="Meiryo UI"/>
                        </a:rPr>
                        <a:t>L2</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FFFFFF"/>
                          </a:solidFill>
                          <a:latin typeface="Meiryo UI"/>
                          <a:ea typeface="Meiryo UI"/>
                          <a:cs typeface="Meiryo UI"/>
                        </a:rPr>
                        <a:t>L3</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FFFFFF"/>
                          </a:solidFill>
                          <a:latin typeface="Meiryo UI"/>
                          <a:ea typeface="Meiryo UI"/>
                          <a:cs typeface="Meiryo UI"/>
                        </a:rPr>
                        <a:t>L4</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FFFFFF"/>
                          </a:solidFill>
                          <a:latin typeface="Meiryo UI"/>
                          <a:ea typeface="Meiryo UI"/>
                          <a:cs typeface="Meiryo UI"/>
                        </a:rPr>
                        <a:t>L5</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200" b="0">
                          <a:solidFill>
                            <a:srgbClr val="FFFFFF"/>
                          </a:solidFill>
                          <a:latin typeface="Meiryo UI"/>
                          <a:ea typeface="Meiryo UI"/>
                          <a:cs typeface="Meiryo UI"/>
                        </a:rPr>
                        <a:t>L6</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r>
              <a:tr h="560000">
                <a:tc>
                  <a:txBody>
                    <a:bodyPr wrap="square"/>
                    <a:lstStyle/>
                    <a:p>
                      <a:pPr algn="l"/>
                      <a:r>
                        <a:rPr sz="1200" b="0">
                          <a:solidFill>
                            <a:srgbClr val="000000"/>
                          </a:solidFill>
                          <a:latin typeface="Meiryo UI"/>
                          <a:ea typeface="Meiryo UI"/>
                          <a:cs typeface="Meiryo UI"/>
                        </a:rPr>
                        <a:t>人事・労務</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入退社・勤怠・社保の手続</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労務運用・評価の事務局</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運用設計・規程改定の起案</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評価・採用・育成の統括</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要員計画・人事制度の設計</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人事戦略・報酬原資の決定</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560000">
                <a:tc>
                  <a:txBody>
                    <a:bodyPr wrap="square"/>
                    <a:lstStyle/>
                    <a:p>
                      <a:pPr algn="l"/>
                      <a:r>
                        <a:rPr sz="1200" b="0">
                          <a:solidFill>
                            <a:srgbClr val="000000"/>
                          </a:solidFill>
                          <a:latin typeface="Meiryo UI"/>
                          <a:ea typeface="Meiryo UI"/>
                          <a:cs typeface="Meiryo UI"/>
                        </a:rPr>
                        <a:t>総務</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備品・施設の依頼を処理</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総務運用・社内イベント運営</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総務プロセス設計・ベンダー管理</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総務・規程・監査対応の統括</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BCP・リスク管理方針の策定</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リスク・コンプラ統制の責任者</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560000">
                <a:tc>
                  <a:txBody>
                    <a:bodyPr wrap="square"/>
                    <a:lstStyle/>
                    <a:p>
                      <a:pPr algn="l"/>
                      <a:r>
                        <a:rPr sz="1200" b="0">
                          <a:solidFill>
                            <a:srgbClr val="000000"/>
                          </a:solidFill>
                          <a:latin typeface="Meiryo UI"/>
                          <a:ea typeface="Meiryo UI"/>
                          <a:cs typeface="Meiryo UI"/>
                        </a:rPr>
                        <a:t>経理・財務</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経費精算・請求書のチェック</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計数集計・本体経理との照合</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月次決算・予実分析のリード</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予算・予実・採算管理の統括</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中期財務・人件費計画の策定</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財務戦略・投資判断</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560000">
                <a:tc>
                  <a:txBody>
                    <a:bodyPr wrap="square"/>
                    <a:lstStyle/>
                    <a:p>
                      <a:pPr algn="l"/>
                      <a:r>
                        <a:rPr sz="1200" b="0">
                          <a:solidFill>
                            <a:srgbClr val="000000"/>
                          </a:solidFill>
                          <a:latin typeface="Meiryo UI"/>
                          <a:ea typeface="Meiryo UI"/>
                          <a:cs typeface="Meiryo UI"/>
                        </a:rPr>
                        <a:t>広報・ブランディング</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社内報・SNS・HPの更新</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社内・採用広報の企画作成</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広報計画・Corporate Site管理</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採用ブランディング・発信の統括</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ブランド戦略の策定</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ブランド・評判の責任者</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560000">
                <a:tc>
                  <a:txBody>
                    <a:bodyPr wrap="square"/>
                    <a:lstStyle/>
                    <a:p>
                      <a:pPr algn="l"/>
                      <a:r>
                        <a:rPr sz="1200" b="0">
                          <a:solidFill>
                            <a:srgbClr val="000000"/>
                          </a:solidFill>
                          <a:latin typeface="Meiryo UI"/>
                          <a:ea typeface="Meiryo UI"/>
                          <a:cs typeface="Meiryo UI"/>
                        </a:rPr>
                        <a:t>IT・情報セキュリティ</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アカウント・PC手配・一次対応</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SaaS・AIツールの運用管理</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AI活用の企画・セキュリティ運用</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社内IT・セキュリティ・DXの統括</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IT・DX戦略とセキュリティ方針</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ITガバナンスの責任者</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560000">
                <a:tc>
                  <a:txBody>
                    <a:bodyPr wrap="square"/>
                    <a:lstStyle/>
                    <a:p>
                      <a:pPr algn="l"/>
                      <a:r>
                        <a:rPr sz="1200" b="0">
                          <a:solidFill>
                            <a:srgbClr val="000000"/>
                          </a:solidFill>
                          <a:latin typeface="Meiryo UI"/>
                          <a:ea typeface="Meiryo UI"/>
                          <a:cs typeface="Meiryo UI"/>
                        </a:rPr>
                        <a:t>経営企画・業績管理</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経営情報の収集・入力</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MBRの集計・資料作成</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KPI分析・会議資料の品質担保</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MBR運営・予実管理の統括</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中期計画・KPI・会議体の設計</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200" b="0">
                          <a:solidFill>
                            <a:srgbClr val="000000"/>
                          </a:solidFill>
                          <a:latin typeface="Meiryo UI"/>
                          <a:ea typeface="Meiryo UI"/>
                          <a:cs typeface="Meiryo UI"/>
                        </a:rPr>
                        <a:t>経営計画・経営会議を主導</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bl>
          </a:graphicData>
        </a:graphic>
      </p:graphicFrame>
      <p:sp>
        <p:nvSpPr>
          <p:cNvPr id="5" name="Rectangle 4"/>
          <p:cNvSpPr/>
          <p:nvPr/>
        </p:nvSpPr>
        <p:spPr>
          <a:xfrm>
            <a:off x="282285" y="6080000"/>
            <a:ext cx="11691453" cy="330000"/>
          </a:xfrm>
          <a:prstGeom prst="rect">
            <a:avLst/>
          </a:prstGeom>
          <a:noFill/>
          <a:ln>
            <a:noFill/>
          </a:ln>
          <a:effectLst/>
        </p:spPr>
        <p:txBody>
          <a:bodyPr rtlCol="0" anchor="t" wrap="square" lIns="72000" rIns="72000" tIns="36000" bIns="36000"/>
          <a:lstStyle/>
          <a:p>
            <a:pPr algn="l"/>
            <a:r>
              <a:rPr sz="1200" b="0">
                <a:solidFill>
                  <a:srgbClr val="7F7F7F"/>
                </a:solidFill>
                <a:latin typeface="Meiryo UI"/>
                <a:ea typeface="Meiryo UI"/>
                <a:cs typeface="Meiryo UI"/>
              </a:rPr>
              <a:t>出所：CorpPlanning_タイトル別コンピテンシー定義_ドラフト_v02「専門領域スキル」</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82285" y="760000"/>
            <a:ext cx="11691453" cy="760000"/>
          </a:xfrm>
        </p:spPr>
        <p:txBody>
          <a:bodyPr wrap="square"/>
          <a:lstStyle/>
          <a:p>
            <a:pPr algn="l" marL="0" indent="0">
              <a:buNone/>
            </a:pPr>
            <a:r>
              <a:rPr sz="1600" b="0">
                <a:solidFill>
                  <a:srgbClr val="000000"/>
                </a:solidFill>
                <a:latin typeface="Meiryo UI"/>
                <a:ea typeface="Meiryo UI"/>
                <a:cs typeface="Meiryo UI"/>
              </a:rPr>
              <a:t>目標を「何を・どの水準まで・どう確かめるか」で書けば、期末に達成度を判断でき、評価の後出しをなくせる。</a:t>
            </a:r>
          </a:p>
        </p:txBody>
      </p:sp>
      <p:sp>
        <p:nvSpPr>
          <p:cNvPr id="3" name="Title 2"/>
          <p:cNvSpPr>
            <a:spLocks noGrp="1"/>
          </p:cNvSpPr>
          <p:nvPr>
            <p:ph type="title"/>
          </p:nvPr>
        </p:nvSpPr>
        <p:spPr/>
        <p:txBody>
          <a:bodyPr/>
          <a:lstStyle/>
          <a:p>
            <a:pPr algn="l"/>
            <a:r>
              <a:rPr sz="2000" b="1">
                <a:solidFill>
                  <a:srgbClr val="000000"/>
                </a:solidFill>
                <a:latin typeface="Meiryo UI"/>
                <a:ea typeface="Meiryo UI"/>
                <a:cs typeface="Meiryo UI"/>
              </a:rPr>
              <a:t>3. 良い目標の書き方</a:t>
            </a:r>
          </a:p>
        </p:txBody>
      </p:sp>
      <p:sp>
        <p:nvSpPr>
          <p:cNvPr id="4" name="Rectangle 3"/>
          <p:cNvSpPr/>
          <p:nvPr/>
        </p:nvSpPr>
        <p:spPr>
          <a:xfrm>
            <a:off x="282285" y="1720000"/>
            <a:ext cx="2810363" cy="450000"/>
          </a:xfrm>
          <a:prstGeom prst="rect">
            <a:avLst/>
          </a:prstGeom>
          <a:solidFill>
            <a:srgbClr val="033865"/>
          </a:solidFill>
          <a:ln>
            <a:noFill/>
          </a:ln>
          <a:effectLst/>
        </p:spPr>
        <p:txBody>
          <a:bodyPr rtlCol="0" anchor="ctr" wrap="square" lIns="72000" rIns="72000" tIns="36000" bIns="36000"/>
          <a:lstStyle/>
          <a:p>
            <a:pPr algn="ctr"/>
            <a:r>
              <a:rPr sz="1400" b="0">
                <a:solidFill>
                  <a:srgbClr val="FFFFFF"/>
                </a:solidFill>
                <a:latin typeface="Meiryo UI"/>
                <a:ea typeface="Meiryo UI"/>
                <a:cs typeface="Meiryo UI"/>
              </a:rPr>
              <a:t>1. 期待水準を起点にする</a:t>
            </a:r>
          </a:p>
        </p:txBody>
      </p:sp>
      <p:sp>
        <p:nvSpPr>
          <p:cNvPr id="5" name="Rectangle 4"/>
          <p:cNvSpPr/>
          <p:nvPr/>
        </p:nvSpPr>
        <p:spPr>
          <a:xfrm>
            <a:off x="282285" y="2170000"/>
            <a:ext cx="2810363" cy="800000"/>
          </a:xfrm>
          <a:prstGeom prst="rect">
            <a:avLst/>
          </a:prstGeom>
          <a:noFill/>
          <a:ln w="6350">
            <a:solidFill>
              <a:srgbClr val="BFBFBF"/>
            </a:solidFill>
          </a:ln>
          <a:effectLst/>
        </p:spPr>
        <p:txBody>
          <a:bodyPr rtlCol="0" anchor="ctr" wrap="square" lIns="72000" rIns="72000" tIns="36000" bIns="36000"/>
          <a:lstStyle/>
          <a:p>
            <a:pPr algn="l"/>
            <a:r>
              <a:rPr sz="1400" b="0">
                <a:solidFill>
                  <a:srgbClr val="000000"/>
                </a:solidFill>
                <a:latin typeface="Meiryo UI"/>
                <a:ea typeface="Meiryo UI"/>
                <a:cs typeface="Meiryo UI"/>
              </a:rPr>
              <a:t>自分のレベルの評価3を読み、その水準に届く目標にする</a:t>
            </a:r>
          </a:p>
        </p:txBody>
      </p:sp>
      <p:sp>
        <p:nvSpPr>
          <p:cNvPr id="6" name="Rectangle 5"/>
          <p:cNvSpPr/>
          <p:nvPr/>
        </p:nvSpPr>
        <p:spPr>
          <a:xfrm>
            <a:off x="3242648" y="1720000"/>
            <a:ext cx="2810363" cy="450000"/>
          </a:xfrm>
          <a:prstGeom prst="rect">
            <a:avLst/>
          </a:prstGeom>
          <a:solidFill>
            <a:srgbClr val="033865"/>
          </a:solidFill>
          <a:ln>
            <a:noFill/>
          </a:ln>
          <a:effectLst/>
        </p:spPr>
        <p:txBody>
          <a:bodyPr rtlCol="0" anchor="ctr" wrap="square" lIns="72000" rIns="72000" tIns="36000" bIns="36000"/>
          <a:lstStyle/>
          <a:p>
            <a:pPr algn="ctr"/>
            <a:r>
              <a:rPr sz="1400" b="0">
                <a:solidFill>
                  <a:srgbClr val="FFFFFF"/>
                </a:solidFill>
                <a:latin typeface="Meiryo UI"/>
                <a:ea typeface="Meiryo UI"/>
                <a:cs typeface="Meiryo UI"/>
              </a:rPr>
              <a:t>2. 行動と成果で書く</a:t>
            </a:r>
          </a:p>
        </p:txBody>
      </p:sp>
      <p:sp>
        <p:nvSpPr>
          <p:cNvPr id="7" name="Rectangle 6"/>
          <p:cNvSpPr/>
          <p:nvPr/>
        </p:nvSpPr>
        <p:spPr>
          <a:xfrm>
            <a:off x="3242648" y="2170000"/>
            <a:ext cx="2810363" cy="800000"/>
          </a:xfrm>
          <a:prstGeom prst="rect">
            <a:avLst/>
          </a:prstGeom>
          <a:noFill/>
          <a:ln w="6350">
            <a:solidFill>
              <a:srgbClr val="BFBFBF"/>
            </a:solidFill>
          </a:ln>
          <a:effectLst/>
        </p:spPr>
        <p:txBody>
          <a:bodyPr rtlCol="0" anchor="ctr" wrap="square" lIns="72000" rIns="72000" tIns="36000" bIns="36000"/>
          <a:lstStyle/>
          <a:p>
            <a:pPr algn="l"/>
            <a:r>
              <a:rPr sz="1400" b="0">
                <a:solidFill>
                  <a:srgbClr val="000000"/>
                </a:solidFill>
                <a:latin typeface="Meiryo UI"/>
                <a:ea typeface="Meiryo UI"/>
                <a:cs typeface="Meiryo UI"/>
              </a:rPr>
              <a:t>「頑張る」「意識する」を避け、何をどこまでやるかを書く</a:t>
            </a:r>
          </a:p>
        </p:txBody>
      </p:sp>
      <p:sp>
        <p:nvSpPr>
          <p:cNvPr id="8" name="Rectangle 7"/>
          <p:cNvSpPr/>
          <p:nvPr/>
        </p:nvSpPr>
        <p:spPr>
          <a:xfrm>
            <a:off x="6203011" y="1720000"/>
            <a:ext cx="2810363" cy="450000"/>
          </a:xfrm>
          <a:prstGeom prst="rect">
            <a:avLst/>
          </a:prstGeom>
          <a:solidFill>
            <a:srgbClr val="033865"/>
          </a:solidFill>
          <a:ln>
            <a:noFill/>
          </a:ln>
          <a:effectLst/>
        </p:spPr>
        <p:txBody>
          <a:bodyPr rtlCol="0" anchor="ctr" wrap="square" lIns="72000" rIns="72000" tIns="36000" bIns="36000"/>
          <a:lstStyle/>
          <a:p>
            <a:pPr algn="ctr"/>
            <a:r>
              <a:rPr sz="1400" b="0">
                <a:solidFill>
                  <a:srgbClr val="FFFFFF"/>
                </a:solidFill>
                <a:latin typeface="Meiryo UI"/>
                <a:ea typeface="Meiryo UI"/>
                <a:cs typeface="Meiryo UI"/>
              </a:rPr>
              <a:t>3. 成果イメージを書く</a:t>
            </a:r>
          </a:p>
        </p:txBody>
      </p:sp>
      <p:sp>
        <p:nvSpPr>
          <p:cNvPr id="9" name="Rectangle 8"/>
          <p:cNvSpPr/>
          <p:nvPr/>
        </p:nvSpPr>
        <p:spPr>
          <a:xfrm>
            <a:off x="6203011" y="2170000"/>
            <a:ext cx="2810363" cy="800000"/>
          </a:xfrm>
          <a:prstGeom prst="rect">
            <a:avLst/>
          </a:prstGeom>
          <a:noFill/>
          <a:ln w="6350">
            <a:solidFill>
              <a:srgbClr val="BFBFBF"/>
            </a:solidFill>
          </a:ln>
          <a:effectLst/>
        </p:spPr>
        <p:txBody>
          <a:bodyPr rtlCol="0" anchor="ctr" wrap="square" lIns="72000" rIns="72000" tIns="36000" bIns="36000"/>
          <a:lstStyle/>
          <a:p>
            <a:pPr algn="l"/>
            <a:r>
              <a:rPr sz="1400" b="0">
                <a:solidFill>
                  <a:srgbClr val="000000"/>
                </a:solidFill>
                <a:latin typeface="Meiryo UI"/>
                <a:ea typeface="Meiryo UI"/>
                <a:cs typeface="Meiryo UI"/>
              </a:rPr>
              <a:t>評点・成果物・件数・期日など期末に確認できる形にする</a:t>
            </a:r>
          </a:p>
        </p:txBody>
      </p:sp>
      <p:sp>
        <p:nvSpPr>
          <p:cNvPr id="10" name="Rectangle 9"/>
          <p:cNvSpPr/>
          <p:nvPr/>
        </p:nvSpPr>
        <p:spPr>
          <a:xfrm>
            <a:off x="9163374" y="1720000"/>
            <a:ext cx="2810363" cy="450000"/>
          </a:xfrm>
          <a:prstGeom prst="rect">
            <a:avLst/>
          </a:prstGeom>
          <a:solidFill>
            <a:srgbClr val="033865"/>
          </a:solidFill>
          <a:ln>
            <a:noFill/>
          </a:ln>
          <a:effectLst/>
        </p:spPr>
        <p:txBody>
          <a:bodyPr rtlCol="0" anchor="ctr" wrap="square" lIns="72000" rIns="72000" tIns="36000" bIns="36000"/>
          <a:lstStyle/>
          <a:p>
            <a:pPr algn="ctr"/>
            <a:r>
              <a:rPr sz="1400" b="0">
                <a:solidFill>
                  <a:srgbClr val="FFFFFF"/>
                </a:solidFill>
                <a:latin typeface="Meiryo UI"/>
                <a:ea typeface="Meiryo UI"/>
                <a:cs typeface="Meiryo UI"/>
              </a:rPr>
              <a:t>4. 重点観点を具体的に</a:t>
            </a:r>
          </a:p>
        </p:txBody>
      </p:sp>
      <p:sp>
        <p:nvSpPr>
          <p:cNvPr id="11" name="Rectangle 10"/>
          <p:cNvSpPr/>
          <p:nvPr/>
        </p:nvSpPr>
        <p:spPr>
          <a:xfrm>
            <a:off x="9163374" y="2170000"/>
            <a:ext cx="2810363" cy="800000"/>
          </a:xfrm>
          <a:prstGeom prst="rect">
            <a:avLst/>
          </a:prstGeom>
          <a:noFill/>
          <a:ln w="6350">
            <a:solidFill>
              <a:srgbClr val="BFBFBF"/>
            </a:solidFill>
          </a:ln>
          <a:effectLst/>
        </p:spPr>
        <p:txBody>
          <a:bodyPr rtlCol="0" anchor="ctr" wrap="square" lIns="72000" rIns="72000" tIns="36000" bIns="36000"/>
          <a:lstStyle/>
          <a:p>
            <a:pPr algn="l"/>
            <a:r>
              <a:rPr sz="1400" b="0">
                <a:solidFill>
                  <a:srgbClr val="000000"/>
                </a:solidFill>
                <a:latin typeface="Meiryo UI"/>
                <a:ea typeface="Meiryo UI"/>
                <a:cs typeface="Meiryo UI"/>
              </a:rPr>
              <a:t>サマリーは必須。ウェイトの大きい観点ほど具体的に書く</a:t>
            </a:r>
          </a:p>
        </p:txBody>
      </p:sp>
      <p:graphicFrame>
        <p:nvGraphicFramePr>
          <p:cNvPr id="12" name="Table 11"/>
          <p:cNvGraphicFramePr>
            <a:graphicFrameLocks noGrp="1"/>
          </p:cNvGraphicFramePr>
          <p:nvPr/>
        </p:nvGraphicFramePr>
        <p:xfrm>
          <a:off x="282285" y="3150000"/>
          <a:ext cx="11691453" cy="2600000"/>
        </p:xfrm>
        <a:graphic>
          <a:graphicData uri="http://schemas.openxmlformats.org/drawingml/2006/table">
            <a:tbl>
              <a:tblPr firstRow="0" bandRow="0">
                <a:tableStyleId>{5C22544A-7EE6-4342-B048-85BDC9FD1C3A}</a:tableStyleId>
              </a:tblPr>
              <a:tblGrid>
                <a:gridCol w="3600000"/>
                <a:gridCol w="8091453"/>
              </a:tblGrid>
              <a:tr h="520000">
                <a:tc>
                  <a:txBody>
                    <a:bodyPr wrap="square"/>
                    <a:lstStyle/>
                    <a:p>
                      <a:pPr algn="ctr"/>
                      <a:r>
                        <a:rPr sz="1400" b="0">
                          <a:solidFill>
                            <a:srgbClr val="FFFFFF"/>
                          </a:solidFill>
                          <a:latin typeface="Meiryo UI"/>
                          <a:ea typeface="Meiryo UI"/>
                          <a:cs typeface="Meiryo UI"/>
                        </a:rPr>
                        <a:t>NG例</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FFFFFF"/>
                          </a:solidFill>
                          <a:latin typeface="Meiryo UI"/>
                          <a:ea typeface="Meiryo UI"/>
                          <a:cs typeface="Meiryo UI"/>
                        </a:rPr>
                        <a:t>OK例</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r>
              <a:tr h="520000">
                <a:tc>
                  <a:txBody>
                    <a:bodyPr wrap="square"/>
                    <a:lstStyle/>
                    <a:p>
                      <a:pPr algn="l"/>
                      <a:r>
                        <a:rPr sz="1400" b="0">
                          <a:solidFill>
                            <a:srgbClr val="000000"/>
                          </a:solidFill>
                          <a:latin typeface="Meiryo UI"/>
                          <a:ea typeface="Meiryo UI"/>
                          <a:cs typeface="Meiryo UI"/>
                        </a:rPr>
                        <a:t>タスク管理をしっかりやる（L1）</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タスク管理表を週次で自ら更新して上長に共有し、担当タスクの期限遅れをゼロにする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520000">
                <a:tc>
                  <a:txBody>
                    <a:bodyPr wrap="square"/>
                    <a:lstStyle/>
                    <a:p>
                      <a:pPr algn="l"/>
                      <a:r>
                        <a:rPr sz="1400" b="0">
                          <a:solidFill>
                            <a:srgbClr val="000000"/>
                          </a:solidFill>
                          <a:latin typeface="Meiryo UI"/>
                          <a:ea typeface="Meiryo UI"/>
                          <a:cs typeface="Meiryo UI"/>
                        </a:rPr>
                        <a:t>数字のミスをなくす（L2）</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MBRの集計を提出前にチェックリストで検算し、数値の修正指摘を月1回以内にする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520000">
                <a:tc>
                  <a:txBody>
                    <a:bodyPr wrap="square"/>
                    <a:lstStyle/>
                    <a:p>
                      <a:pPr algn="l"/>
                      <a:r>
                        <a:rPr sz="1400" b="0">
                          <a:solidFill>
                            <a:srgbClr val="000000"/>
                          </a:solidFill>
                          <a:latin typeface="Meiryo UI"/>
                          <a:ea typeface="Meiryo UI"/>
                          <a:cs typeface="Meiryo UI"/>
                        </a:rPr>
                        <a:t>後輩を育成する（L3）</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L1のメンバーと週一回のOJTを行い、入退社手続を単独で担える水準に引き上げる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520000">
                <a:tc>
                  <a:txBody>
                    <a:bodyPr wrap="square"/>
                    <a:lstStyle/>
                    <a:p>
                      <a:pPr algn="l"/>
                      <a:r>
                        <a:rPr sz="1400" b="0">
                          <a:solidFill>
                            <a:srgbClr val="000000"/>
                          </a:solidFill>
                          <a:latin typeface="Meiryo UI"/>
                          <a:ea typeface="Meiryo UI"/>
                          <a:cs typeface="Meiryo UI"/>
                        </a:rPr>
                        <a:t>経営会議の質を高める（L4）</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会議資料の構成と提出期限を標準化し、論点と意思決定事項を明記した資料を前日までに配布する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bl>
          </a:graphicData>
        </a:graphic>
      </p:graphicFrame>
      <p:sp>
        <p:nvSpPr>
          <p:cNvPr id="13" name="Rectangle 12"/>
          <p:cNvSpPr/>
          <p:nvPr/>
        </p:nvSpPr>
        <p:spPr>
          <a:xfrm>
            <a:off x="282285" y="6080000"/>
            <a:ext cx="11691453" cy="330000"/>
          </a:xfrm>
          <a:prstGeom prst="rect">
            <a:avLst/>
          </a:prstGeom>
          <a:noFill/>
          <a:ln>
            <a:noFill/>
          </a:ln>
          <a:effectLst/>
        </p:spPr>
        <p:txBody>
          <a:bodyPr rtlCol="0" anchor="t" wrap="square" lIns="72000" rIns="72000" tIns="36000" bIns="36000"/>
          <a:lstStyle/>
          <a:p>
            <a:pPr algn="l"/>
            <a:r>
              <a:rPr sz="1200" b="0">
                <a:solidFill>
                  <a:srgbClr val="7F7F7F"/>
                </a:solidFill>
                <a:latin typeface="Meiryo UI"/>
                <a:ea typeface="Meiryo UI"/>
                <a:cs typeface="Meiryo UI"/>
              </a:rPr>
              <a:t>前回の評価FBシートで「期待」として伝えた内容は、そのまま行動計画に使える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82285" y="760000"/>
            <a:ext cx="11691453" cy="760000"/>
          </a:xfrm>
        </p:spPr>
        <p:txBody>
          <a:bodyPr wrap="square"/>
          <a:lstStyle/>
          <a:p>
            <a:pPr algn="l" marL="0" indent="0">
              <a:buNone/>
            </a:pPr>
            <a:r>
              <a:rPr sz="1600" b="0">
                <a:solidFill>
                  <a:srgbClr val="000000"/>
                </a:solidFill>
                <a:latin typeface="Meiryo UI"/>
                <a:ea typeface="Meiryo UI"/>
                <a:cs typeface="Meiryo UI"/>
              </a:rPr>
              <a:t>短期目標は今期の評価に、中長期目標は昇進準備度とキャリア面談に使うため、3年後は通常1つ上のレベルの姿として書く。</a:t>
            </a:r>
          </a:p>
        </p:txBody>
      </p:sp>
      <p:sp>
        <p:nvSpPr>
          <p:cNvPr id="3" name="Title 2"/>
          <p:cNvSpPr>
            <a:spLocks noGrp="1"/>
          </p:cNvSpPr>
          <p:nvPr>
            <p:ph type="title"/>
          </p:nvPr>
        </p:nvSpPr>
        <p:spPr/>
        <p:txBody>
          <a:bodyPr/>
          <a:lstStyle/>
          <a:p>
            <a:pPr algn="l"/>
            <a:r>
              <a:rPr sz="2000" b="1">
                <a:solidFill>
                  <a:srgbClr val="000000"/>
                </a:solidFill>
                <a:latin typeface="Meiryo UI"/>
                <a:ea typeface="Meiryo UI"/>
                <a:cs typeface="Meiryo UI"/>
              </a:rPr>
              <a:t>3. 短期目標と中長期目標</a:t>
            </a:r>
          </a:p>
        </p:txBody>
      </p:sp>
      <p:graphicFrame>
        <p:nvGraphicFramePr>
          <p:cNvPr id="4" name="Table 3"/>
          <p:cNvGraphicFramePr>
            <a:graphicFrameLocks noGrp="1"/>
          </p:cNvGraphicFramePr>
          <p:nvPr/>
        </p:nvGraphicFramePr>
        <p:xfrm>
          <a:off x="282285" y="1720000"/>
          <a:ext cx="11691453" cy="3800000"/>
        </p:xfrm>
        <a:graphic>
          <a:graphicData uri="http://schemas.openxmlformats.org/drawingml/2006/table">
            <a:tbl>
              <a:tblPr firstRow="0" bandRow="0">
                <a:tableStyleId>{5C22544A-7EE6-4342-B048-85BDC9FD1C3A}</a:tableStyleId>
              </a:tblPr>
              <a:tblGrid>
                <a:gridCol w="2600000"/>
                <a:gridCol w="4545726"/>
                <a:gridCol w="4545727"/>
              </a:tblGrid>
              <a:tr h="760000">
                <a:tc>
                  <a:txBody>
                    <a:bodyPr wrap="square"/>
                    <a:lstStyle/>
                    <a:p>
                      <a:pPr algn="ct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FFFFFF"/>
                          </a:solidFill>
                          <a:latin typeface="Meiryo UI"/>
                          <a:ea typeface="Meiryo UI"/>
                          <a:cs typeface="Meiryo UI"/>
                        </a:rPr>
                        <a:t>短期目標（1年後の目安）</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FFFFFF"/>
                          </a:solidFill>
                          <a:latin typeface="Meiryo UI"/>
                          <a:ea typeface="Meiryo UI"/>
                          <a:cs typeface="Meiryo UI"/>
                        </a:rPr>
                        <a:t>中長期目標（3年後の目安）</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r>
              <a:tr h="760000">
                <a:tc>
                  <a:txBody>
                    <a:bodyPr wrap="square"/>
                    <a:lstStyle/>
                    <a:p>
                      <a:pPr algn="l"/>
                      <a:r>
                        <a:rPr sz="1400" b="0">
                          <a:solidFill>
                            <a:srgbClr val="000000"/>
                          </a:solidFill>
                          <a:latin typeface="Meiryo UI"/>
                          <a:ea typeface="Meiryo UI"/>
                          <a:cs typeface="Meiryo UI"/>
                        </a:rPr>
                        <a:t>目指す水準</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現レベルの期待水準（評価3）を確実に満たし、次のレベルの要素にも一部取り組む</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目指すレベル（標準は1つ上）の期待水準</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760000">
                <a:tc>
                  <a:txBody>
                    <a:bodyPr wrap="square"/>
                    <a:lstStyle/>
                    <a:p>
                      <a:pPr algn="l"/>
                      <a:r>
                        <a:rPr sz="1400" b="0">
                          <a:solidFill>
                            <a:srgbClr val="000000"/>
                          </a:solidFill>
                          <a:latin typeface="Meiryo UI"/>
                          <a:ea typeface="Meiryo UI"/>
                          <a:cs typeface="Meiryo UI"/>
                        </a:rPr>
                        <a:t>評価での使い方</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PERFORMANCEの判断材料</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GROWTH（昇進準備度）の判断とキャリア面談</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760000">
                <a:tc>
                  <a:txBody>
                    <a:bodyPr wrap="square"/>
                    <a:lstStyle/>
                    <a:p>
                      <a:pPr algn="l"/>
                      <a:r>
                        <a:rPr sz="1400" b="0">
                          <a:solidFill>
                            <a:srgbClr val="000000"/>
                          </a:solidFill>
                          <a:latin typeface="Meiryo UI"/>
                          <a:ea typeface="Meiryo UI"/>
                          <a:cs typeface="Meiryo UI"/>
                        </a:rPr>
                        <a:t>書き方</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サマリーは必須。各観点を【目標】【行動計画】【成果イメージ】で書く。L1〜L3は専門領域の育成目標も書く</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サマリーは必須。目指すレベルを選び、各観点の3年後の姿を書く</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760000">
                <a:tc>
                  <a:txBody>
                    <a:bodyPr wrap="square"/>
                    <a:lstStyle/>
                    <a:p>
                      <a:pPr algn="l"/>
                      <a:r>
                        <a:rPr sz="1400" b="0">
                          <a:solidFill>
                            <a:srgbClr val="000000"/>
                          </a:solidFill>
                          <a:latin typeface="Meiryo UI"/>
                          <a:ea typeface="Meiryo UI"/>
                          <a:cs typeface="Meiryo UI"/>
                        </a:rPr>
                        <a:t>記入例（L1・問題解決能力）</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着手前に論点・仮説・進め方を上長とすり合わせ、期末の評価で3以上を得る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L2 チーフとして、担当業務の課題に自ら仮説を立て、構造化して解決策を示している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bl>
          </a:graphicData>
        </a:graphic>
      </p:graphicFrame>
      <p:sp>
        <p:nvSpPr>
          <p:cNvPr id="5" name="Rectangle 4"/>
          <p:cNvSpPr/>
          <p:nvPr/>
        </p:nvSpPr>
        <p:spPr>
          <a:xfrm>
            <a:off x="282285" y="6080000"/>
            <a:ext cx="11691453" cy="330000"/>
          </a:xfrm>
          <a:prstGeom prst="rect">
            <a:avLst/>
          </a:prstGeom>
          <a:noFill/>
          <a:ln>
            <a:noFill/>
          </a:ln>
          <a:effectLst/>
        </p:spPr>
        <p:txBody>
          <a:bodyPr rtlCol="0" anchor="t" wrap="square" lIns="72000" rIns="72000" tIns="36000" bIns="36000"/>
          <a:lstStyle/>
          <a:p>
            <a:pPr algn="l"/>
            <a:r>
              <a:rPr sz="1200" b="0">
                <a:solidFill>
                  <a:srgbClr val="7F7F7F"/>
                </a:solidFill>
                <a:latin typeface="Meiryo UI"/>
                <a:ea typeface="Meiryo UI"/>
                <a:cs typeface="Meiryo UI"/>
              </a:rPr>
              <a:t>各レベルの標準在籍は2〜3年。シートは期末にも使い、達成状況を同じシートに記入する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82285" y="760000"/>
            <a:ext cx="11691453" cy="760000"/>
          </a:xfrm>
        </p:spPr>
        <p:txBody>
          <a:bodyPr wrap="square"/>
          <a:lstStyle/>
          <a:p>
            <a:pPr algn="l" marL="0" indent="0">
              <a:buNone/>
            </a:pPr>
            <a:r>
              <a:rPr sz="1600" b="0">
                <a:solidFill>
                  <a:srgbClr val="000000"/>
                </a:solidFill>
                <a:latin typeface="Meiryo UI"/>
                <a:ea typeface="Meiryo UI"/>
                <a:cs typeface="Meiryo UI"/>
              </a:rPr>
              <a:t>レベルと主担当領域をプルダウンで選ぶとタイトル併記・ウェイト・期待水準が自動表示されるため、本人は黄色のセルを書くだけでよい。</a:t>
            </a:r>
          </a:p>
        </p:txBody>
      </p:sp>
      <p:sp>
        <p:nvSpPr>
          <p:cNvPr id="3" name="Title 2"/>
          <p:cNvSpPr>
            <a:spLocks noGrp="1"/>
          </p:cNvSpPr>
          <p:nvPr>
            <p:ph type="title"/>
          </p:nvPr>
        </p:nvSpPr>
        <p:spPr/>
        <p:txBody>
          <a:bodyPr/>
          <a:lstStyle/>
          <a:p>
            <a:pPr algn="l"/>
            <a:r>
              <a:rPr sz="2000" b="1">
                <a:solidFill>
                  <a:srgbClr val="000000"/>
                </a:solidFill>
                <a:latin typeface="Meiryo UI"/>
                <a:ea typeface="Meiryo UI"/>
                <a:cs typeface="Meiryo UI"/>
              </a:rPr>
              <a:t>4. 目標設定シートの構成</a:t>
            </a:r>
          </a:p>
        </p:txBody>
      </p:sp>
      <p:graphicFrame>
        <p:nvGraphicFramePr>
          <p:cNvPr id="4" name="Table 3"/>
          <p:cNvGraphicFramePr>
            <a:graphicFrameLocks noGrp="1"/>
          </p:cNvGraphicFramePr>
          <p:nvPr/>
        </p:nvGraphicFramePr>
        <p:xfrm>
          <a:off x="282285" y="1720000"/>
          <a:ext cx="11691453" cy="3640000"/>
        </p:xfrm>
        <a:graphic>
          <a:graphicData uri="http://schemas.openxmlformats.org/drawingml/2006/table">
            <a:tbl>
              <a:tblPr firstRow="0" bandRow="0">
                <a:tableStyleId>{5C22544A-7EE6-4342-B048-85BDC9FD1C3A}</a:tableStyleId>
              </a:tblPr>
              <a:tblGrid>
                <a:gridCol w="700000"/>
                <a:gridCol w="2500000"/>
                <a:gridCol w="6091453"/>
                <a:gridCol w="1500000"/>
                <a:gridCol w="900000"/>
              </a:tblGrid>
              <a:tr h="520000">
                <a:tc>
                  <a:txBody>
                    <a:bodyPr wrap="square"/>
                    <a:lstStyle/>
                    <a:p>
                      <a:pPr algn="ctr"/>
                      <a:r>
                        <a:rPr sz="1400" b="0">
                          <a:solidFill>
                            <a:srgbClr val="FFFFFF"/>
                          </a:solidFill>
                          <a:latin typeface="Meiryo UI"/>
                          <a:ea typeface="Meiryo UI"/>
                          <a:cs typeface="Meiryo UI"/>
                        </a:rPr>
                        <a:t>No.</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FFFFFF"/>
                          </a:solidFill>
                          <a:latin typeface="Meiryo UI"/>
                          <a:ea typeface="Meiryo UI"/>
                          <a:cs typeface="Meiryo UI"/>
                        </a:rPr>
                        <a:t>ブロック</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FFFFFF"/>
                          </a:solidFill>
                          <a:latin typeface="Meiryo UI"/>
                          <a:ea typeface="Meiryo UI"/>
                          <a:cs typeface="Meiryo UI"/>
                        </a:rPr>
                        <a:t>記入する内容</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FFFFFF"/>
                          </a:solidFill>
                          <a:latin typeface="Meiryo UI"/>
                          <a:ea typeface="Meiryo UI"/>
                          <a:cs typeface="Meiryo UI"/>
                        </a:rPr>
                        <a:t>記入者</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FFFFFF"/>
                          </a:solidFill>
                          <a:latin typeface="Meiryo UI"/>
                          <a:ea typeface="Meiryo UI"/>
                          <a:cs typeface="Meiryo UI"/>
                        </a:rPr>
                        <a:t>期初</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r>
              <a:tr h="520000">
                <a:tc>
                  <a:txBody>
                    <a:bodyPr wrap="square"/>
                    <a:lstStyle/>
                    <a:p>
                      <a:pPr algn="ctr"/>
                      <a:r>
                        <a:rPr sz="1400" b="0">
                          <a:solidFill>
                            <a:srgbClr val="000000"/>
                          </a:solidFill>
                          <a:latin typeface="Meiryo UI"/>
                          <a:ea typeface="Meiryo UI"/>
                          <a:cs typeface="Meiryo UI"/>
                        </a:rPr>
                        <a:t>①</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基本情報</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氏名、レベル、主担当領域、カウンセラー、作成日（タイトル併記・本体の職位とバンドは自動表示）</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000000"/>
                          </a:solidFill>
                          <a:latin typeface="Meiryo UI"/>
                          <a:ea typeface="Meiryo UI"/>
                          <a:cs typeface="Meiryo UI"/>
                        </a:rPr>
                        <a:t>本人</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000000"/>
                          </a:solidFill>
                          <a:latin typeface="Meiryo UI"/>
                          <a:ea typeface="Meiryo UI"/>
                          <a:cs typeface="Meiryo UI"/>
                        </a:rPr>
                        <a:t>記入</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520000">
                <a:tc>
                  <a:txBody>
                    <a:bodyPr wrap="square"/>
                    <a:lstStyle/>
                    <a:p>
                      <a:pPr algn="ctr"/>
                      <a:r>
                        <a:rPr sz="1400" b="0">
                          <a:solidFill>
                            <a:srgbClr val="000000"/>
                          </a:solidFill>
                          <a:latin typeface="Meiryo UI"/>
                          <a:ea typeface="Meiryo UI"/>
                          <a:cs typeface="Meiryo UI"/>
                        </a:rPr>
                        <a:t>②</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短期目標（1年後）</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サマリー（必須）、9観点の【目標】【行動計画】【成果イメージ】、専門領域の育成目標（L1〜L3は必須）</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000000"/>
                          </a:solidFill>
                          <a:latin typeface="Meiryo UI"/>
                          <a:ea typeface="Meiryo UI"/>
                          <a:cs typeface="Meiryo UI"/>
                        </a:rPr>
                        <a:t>本人</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000000"/>
                          </a:solidFill>
                          <a:latin typeface="Meiryo UI"/>
                          <a:ea typeface="Meiryo UI"/>
                          <a:cs typeface="Meiryo UI"/>
                        </a:rPr>
                        <a:t>記入</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520000">
                <a:tc>
                  <a:txBody>
                    <a:bodyPr wrap="square"/>
                    <a:lstStyle/>
                    <a:p>
                      <a:pPr algn="ctr"/>
                      <a:r>
                        <a:rPr sz="1400" b="0">
                          <a:solidFill>
                            <a:srgbClr val="000000"/>
                          </a:solidFill>
                          <a:latin typeface="Meiryo UI"/>
                          <a:ea typeface="Meiryo UI"/>
                          <a:cs typeface="Meiryo UI"/>
                        </a:rPr>
                        <a:t>③</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中長期目標（3年後）</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目指すレベル、サマリー（必須）、各観点の3年後の姿</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000000"/>
                          </a:solidFill>
                          <a:latin typeface="Meiryo UI"/>
                          <a:ea typeface="Meiryo UI"/>
                          <a:cs typeface="Meiryo UI"/>
                        </a:rPr>
                        <a:t>本人</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000000"/>
                          </a:solidFill>
                          <a:latin typeface="Meiryo UI"/>
                          <a:ea typeface="Meiryo UI"/>
                          <a:cs typeface="Meiryo UI"/>
                        </a:rPr>
                        <a:t>記入</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520000">
                <a:tc>
                  <a:txBody>
                    <a:bodyPr wrap="square"/>
                    <a:lstStyle/>
                    <a:p>
                      <a:pPr algn="ctr"/>
                      <a:r>
                        <a:rPr sz="1400" b="0">
                          <a:solidFill>
                            <a:srgbClr val="000000"/>
                          </a:solidFill>
                          <a:latin typeface="Meiryo UI"/>
                          <a:ea typeface="Meiryo UI"/>
                          <a:cs typeface="Meiryo UI"/>
                        </a:rPr>
                        <a:t>④</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非財務KPI目標（L4以上）</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KPIごとの最低ライン・目標・ストレッチとウェイト（合計100%）</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000000"/>
                          </a:solidFill>
                          <a:latin typeface="Meiryo UI"/>
                          <a:ea typeface="Meiryo UI"/>
                          <a:cs typeface="Meiryo UI"/>
                        </a:rPr>
                        <a:t>本人</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000000"/>
                          </a:solidFill>
                          <a:latin typeface="Meiryo UI"/>
                          <a:ea typeface="Meiryo UI"/>
                          <a:cs typeface="Meiryo UI"/>
                        </a:rPr>
                        <a:t>記入</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520000">
                <a:tc>
                  <a:txBody>
                    <a:bodyPr wrap="square"/>
                    <a:lstStyle/>
                    <a:p>
                      <a:pPr algn="ctr"/>
                      <a:r>
                        <a:rPr sz="1400" b="0">
                          <a:solidFill>
                            <a:srgbClr val="000000"/>
                          </a:solidFill>
                          <a:latin typeface="Meiryo UI"/>
                          <a:ea typeface="Meiryo UI"/>
                          <a:cs typeface="Meiryo UI"/>
                        </a:rPr>
                        <a:t>⑤</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期末の振り返り</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達成状況とカウンセラーのコメント</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000000"/>
                          </a:solidFill>
                          <a:latin typeface="Meiryo UI"/>
                          <a:ea typeface="Meiryo UI"/>
                          <a:cs typeface="Meiryo UI"/>
                        </a:rPr>
                        <a:t>本人・カウンセラー</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000000"/>
                          </a:solidFill>
                          <a:latin typeface="Meiryo UI"/>
                          <a:ea typeface="Meiryo UI"/>
                          <a:cs typeface="Meiryo UI"/>
                        </a:rPr>
                        <a:t>空欄</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520000">
                <a:tc>
                  <a:txBody>
                    <a:bodyPr wrap="square"/>
                    <a:lstStyle/>
                    <a:p>
                      <a:pPr algn="ctr"/>
                      <a:r>
                        <a:rPr sz="1400" b="0">
                          <a:solidFill>
                            <a:srgbClr val="000000"/>
                          </a:solidFill>
                          <a:latin typeface="Meiryo UI"/>
                          <a:ea typeface="Meiryo UI"/>
                          <a:cs typeface="Meiryo UI"/>
                        </a:rPr>
                        <a:t>⑥</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合意欄</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カウンセラーのコメントと合意日</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000000"/>
                          </a:solidFill>
                          <a:latin typeface="Meiryo UI"/>
                          <a:ea typeface="Meiryo UI"/>
                          <a:cs typeface="Meiryo UI"/>
                        </a:rPr>
                        <a:t>カウンセラー</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000000"/>
                          </a:solidFill>
                          <a:latin typeface="Meiryo UI"/>
                          <a:ea typeface="Meiryo UI"/>
                          <a:cs typeface="Meiryo UI"/>
                        </a:rPr>
                        <a:t>記入</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bl>
          </a:graphicData>
        </a:graphic>
      </p:graphicFrame>
      <p:sp>
        <p:nvSpPr>
          <p:cNvPr id="5" name="Rectangle 4"/>
          <p:cNvSpPr/>
          <p:nvPr/>
        </p:nvSpPr>
        <p:spPr>
          <a:xfrm>
            <a:off x="282285" y="6080000"/>
            <a:ext cx="11691453" cy="330000"/>
          </a:xfrm>
          <a:prstGeom prst="rect">
            <a:avLst/>
          </a:prstGeom>
          <a:noFill/>
          <a:ln>
            <a:noFill/>
          </a:ln>
          <a:effectLst/>
        </p:spPr>
        <p:txBody>
          <a:bodyPr rtlCol="0" anchor="t" wrap="square" lIns="72000" rIns="72000" tIns="36000" bIns="36000"/>
          <a:lstStyle/>
          <a:p>
            <a:pPr algn="l"/>
            <a:r>
              <a:rPr sz="1200" b="0">
                <a:solidFill>
                  <a:srgbClr val="7F7F7F"/>
                </a:solidFill>
                <a:latin typeface="Meiryo UI"/>
                <a:ea typeface="Meiryo UI"/>
                <a:cs typeface="Meiryo UI"/>
              </a:rPr>
              <a:t>ファイル：FY27_CorpPlanning_目標設定シート_v0.1.xlsx（記入方法／目標設定シート／記入例_L1／記入例_L4／マスタ）</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82285" y="760000"/>
            <a:ext cx="11691453" cy="760000"/>
          </a:xfrm>
        </p:spPr>
        <p:txBody>
          <a:bodyPr wrap="square"/>
          <a:lstStyle/>
          <a:p>
            <a:pPr algn="l" marL="0" indent="0">
              <a:buNone/>
            </a:pPr>
            <a:r>
              <a:rPr sz="1600" b="0">
                <a:solidFill>
                  <a:srgbClr val="000000"/>
                </a:solidFill>
                <a:latin typeface="Meiryo UI"/>
                <a:ea typeface="Meiryo UI"/>
                <a:cs typeface="Meiryo UI"/>
              </a:rPr>
              <a:t>10/22に始めて11/6に提出するため、10/28までにドラフトを作り、面談日程を押さえておく必要がある。</a:t>
            </a:r>
          </a:p>
        </p:txBody>
      </p:sp>
      <p:sp>
        <p:nvSpPr>
          <p:cNvPr id="3" name="Title 2"/>
          <p:cNvSpPr>
            <a:spLocks noGrp="1"/>
          </p:cNvSpPr>
          <p:nvPr>
            <p:ph type="title"/>
          </p:nvPr>
        </p:nvSpPr>
        <p:spPr/>
        <p:txBody>
          <a:bodyPr/>
          <a:lstStyle/>
          <a:p>
            <a:pPr algn="l"/>
            <a:r>
              <a:rPr sz="2000" b="1">
                <a:solidFill>
                  <a:srgbClr val="000000"/>
                </a:solidFill>
                <a:latin typeface="Meiryo UI"/>
                <a:ea typeface="Meiryo UI"/>
                <a:cs typeface="Meiryo UI"/>
              </a:rPr>
              <a:t>4. 記入の手順とスケジュール</a:t>
            </a:r>
          </a:p>
        </p:txBody>
      </p:sp>
      <p:sp>
        <p:nvSpPr>
          <p:cNvPr id="4" name="Pentagon 3"/>
          <p:cNvSpPr/>
          <p:nvPr/>
        </p:nvSpPr>
        <p:spPr>
          <a:xfrm>
            <a:off x="282285" y="1720000"/>
            <a:ext cx="3763817" cy="600000"/>
          </a:xfrm>
          <a:prstGeom prst="homePlate">
            <a:avLst/>
          </a:prstGeom>
          <a:solidFill>
            <a:srgbClr val="033865"/>
          </a:solidFill>
          <a:ln>
            <a:noFill/>
          </a:ln>
          <a:effectLst/>
        </p:spPr>
        <p:txBody>
          <a:bodyPr rtlCol="0" anchor="ctr" wrap="square" lIns="72000" rIns="72000" tIns="36000" bIns="36000"/>
          <a:lstStyle/>
          <a:p>
            <a:pPr algn="ctr"/>
            <a:r>
              <a:rPr sz="1600" b="0">
                <a:solidFill>
                  <a:srgbClr val="FFFFFF"/>
                </a:solidFill>
                <a:latin typeface="Meiryo UI"/>
                <a:ea typeface="Meiryo UI"/>
                <a:cs typeface="Meiryo UI"/>
              </a:rPr>
              <a:t>10/22〜10/28</a:t>
            </a:r>
          </a:p>
        </p:txBody>
      </p:sp>
      <p:sp>
        <p:nvSpPr>
          <p:cNvPr id="5" name="Rectangle 4"/>
          <p:cNvSpPr/>
          <p:nvPr/>
        </p:nvSpPr>
        <p:spPr>
          <a:xfrm>
            <a:off x="282285" y="2370000"/>
            <a:ext cx="3763817" cy="450000"/>
          </a:xfrm>
          <a:prstGeom prst="rect">
            <a:avLst/>
          </a:prstGeom>
          <a:solidFill>
            <a:srgbClr val="F2F2F2"/>
          </a:solidFill>
          <a:ln>
            <a:noFill/>
          </a:ln>
          <a:effectLst/>
        </p:spPr>
        <p:txBody>
          <a:bodyPr rtlCol="0" anchor="ctr" wrap="square" lIns="72000" rIns="72000" tIns="36000" bIns="36000"/>
          <a:lstStyle/>
          <a:p>
            <a:pPr algn="ctr"/>
            <a:r>
              <a:rPr sz="1400" b="0">
                <a:solidFill>
                  <a:srgbClr val="000000"/>
                </a:solidFill>
                <a:latin typeface="Meiryo UI"/>
                <a:ea typeface="Meiryo UI"/>
                <a:cs typeface="Meiryo UI"/>
              </a:rPr>
              <a:t>【本人】</a:t>
            </a:r>
          </a:p>
        </p:txBody>
      </p:sp>
      <p:sp>
        <p:nvSpPr>
          <p:cNvPr id="6" name="Rectangle 5"/>
          <p:cNvSpPr/>
          <p:nvPr/>
        </p:nvSpPr>
        <p:spPr>
          <a:xfrm>
            <a:off x="282285" y="2820000"/>
            <a:ext cx="3763817" cy="900000"/>
          </a:xfrm>
          <a:prstGeom prst="rect">
            <a:avLst/>
          </a:prstGeom>
          <a:noFill/>
          <a:ln w="6350">
            <a:solidFill>
              <a:srgbClr val="BFBFBF"/>
            </a:solidFill>
          </a:ln>
          <a:effectLst/>
        </p:spPr>
        <p:txBody>
          <a:bodyPr rtlCol="0" anchor="ctr" wrap="square" lIns="72000" rIns="72000" tIns="36000" bIns="36000"/>
          <a:lstStyle/>
          <a:p>
            <a:pPr algn="l"/>
            <a:r>
              <a:rPr sz="1400" b="0">
                <a:solidFill>
                  <a:srgbClr val="000000"/>
                </a:solidFill>
                <a:latin typeface="Meiryo UI"/>
                <a:ea typeface="Meiryo UI"/>
                <a:cs typeface="Meiryo UI"/>
              </a:rPr>
              <a:t>前回FBと期待水準を確認し、ドラフトを作成する。面談日程を調整する</a:t>
            </a:r>
          </a:p>
        </p:txBody>
      </p:sp>
      <p:sp>
        <p:nvSpPr>
          <p:cNvPr id="7" name="Pentagon 6"/>
          <p:cNvSpPr/>
          <p:nvPr/>
        </p:nvSpPr>
        <p:spPr>
          <a:xfrm>
            <a:off x="4246102" y="1720000"/>
            <a:ext cx="3763817" cy="600000"/>
          </a:xfrm>
          <a:prstGeom prst="homePlate">
            <a:avLst/>
          </a:prstGeom>
          <a:solidFill>
            <a:srgbClr val="033865"/>
          </a:solidFill>
          <a:ln>
            <a:noFill/>
          </a:ln>
          <a:effectLst/>
        </p:spPr>
        <p:txBody>
          <a:bodyPr rtlCol="0" anchor="ctr" wrap="square" lIns="72000" rIns="72000" tIns="36000" bIns="36000"/>
          <a:lstStyle/>
          <a:p>
            <a:pPr algn="ctr"/>
            <a:r>
              <a:rPr sz="1600" b="0">
                <a:solidFill>
                  <a:srgbClr val="FFFFFF"/>
                </a:solidFill>
                <a:latin typeface="Meiryo UI"/>
                <a:ea typeface="Meiryo UI"/>
                <a:cs typeface="Meiryo UI"/>
              </a:rPr>
              <a:t>10/28〜11/5</a:t>
            </a:r>
          </a:p>
        </p:txBody>
      </p:sp>
      <p:sp>
        <p:nvSpPr>
          <p:cNvPr id="8" name="Rectangle 7"/>
          <p:cNvSpPr/>
          <p:nvPr/>
        </p:nvSpPr>
        <p:spPr>
          <a:xfrm>
            <a:off x="4246102" y="2370000"/>
            <a:ext cx="3763817" cy="450000"/>
          </a:xfrm>
          <a:prstGeom prst="rect">
            <a:avLst/>
          </a:prstGeom>
          <a:solidFill>
            <a:srgbClr val="F2F2F2"/>
          </a:solidFill>
          <a:ln>
            <a:noFill/>
          </a:ln>
          <a:effectLst/>
        </p:spPr>
        <p:txBody>
          <a:bodyPr rtlCol="0" anchor="ctr" wrap="square" lIns="72000" rIns="72000" tIns="36000" bIns="36000"/>
          <a:lstStyle/>
          <a:p>
            <a:pPr algn="ctr"/>
            <a:r>
              <a:rPr sz="1400" b="0">
                <a:solidFill>
                  <a:srgbClr val="000000"/>
                </a:solidFill>
                <a:latin typeface="Meiryo UI"/>
                <a:ea typeface="Meiryo UI"/>
                <a:cs typeface="Meiryo UI"/>
              </a:rPr>
              <a:t>【本人・カウンセラー】</a:t>
            </a:r>
          </a:p>
        </p:txBody>
      </p:sp>
      <p:sp>
        <p:nvSpPr>
          <p:cNvPr id="9" name="Rectangle 8"/>
          <p:cNvSpPr/>
          <p:nvPr/>
        </p:nvSpPr>
        <p:spPr>
          <a:xfrm>
            <a:off x="4246102" y="2820000"/>
            <a:ext cx="3763817" cy="900000"/>
          </a:xfrm>
          <a:prstGeom prst="rect">
            <a:avLst/>
          </a:prstGeom>
          <a:noFill/>
          <a:ln w="6350">
            <a:solidFill>
              <a:srgbClr val="BFBFBF"/>
            </a:solidFill>
          </a:ln>
          <a:effectLst/>
        </p:spPr>
        <p:txBody>
          <a:bodyPr rtlCol="0" anchor="ctr" wrap="square" lIns="72000" rIns="72000" tIns="36000" bIns="36000"/>
          <a:lstStyle/>
          <a:p>
            <a:pPr algn="l"/>
            <a:r>
              <a:rPr sz="1400" b="0">
                <a:solidFill>
                  <a:srgbClr val="000000"/>
                </a:solidFill>
                <a:latin typeface="Meiryo UI"/>
                <a:ea typeface="Meiryo UI"/>
                <a:cs typeface="Meiryo UI"/>
              </a:rPr>
              <a:t>面談（30〜45分）でドラフトを最終化し、合意欄を記入する</a:t>
            </a:r>
          </a:p>
        </p:txBody>
      </p:sp>
      <p:sp>
        <p:nvSpPr>
          <p:cNvPr id="10" name="Pentagon 9"/>
          <p:cNvSpPr/>
          <p:nvPr/>
        </p:nvSpPr>
        <p:spPr>
          <a:xfrm>
            <a:off x="8209919" y="1720000"/>
            <a:ext cx="3763817" cy="600000"/>
          </a:xfrm>
          <a:prstGeom prst="homePlate">
            <a:avLst/>
          </a:prstGeom>
          <a:solidFill>
            <a:srgbClr val="033865"/>
          </a:solidFill>
          <a:ln>
            <a:noFill/>
          </a:ln>
          <a:effectLst/>
        </p:spPr>
        <p:txBody>
          <a:bodyPr rtlCol="0" anchor="ctr" wrap="square" lIns="72000" rIns="72000" tIns="36000" bIns="36000"/>
          <a:lstStyle/>
          <a:p>
            <a:pPr algn="ctr"/>
            <a:r>
              <a:rPr sz="1600" b="0">
                <a:solidFill>
                  <a:srgbClr val="FFFFFF"/>
                </a:solidFill>
                <a:latin typeface="Meiryo UI"/>
                <a:ea typeface="Meiryo UI"/>
                <a:cs typeface="Meiryo UI"/>
              </a:rPr>
              <a:t>11/6</a:t>
            </a:r>
          </a:p>
        </p:txBody>
      </p:sp>
      <p:sp>
        <p:nvSpPr>
          <p:cNvPr id="11" name="Rectangle 10"/>
          <p:cNvSpPr/>
          <p:nvPr/>
        </p:nvSpPr>
        <p:spPr>
          <a:xfrm>
            <a:off x="8209919" y="2370000"/>
            <a:ext cx="3763817" cy="450000"/>
          </a:xfrm>
          <a:prstGeom prst="rect">
            <a:avLst/>
          </a:prstGeom>
          <a:solidFill>
            <a:srgbClr val="F2F2F2"/>
          </a:solidFill>
          <a:ln>
            <a:noFill/>
          </a:ln>
          <a:effectLst/>
        </p:spPr>
        <p:txBody>
          <a:bodyPr rtlCol="0" anchor="ctr" wrap="square" lIns="72000" rIns="72000" tIns="36000" bIns="36000"/>
          <a:lstStyle/>
          <a:p>
            <a:pPr algn="ctr"/>
            <a:r>
              <a:rPr sz="1400" b="0">
                <a:solidFill>
                  <a:srgbClr val="000000"/>
                </a:solidFill>
                <a:latin typeface="Meiryo UI"/>
                <a:ea typeface="Meiryo UI"/>
                <a:cs typeface="Meiryo UI"/>
              </a:rPr>
              <a:t>【カウンセラー】</a:t>
            </a:r>
          </a:p>
        </p:txBody>
      </p:sp>
      <p:sp>
        <p:nvSpPr>
          <p:cNvPr id="12" name="Rectangle 11"/>
          <p:cNvSpPr/>
          <p:nvPr/>
        </p:nvSpPr>
        <p:spPr>
          <a:xfrm>
            <a:off x="8209919" y="2820000"/>
            <a:ext cx="3763817" cy="900000"/>
          </a:xfrm>
          <a:prstGeom prst="rect">
            <a:avLst/>
          </a:prstGeom>
          <a:noFill/>
          <a:ln w="6350">
            <a:solidFill>
              <a:srgbClr val="BFBFBF"/>
            </a:solidFill>
          </a:ln>
          <a:effectLst/>
        </p:spPr>
        <p:txBody>
          <a:bodyPr rtlCol="0" anchor="ctr" wrap="square" lIns="72000" rIns="72000" tIns="36000" bIns="36000"/>
          <a:lstStyle/>
          <a:p>
            <a:pPr algn="l"/>
            <a:r>
              <a:rPr sz="1400" b="0">
                <a:solidFill>
                  <a:srgbClr val="000000"/>
                </a:solidFill>
                <a:latin typeface="Meiryo UI"/>
                <a:ea typeface="Meiryo UI"/>
                <a:cs typeface="Meiryo UI"/>
              </a:rPr>
              <a:t>最終化したシートを提出する</a:t>
            </a:r>
          </a:p>
        </p:txBody>
      </p:sp>
      <p:graphicFrame>
        <p:nvGraphicFramePr>
          <p:cNvPr id="13" name="Table 12"/>
          <p:cNvGraphicFramePr>
            <a:graphicFrameLocks noGrp="1"/>
          </p:cNvGraphicFramePr>
          <p:nvPr/>
        </p:nvGraphicFramePr>
        <p:xfrm>
          <a:off x="282285" y="4000000"/>
          <a:ext cx="11691453" cy="1760000"/>
        </p:xfrm>
        <a:graphic>
          <a:graphicData uri="http://schemas.openxmlformats.org/drawingml/2006/table">
            <a:tbl>
              <a:tblPr firstRow="0" bandRow="0">
                <a:tableStyleId>{5C22544A-7EE6-4342-B048-85BDC9FD1C3A}</a:tableStyleId>
              </a:tblPr>
              <a:tblGrid>
                <a:gridCol w="2600000"/>
                <a:gridCol w="9091453"/>
              </a:tblGrid>
              <a:tr h="440000">
                <a:tc>
                  <a:txBody>
                    <a:bodyPr wrap="square"/>
                    <a:lstStyle/>
                    <a:p>
                      <a:pPr algn="ctr"/>
                      <a:r>
                        <a:rPr sz="1400" b="0">
                          <a:solidFill>
                            <a:srgbClr val="FFFFFF"/>
                          </a:solidFill>
                          <a:latin typeface="Meiryo UI"/>
                          <a:ea typeface="Meiryo UI"/>
                          <a:cs typeface="Meiryo UI"/>
                        </a:rPr>
                        <a:t>手順</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FFFFFF"/>
                          </a:solidFill>
                          <a:latin typeface="Meiryo UI"/>
                          <a:ea typeface="Meiryo UI"/>
                          <a:cs typeface="Meiryo UI"/>
                        </a:rPr>
                        <a:t>内容</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r>
              <a:tr h="440000">
                <a:tc>
                  <a:txBody>
                    <a:bodyPr wrap="square"/>
                    <a:lstStyle/>
                    <a:p>
                      <a:pPr algn="l"/>
                      <a:r>
                        <a:rPr sz="1400" b="0">
                          <a:solidFill>
                            <a:srgbClr val="000000"/>
                          </a:solidFill>
                          <a:latin typeface="Meiryo UI"/>
                          <a:ea typeface="Meiryo UI"/>
                          <a:cs typeface="Meiryo UI"/>
                        </a:rPr>
                        <a:t>1. 確認する</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前回の評価FBシートの「期待」と、自分のレベルのウェイト・期待水準を確認する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40000">
                <a:tc>
                  <a:txBody>
                    <a:bodyPr wrap="square"/>
                    <a:lstStyle/>
                    <a:p>
                      <a:pPr algn="l"/>
                      <a:r>
                        <a:rPr sz="1400" b="0">
                          <a:solidFill>
                            <a:srgbClr val="000000"/>
                          </a:solidFill>
                          <a:latin typeface="Meiryo UI"/>
                          <a:ea typeface="Meiryo UI"/>
                          <a:cs typeface="Meiryo UI"/>
                        </a:rPr>
                        <a:t>2. 選ぶ</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レベル（L1〜L6）と主担当領域（6領域）を選び、タイトル併記を確認する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40000">
                <a:tc>
                  <a:txBody>
                    <a:bodyPr wrap="square"/>
                    <a:lstStyle/>
                    <a:p>
                      <a:pPr algn="l"/>
                      <a:r>
                        <a:rPr sz="1400" b="0">
                          <a:solidFill>
                            <a:srgbClr val="000000"/>
                          </a:solidFill>
                          <a:latin typeface="Meiryo UI"/>
                          <a:ea typeface="Meiryo UI"/>
                          <a:cs typeface="Meiryo UI"/>
                        </a:rPr>
                        <a:t>3. 書く</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短期目標・中長期目標・育成目標（L1〜L3）・非財務KPI（L4以上）を書く</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bl>
          </a:graphicData>
        </a:graphic>
      </p:graphicFrame>
      <p:sp>
        <p:nvSpPr>
          <p:cNvPr id="14" name="Rectangle 13"/>
          <p:cNvSpPr/>
          <p:nvPr/>
        </p:nvSpPr>
        <p:spPr>
          <a:xfrm>
            <a:off x="282285" y="6080000"/>
            <a:ext cx="11691453" cy="330000"/>
          </a:xfrm>
          <a:prstGeom prst="rect">
            <a:avLst/>
          </a:prstGeom>
          <a:noFill/>
          <a:ln>
            <a:noFill/>
          </a:ln>
          <a:effectLst/>
        </p:spPr>
        <p:txBody>
          <a:bodyPr rtlCol="0" anchor="t" wrap="square" lIns="72000" rIns="72000" tIns="36000" bIns="36000"/>
          <a:lstStyle/>
          <a:p>
            <a:pPr algn="l"/>
            <a:r>
              <a:rPr sz="1200" b="0">
                <a:solidFill>
                  <a:srgbClr val="7F7F7F"/>
                </a:solidFill>
                <a:latin typeface="Meiryo UI"/>
                <a:ea typeface="Meiryo UI"/>
                <a:cs typeface="Meiryo UI"/>
              </a:rPr>
              <a:t>日程はConsulting版と同じ日程を仮置き。FY27の評価期間は2026年8月〜2027年7月で、四半期に一回程度のCheck-in面談を行う</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82285" y="760000"/>
            <a:ext cx="11691453" cy="760000"/>
          </a:xfrm>
        </p:spPr>
        <p:txBody>
          <a:bodyPr wrap="square"/>
          <a:lstStyle/>
          <a:p>
            <a:pPr algn="l" marL="0" indent="0">
              <a:buNone/>
            </a:pPr>
            <a:r>
              <a:rPr sz="1600" b="0">
                <a:solidFill>
                  <a:srgbClr val="000000"/>
                </a:solidFill>
                <a:latin typeface="Meiryo UI"/>
                <a:ea typeface="Meiryo UI"/>
                <a:cs typeface="Meiryo UI"/>
              </a:rPr>
              <a:t>9つの観点で提出前に確認すれば、期末に達成度を判断できない目標を残さずに済む。</a:t>
            </a:r>
          </a:p>
        </p:txBody>
      </p:sp>
      <p:sp>
        <p:nvSpPr>
          <p:cNvPr id="3" name="Title 2"/>
          <p:cNvSpPr>
            <a:spLocks noGrp="1"/>
          </p:cNvSpPr>
          <p:nvPr>
            <p:ph type="title"/>
          </p:nvPr>
        </p:nvSpPr>
        <p:spPr/>
        <p:txBody>
          <a:bodyPr/>
          <a:lstStyle/>
          <a:p>
            <a:pPr algn="l"/>
            <a:r>
              <a:rPr sz="2000" b="1">
                <a:solidFill>
                  <a:srgbClr val="000000"/>
                </a:solidFill>
                <a:latin typeface="Meiryo UI"/>
                <a:ea typeface="Meiryo UI"/>
                <a:cs typeface="Meiryo UI"/>
              </a:rPr>
              <a:t>4. 提出前チェックリスト</a:t>
            </a:r>
          </a:p>
        </p:txBody>
      </p:sp>
      <p:graphicFrame>
        <p:nvGraphicFramePr>
          <p:cNvPr id="4" name="Table 3"/>
          <p:cNvGraphicFramePr>
            <a:graphicFrameLocks noGrp="1"/>
          </p:cNvGraphicFramePr>
          <p:nvPr/>
        </p:nvGraphicFramePr>
        <p:xfrm>
          <a:off x="282285" y="1720000"/>
          <a:ext cx="11691453" cy="4200000"/>
        </p:xfrm>
        <a:graphic>
          <a:graphicData uri="http://schemas.openxmlformats.org/drawingml/2006/table">
            <a:tbl>
              <a:tblPr firstRow="0" bandRow="0">
                <a:tableStyleId>{5C22544A-7EE6-4342-B048-85BDC9FD1C3A}</a:tableStyleId>
              </a:tblPr>
              <a:tblGrid>
                <a:gridCol w="800000"/>
                <a:gridCol w="2700000"/>
                <a:gridCol w="8191453"/>
              </a:tblGrid>
              <a:tr h="420000">
                <a:tc>
                  <a:txBody>
                    <a:bodyPr wrap="square"/>
                    <a:lstStyle/>
                    <a:p>
                      <a:pPr algn="ctr"/>
                      <a:r>
                        <a:rPr sz="1400" b="0">
                          <a:solidFill>
                            <a:srgbClr val="FFFFFF"/>
                          </a:solidFill>
                          <a:latin typeface="Meiryo UI"/>
                          <a:ea typeface="Meiryo UI"/>
                          <a:cs typeface="Meiryo UI"/>
                        </a:rPr>
                        <a:t>確認</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FFFFFF"/>
                          </a:solidFill>
                          <a:latin typeface="Meiryo UI"/>
                          <a:ea typeface="Meiryo UI"/>
                          <a:cs typeface="Meiryo UI"/>
                        </a:rPr>
                        <a:t>観点</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FFFFFF"/>
                          </a:solidFill>
                          <a:latin typeface="Meiryo UI"/>
                          <a:ea typeface="Meiryo UI"/>
                          <a:cs typeface="Meiryo UI"/>
                        </a:rPr>
                        <a:t>確認内容</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r>
              <a:tr h="420000">
                <a:tc>
                  <a:txBody>
                    <a:bodyPr wrap="square"/>
                    <a:lstStyle/>
                    <a:p>
                      <a:pPr algn="ctr"/>
                      <a:r>
                        <a:rPr sz="1400" b="0">
                          <a:solidFill>
                            <a:srgbClr val="000000"/>
                          </a:solidFill>
                          <a:latin typeface="Meiryo UI"/>
                          <a:ea typeface="Meiryo UI"/>
                          <a:cs typeface="Meiryo UI"/>
                        </a:rPr>
                        <a:t>□</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レベルとタイトル</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レベルと主担当領域が正しく、タイトルが「本体タイトル（INTS：等級）」で表示されている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20000">
                <a:tc>
                  <a:txBody>
                    <a:bodyPr wrap="square"/>
                    <a:lstStyle/>
                    <a:p>
                      <a:pPr algn="ctr"/>
                      <a:r>
                        <a:rPr sz="1400" b="0">
                          <a:solidFill>
                            <a:srgbClr val="000000"/>
                          </a:solidFill>
                          <a:latin typeface="Meiryo UI"/>
                          <a:ea typeface="Meiryo UI"/>
                          <a:cs typeface="Meiryo UI"/>
                        </a:rPr>
                        <a:t>□</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期待水準</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自分のレベルの「評価3」の水準に沿った目標になっている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20000">
                <a:tc>
                  <a:txBody>
                    <a:bodyPr wrap="square"/>
                    <a:lstStyle/>
                    <a:p>
                      <a:pPr algn="ctr"/>
                      <a:r>
                        <a:rPr sz="1400" b="0">
                          <a:solidFill>
                            <a:srgbClr val="000000"/>
                          </a:solidFill>
                          <a:latin typeface="Meiryo UI"/>
                          <a:ea typeface="Meiryo UI"/>
                          <a:cs typeface="Meiryo UI"/>
                        </a:rPr>
                        <a:t>□</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重点観点</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ウェイトが最も大きい観点が具体的に書かれている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20000">
                <a:tc>
                  <a:txBody>
                    <a:bodyPr wrap="square"/>
                    <a:lstStyle/>
                    <a:p>
                      <a:pPr algn="ctr"/>
                      <a:r>
                        <a:rPr sz="1400" b="0">
                          <a:solidFill>
                            <a:srgbClr val="000000"/>
                          </a:solidFill>
                          <a:latin typeface="Meiryo UI"/>
                          <a:ea typeface="Meiryo UI"/>
                          <a:cs typeface="Meiryo UI"/>
                        </a:rPr>
                        <a:t>□</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具体性</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「頑張る」「意識する」ではなく、行動と成果で書かれている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20000">
                <a:tc>
                  <a:txBody>
                    <a:bodyPr wrap="square"/>
                    <a:lstStyle/>
                    <a:p>
                      <a:pPr algn="ctr"/>
                      <a:r>
                        <a:rPr sz="1400" b="0">
                          <a:solidFill>
                            <a:srgbClr val="000000"/>
                          </a:solidFill>
                          <a:latin typeface="Meiryo UI"/>
                          <a:ea typeface="Meiryo UI"/>
                          <a:cs typeface="Meiryo UI"/>
                        </a:rPr>
                        <a:t>□</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成果イメージ</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達成した状態が、期末に確認できる形（評点、成果物、件数、期日）で書かれている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20000">
                <a:tc>
                  <a:txBody>
                    <a:bodyPr wrap="square"/>
                    <a:lstStyle/>
                    <a:p>
                      <a:pPr algn="ctr"/>
                      <a:r>
                        <a:rPr sz="1400" b="0">
                          <a:solidFill>
                            <a:srgbClr val="000000"/>
                          </a:solidFill>
                          <a:latin typeface="Meiryo UI"/>
                          <a:ea typeface="Meiryo UI"/>
                          <a:cs typeface="Meiryo UI"/>
                        </a:rPr>
                        <a:t>□</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前回FBの反映</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前回の「期待」で指摘された点が、目標か行動計画に入っている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20000">
                <a:tc>
                  <a:txBody>
                    <a:bodyPr wrap="square"/>
                    <a:lstStyle/>
                    <a:p>
                      <a:pPr algn="ctr"/>
                      <a:r>
                        <a:rPr sz="1400" b="0">
                          <a:solidFill>
                            <a:srgbClr val="000000"/>
                          </a:solidFill>
                          <a:latin typeface="Meiryo UI"/>
                          <a:ea typeface="Meiryo UI"/>
                          <a:cs typeface="Meiryo UI"/>
                        </a:rPr>
                        <a:t>□</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育成目標（L1〜L3）</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主担当領域の次のレベルのスキルに沿った育成目標がある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20000">
                <a:tc>
                  <a:txBody>
                    <a:bodyPr wrap="square"/>
                    <a:lstStyle/>
                    <a:p>
                      <a:pPr algn="ctr"/>
                      <a:r>
                        <a:rPr sz="1400" b="0">
                          <a:solidFill>
                            <a:srgbClr val="000000"/>
                          </a:solidFill>
                          <a:latin typeface="Meiryo UI"/>
                          <a:ea typeface="Meiryo UI"/>
                          <a:cs typeface="Meiryo UI"/>
                        </a:rPr>
                        <a:t>□</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非財務KPI（L4以上）</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3段階の目標値があり、ウェイトの合計が100%になっている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20000">
                <a:tc>
                  <a:txBody>
                    <a:bodyPr wrap="square"/>
                    <a:lstStyle/>
                    <a:p>
                      <a:pPr algn="ctr"/>
                      <a:r>
                        <a:rPr sz="1400" b="0">
                          <a:solidFill>
                            <a:srgbClr val="000000"/>
                          </a:solidFill>
                          <a:latin typeface="Meiryo UI"/>
                          <a:ea typeface="Meiryo UI"/>
                          <a:cs typeface="Meiryo UI"/>
                        </a:rPr>
                        <a:t>□</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合意</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サマリー（短期・中長期）と、カウンセラーのコメント・合意日が入っている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82285" y="760000"/>
            <a:ext cx="11691453" cy="760000"/>
          </a:xfrm>
        </p:spPr>
        <p:txBody>
          <a:bodyPr wrap="square"/>
          <a:lstStyle/>
          <a:p>
            <a:pPr algn="l" marL="0" indent="0">
              <a:buNone/>
            </a:pPr>
            <a:r>
              <a:rPr sz="1600" b="0">
                <a:solidFill>
                  <a:srgbClr val="000000"/>
                </a:solidFill>
                <a:latin typeface="Meiryo UI"/>
                <a:ea typeface="Meiryo UI"/>
                <a:cs typeface="Meiryo UI"/>
              </a:rPr>
              <a:t>ウェイトの統一と財務KPIの扱いは決着したため、残る3論点を福島Dirと合意し、本体HRと読み替えを確認すれば確定できる。</a:t>
            </a:r>
          </a:p>
        </p:txBody>
      </p:sp>
      <p:sp>
        <p:nvSpPr>
          <p:cNvPr id="3" name="Title 2"/>
          <p:cNvSpPr>
            <a:spLocks noGrp="1"/>
          </p:cNvSpPr>
          <p:nvPr>
            <p:ph type="title"/>
          </p:nvPr>
        </p:nvSpPr>
        <p:spPr/>
        <p:txBody>
          <a:bodyPr/>
          <a:lstStyle/>
          <a:p>
            <a:pPr algn="l"/>
            <a:r>
              <a:rPr sz="2000" b="1">
                <a:solidFill>
                  <a:srgbClr val="000000"/>
                </a:solidFill>
                <a:latin typeface="Meiryo UI"/>
                <a:ea typeface="Meiryo UI"/>
                <a:cs typeface="Meiryo UI"/>
              </a:rPr>
              <a:t>5. 確定に向けた論点</a:t>
            </a:r>
          </a:p>
        </p:txBody>
      </p:sp>
      <p:graphicFrame>
        <p:nvGraphicFramePr>
          <p:cNvPr id="4" name="Table 3"/>
          <p:cNvGraphicFramePr>
            <a:graphicFrameLocks noGrp="1"/>
          </p:cNvGraphicFramePr>
          <p:nvPr/>
        </p:nvGraphicFramePr>
        <p:xfrm>
          <a:off x="282285" y="1720000"/>
          <a:ext cx="11691453" cy="2880000"/>
        </p:xfrm>
        <a:graphic>
          <a:graphicData uri="http://schemas.openxmlformats.org/drawingml/2006/table">
            <a:tbl>
              <a:tblPr firstRow="0" bandRow="0">
                <a:tableStyleId>{5C22544A-7EE6-4342-B048-85BDC9FD1C3A}</a:tableStyleId>
              </a:tblPr>
              <a:tblGrid>
                <a:gridCol w="700000"/>
                <a:gridCol w="2600000"/>
                <a:gridCol w="6891453"/>
                <a:gridCol w="1500000"/>
              </a:tblGrid>
              <a:tr h="480000">
                <a:tc>
                  <a:txBody>
                    <a:bodyPr wrap="square"/>
                    <a:lstStyle/>
                    <a:p>
                      <a:pPr algn="ctr"/>
                      <a:r>
                        <a:rPr sz="1400" b="0">
                          <a:solidFill>
                            <a:srgbClr val="FFFFFF"/>
                          </a:solidFill>
                          <a:latin typeface="Meiryo UI"/>
                          <a:ea typeface="Meiryo UI"/>
                          <a:cs typeface="Meiryo UI"/>
                        </a:rPr>
                        <a:t>No.</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FFFFFF"/>
                          </a:solidFill>
                          <a:latin typeface="Meiryo UI"/>
                          <a:ea typeface="Meiryo UI"/>
                          <a:cs typeface="Meiryo UI"/>
                        </a:rPr>
                        <a:t>論点</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FFFFFF"/>
                          </a:solidFill>
                          <a:latin typeface="Meiryo UI"/>
                          <a:ea typeface="Meiryo UI"/>
                          <a:cs typeface="Meiryo UI"/>
                        </a:rPr>
                        <a:t>本資料の扱い（推奨案）</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FFFFFF"/>
                          </a:solidFill>
                          <a:latin typeface="Meiryo UI"/>
                          <a:ea typeface="Meiryo UI"/>
                          <a:cs typeface="Meiryo UI"/>
                        </a:rPr>
                        <a:t>状況</a:t>
                      </a:r>
                    </a:p>
                  </a:txBody>
                  <a:tcPr marL="60000" marR="60000" marT="30000" marB="30000" anchor="ctr">
                    <a:solidFill>
                      <a:srgbClr val="033865"/>
                    </a:solidFill>
                    <a:lnL w="6350">
                      <a:solidFill>
                        <a:srgbClr val="BFBFBF"/>
                      </a:solidFill>
                    </a:lnL>
                    <a:lnR w="6350">
                      <a:solidFill>
                        <a:srgbClr val="BFBFBF"/>
                      </a:solidFill>
                    </a:lnR>
                    <a:lnT w="6350">
                      <a:solidFill>
                        <a:srgbClr val="BFBFBF"/>
                      </a:solidFill>
                    </a:lnT>
                    <a:lnB w="6350">
                      <a:solidFill>
                        <a:srgbClr val="BFBFBF"/>
                      </a:solidFill>
                    </a:lnB>
                  </a:tcPr>
                </a:tc>
              </a:tr>
              <a:tr h="480000">
                <a:tc>
                  <a:txBody>
                    <a:bodyPr wrap="square"/>
                    <a:lstStyle/>
                    <a:p>
                      <a:pPr algn="ctr"/>
                      <a:r>
                        <a:rPr sz="1400" b="0">
                          <a:solidFill>
                            <a:srgbClr val="000000"/>
                          </a:solidFill>
                          <a:latin typeface="Meiryo UI"/>
                          <a:ea typeface="Meiryo UI"/>
                          <a:cs typeface="Meiryo UI"/>
                        </a:rPr>
                        <a:t>1</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ウェイトの統一</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L1〜L3は現行Junior評価シートのウェイトに統一する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000000"/>
                          </a:solidFill>
                          <a:latin typeface="Meiryo UI"/>
                          <a:ea typeface="Meiryo UI"/>
                          <a:cs typeface="Meiryo UI"/>
                        </a:rPr>
                        <a:t>決定</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80000">
                <a:tc>
                  <a:txBody>
                    <a:bodyPr wrap="square"/>
                    <a:lstStyle/>
                    <a:p>
                      <a:pPr algn="ctr"/>
                      <a:r>
                        <a:rPr sz="1400" b="0">
                          <a:solidFill>
                            <a:srgbClr val="000000"/>
                          </a:solidFill>
                          <a:latin typeface="Meiryo UI"/>
                          <a:ea typeface="Meiryo UI"/>
                          <a:cs typeface="Meiryo UI"/>
                        </a:rPr>
                        <a:t>2</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財務KPIの扱い</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Corp Planningでは設定しない。L4〜L6は非財務KPIのみ</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000000"/>
                          </a:solidFill>
                          <a:latin typeface="Meiryo UI"/>
                          <a:ea typeface="Meiryo UI"/>
                          <a:cs typeface="Meiryo UI"/>
                        </a:rPr>
                        <a:t>決定</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80000">
                <a:tc>
                  <a:txBody>
                    <a:bodyPr wrap="square"/>
                    <a:lstStyle/>
                    <a:p>
                      <a:pPr algn="ctr"/>
                      <a:r>
                        <a:rPr sz="1400" b="0">
                          <a:solidFill>
                            <a:srgbClr val="000000"/>
                          </a:solidFill>
                          <a:latin typeface="Meiryo UI"/>
                          <a:ea typeface="Meiryo UI"/>
                          <a:cs typeface="Meiryo UI"/>
                        </a:rPr>
                        <a:t>3</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「専門性」の評価対象</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L4以上だけ評価し、L1〜L3は専門領域スキルを育成目標で管理する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000000"/>
                          </a:solidFill>
                          <a:latin typeface="Meiryo UI"/>
                          <a:ea typeface="Meiryo UI"/>
                          <a:cs typeface="Meiryo UI"/>
                        </a:rPr>
                        <a:t>合意待ち</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80000">
                <a:tc>
                  <a:txBody>
                    <a:bodyPr wrap="square"/>
                    <a:lstStyle/>
                    <a:p>
                      <a:pPr algn="ctr"/>
                      <a:r>
                        <a:rPr sz="1400" b="0">
                          <a:solidFill>
                            <a:srgbClr val="000000"/>
                          </a:solidFill>
                          <a:latin typeface="Meiryo UI"/>
                          <a:ea typeface="Meiryo UI"/>
                          <a:cs typeface="Meiryo UI"/>
                        </a:rPr>
                        <a:t>4</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タイトルの名称</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機能名＋本体タイトルで呼び、INTS等級を併記する。等級名は処遇にだけ使う</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000000"/>
                          </a:solidFill>
                          <a:latin typeface="Meiryo UI"/>
                          <a:ea typeface="Meiryo UI"/>
                          <a:cs typeface="Meiryo UI"/>
                        </a:rPr>
                        <a:t>合意待ち</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r h="480000">
                <a:tc>
                  <a:txBody>
                    <a:bodyPr wrap="square"/>
                    <a:lstStyle/>
                    <a:p>
                      <a:pPr algn="ctr"/>
                      <a:r>
                        <a:rPr sz="1400" b="0">
                          <a:solidFill>
                            <a:srgbClr val="000000"/>
                          </a:solidFill>
                          <a:latin typeface="Meiryo UI"/>
                          <a:ea typeface="Meiryo UI"/>
                          <a:cs typeface="Meiryo UI"/>
                        </a:rPr>
                        <a:t>5</a:t>
                      </a:r>
                    </a:p>
                  </a:txBody>
                  <a:tcPr marL="60000" marR="60000" marT="30000" marB="30000" anchor="ctr">
                    <a:solidFill>
                      <a:srgbClr val="F2F2F2"/>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導入の時期</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l"/>
                      <a:r>
                        <a:rPr sz="1400" b="0">
                          <a:solidFill>
                            <a:srgbClr val="000000"/>
                          </a:solidFill>
                          <a:latin typeface="Meiryo UI"/>
                          <a:ea typeface="Meiryo UI"/>
                          <a:cs typeface="Meiryo UI"/>
                        </a:rPr>
                        <a:t>FY27の期中1on1で試行し、FY28評価準備（7月）で正式化する</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c>
                  <a:txBody>
                    <a:bodyPr wrap="square"/>
                    <a:lstStyle/>
                    <a:p>
                      <a:pPr algn="ctr"/>
                      <a:r>
                        <a:rPr sz="1400" b="0">
                          <a:solidFill>
                            <a:srgbClr val="000000"/>
                          </a:solidFill>
                          <a:latin typeface="Meiryo UI"/>
                          <a:ea typeface="Meiryo UI"/>
                          <a:cs typeface="Meiryo UI"/>
                        </a:rPr>
                        <a:t>合意待ち</a:t>
                      </a:r>
                    </a:p>
                  </a:txBody>
                  <a:tcPr marL="60000" marR="60000" marT="30000" marB="30000" anchor="ctr">
                    <a:solidFill>
                      <a:srgbClr val="FFFFFF"/>
                    </a:solidFill>
                    <a:lnL w="6350">
                      <a:solidFill>
                        <a:srgbClr val="BFBFBF"/>
                      </a:solidFill>
                    </a:lnL>
                    <a:lnR w="6350">
                      <a:solidFill>
                        <a:srgbClr val="BFBFBF"/>
                      </a:solidFill>
                    </a:lnR>
                    <a:lnT w="6350">
                      <a:solidFill>
                        <a:srgbClr val="BFBFBF"/>
                      </a:solidFill>
                    </a:lnT>
                    <a:lnB w="6350">
                      <a:solidFill>
                        <a:srgbClr val="BFBFBF"/>
                      </a:solidFill>
                    </a:lnB>
                  </a:tcPr>
                </a:tc>
              </a:tr>
            </a:tbl>
          </a:graphicData>
        </a:graphic>
      </p:graphicFrame>
      <p:sp>
        <p:nvSpPr>
          <p:cNvPr id="5" name="Rectangle 4"/>
          <p:cNvSpPr/>
          <p:nvPr/>
        </p:nvSpPr>
        <p:spPr>
          <a:xfrm>
            <a:off x="282285" y="4800000"/>
            <a:ext cx="11691453" cy="1100000"/>
          </a:xfrm>
          <a:prstGeom prst="rect">
            <a:avLst/>
          </a:prstGeom>
          <a:solidFill>
            <a:srgbClr val="F2F2F2"/>
          </a:solidFill>
          <a:ln>
            <a:noFill/>
          </a:ln>
          <a:effectLst/>
        </p:spPr>
        <p:txBody>
          <a:bodyPr rtlCol="0" anchor="ctr" wrap="square" lIns="72000" rIns="72000" tIns="36000" bIns="36000"/>
          <a:lstStyle/>
          <a:p>
            <a:pPr algn="l"/>
            <a:r>
              <a:rPr sz="1400" b="0">
                <a:solidFill>
                  <a:srgbClr val="000000"/>
                </a:solidFill>
                <a:latin typeface="Meiryo UI"/>
                <a:ea typeface="Meiryo UI"/>
                <a:cs typeface="Meiryo UI"/>
              </a:rPr>
              <a:t>追加の確認事項：L4〜L6のKPI比率（70／30）、HR・FIN以外の機能名の略称、L1・L2の名刺表記、本体のシニアマネジャーのバンド、現メンバーのレベル格付け、昇格要件、日程と提出先</a:t>
            </a:r>
          </a:p>
        </p:txBody>
      </p:sp>
    </p:spTree>
  </p:cSld>
  <p:clrMapOvr>
    <a:masterClrMapping/>
  </p:clrMapOvr>
</p:sld>
</file>

<file path=ppt/slides/slide9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D4C00D12-F3DF-F753-ED15-3CA302542977}"/>
              </a:ext>
            </a:extLst>
          </p:cNvPr>
          <p:cNvSpPr>
            <a:spLocks noGrp="1"/>
          </p:cNvSpPr>
          <p:nvPr>
            <p:ph type="title"/>
          </p:nvPr>
        </p:nvSpPr>
        <p:spPr>
          <a:xfrm>
            <a:off x="263353" y="115890"/>
            <a:ext cx="10441160" cy="490537"/>
          </a:xfrm>
        </p:spPr>
        <p:txBody>
          <a:bodyPr>
            <a:normAutofit fontScale="90000"/>
          </a:bodyPr>
          <a:lstStyle/>
          <a:p>
            <a:r>
              <a:rPr kumimoji="1" lang="ja-JP" altLang="en-US" sz="2800">
                <a:solidFill>
                  <a:schemeClr val="tx1"/>
                </a:solidFill>
                <a:latin typeface="Meiryo UI" panose="020B0604030504040204" pitchFamily="34" charset="-128"/>
                <a:ea typeface="Meiryo UI" panose="020B0604030504040204" pitchFamily="34" charset="-128"/>
              </a:rPr>
              <a:t>免責事項</a:t>
            </a:r>
            <a:r>
              <a:rPr kumimoji="1" lang="en-US" altLang="ja-JP" sz="2800" dirty="0">
                <a:solidFill>
                  <a:schemeClr val="tx1"/>
                </a:solidFill>
                <a:latin typeface="Meiryo UI" panose="020B0604030504040204" pitchFamily="34" charset="-128"/>
                <a:ea typeface="Meiryo UI" panose="020B0604030504040204" pitchFamily="34" charset="-128"/>
              </a:rPr>
              <a:t>/Disclaimer</a:t>
            </a:r>
            <a:endParaRPr lang="ja-JP" altLang="en-US" sz="2800">
              <a:solidFill>
                <a:schemeClr val="tx1"/>
              </a:solidFill>
              <a:latin typeface="Meiryo UI" panose="020B0604030504040204" pitchFamily="34" charset="-128"/>
              <a:ea typeface="Meiryo UI" panose="020B0604030504040204" pitchFamily="34" charset="-128"/>
            </a:endParaRPr>
          </a:p>
        </p:txBody>
      </p:sp>
      <p:pic>
        <p:nvPicPr>
          <p:cNvPr id="21" name="図 20">
            <a:extLst>
              <a:ext uri="{FF2B5EF4-FFF2-40B4-BE49-F238E27FC236}">
                <a16:creationId xmlns:a16="http://schemas.microsoft.com/office/drawing/2014/main" id="{8635F100-FC1C-5FB1-86E6-42FF0BE5E3A0}"/>
              </a:ext>
            </a:extLst>
          </p:cNvPr>
          <p:cNvPicPr>
            <a:picLocks noChangeAspect="1"/>
          </p:cNvPicPr>
          <p:nvPr/>
        </p:nvPicPr>
        <p:blipFill>
          <a:blip r:embed="rId2"/>
          <a:stretch>
            <a:fillRect/>
          </a:stretch>
        </p:blipFill>
        <p:spPr>
          <a:xfrm>
            <a:off x="46893" y="6643606"/>
            <a:ext cx="4250305" cy="202671"/>
          </a:xfrm>
          <a:prstGeom prst="rect">
            <a:avLst/>
          </a:prstGeom>
        </p:spPr>
      </p:pic>
      <p:sp>
        <p:nvSpPr>
          <p:cNvPr id="6" name="正方形/長方形 5">
            <a:extLst>
              <a:ext uri="{FF2B5EF4-FFF2-40B4-BE49-F238E27FC236}">
                <a16:creationId xmlns:a16="http://schemas.microsoft.com/office/drawing/2014/main" id="{B7611AB2-F13A-2209-D0A7-E33709D4B9D9}"/>
              </a:ext>
            </a:extLst>
          </p:cNvPr>
          <p:cNvSpPr/>
          <p:nvPr/>
        </p:nvSpPr>
        <p:spPr>
          <a:xfrm>
            <a:off x="1012962" y="1757473"/>
            <a:ext cx="4847549" cy="1600118"/>
          </a:xfrm>
          <a:prstGeom prst="rect">
            <a:avLst/>
          </a:prstGeom>
        </p:spPr>
        <p:txBody>
          <a:bodyPr>
            <a:spAutoFit/>
          </a:bodyPr>
          <a:lstStyle/>
          <a:p>
            <a:r>
              <a:rPr lang="ja-JP" altLang="en-US" sz="1600" b="1">
                <a:latin typeface="Meiryo UI" panose="020B0604030504040204" pitchFamily="34" charset="-128"/>
                <a:ea typeface="Meiryo UI" panose="020B0604030504040204" pitchFamily="34" charset="-128"/>
              </a:rPr>
              <a:t>免責事項</a:t>
            </a:r>
            <a:endParaRPr lang="en-US" altLang="ja-JP" sz="1600" b="1" dirty="0">
              <a:latin typeface="Meiryo UI" panose="020B0604030504040204" pitchFamily="34" charset="-128"/>
              <a:ea typeface="Meiryo UI" panose="020B0604030504040204" pitchFamily="34" charset="-128"/>
            </a:endParaRPr>
          </a:p>
          <a:p>
            <a:endParaRPr lang="en-US" altLang="ja-JP" sz="1200" b="1" dirty="0">
              <a:latin typeface="+mn-ea"/>
            </a:endParaRPr>
          </a:p>
          <a:p>
            <a:r>
              <a:rPr lang="ja-JP" altLang="en-US" sz="1200">
                <a:latin typeface="Meiryo UI" panose="020B0604030504040204" pitchFamily="34" charset="-128"/>
                <a:ea typeface="Meiryo UI" panose="020B0604030504040204" pitchFamily="34" charset="-128"/>
              </a:rPr>
              <a:t>当社は、当文書に掲載する情報には充分に注意を払っていますが、その内容について保証するものではありません。当社は当文書の使用ならびに閲覧によって生じたいかなる損害にも責任を負いかねます。</a:t>
            </a:r>
            <a:br>
              <a:rPr lang="ja-JP" altLang="en-US" sz="1200">
                <a:latin typeface="Meiryo UI" panose="020B0604030504040204" pitchFamily="34" charset="-128"/>
                <a:ea typeface="Meiryo UI" panose="020B0604030504040204" pitchFamily="34" charset="-128"/>
              </a:rPr>
            </a:br>
            <a:r>
              <a:rPr lang="ja-JP" altLang="en-US" sz="1200">
                <a:latin typeface="Meiryo UI" panose="020B0604030504040204" pitchFamily="34" charset="-128"/>
                <a:ea typeface="Meiryo UI" panose="020B0604030504040204" pitchFamily="34" charset="-128"/>
              </a:rPr>
              <a:t>当文書の情報は予告なく変更される場合があります。また、当文書を装った文書によって生じた損害にも責任を負いかねます。</a:t>
            </a:r>
            <a:endParaRPr lang="en-US" altLang="ja-JP" sz="1200" dirty="0">
              <a:latin typeface="Meiryo UI" panose="020B0604030504040204" pitchFamily="34" charset="-128"/>
              <a:ea typeface="Meiryo UI" panose="020B0604030504040204" pitchFamily="34" charset="-128"/>
            </a:endParaRPr>
          </a:p>
          <a:p>
            <a:endParaRPr lang="en-US" altLang="ja-JP" sz="998" dirty="0">
              <a:latin typeface="+mn-ea"/>
            </a:endParaRPr>
          </a:p>
        </p:txBody>
      </p:sp>
      <p:sp>
        <p:nvSpPr>
          <p:cNvPr id="16" name="正方形/長方形 15">
            <a:extLst>
              <a:ext uri="{FF2B5EF4-FFF2-40B4-BE49-F238E27FC236}">
                <a16:creationId xmlns:a16="http://schemas.microsoft.com/office/drawing/2014/main" id="{37C3F0B9-CEA6-CF2C-FFA5-852D679F0AAA}"/>
              </a:ext>
            </a:extLst>
          </p:cNvPr>
          <p:cNvSpPr/>
          <p:nvPr/>
        </p:nvSpPr>
        <p:spPr>
          <a:xfrm>
            <a:off x="6331490" y="1757473"/>
            <a:ext cx="4533712" cy="2645917"/>
          </a:xfrm>
          <a:prstGeom prst="rect">
            <a:avLst/>
          </a:prstGeom>
        </p:spPr>
        <p:txBody>
          <a:bodyPr wrap="square">
            <a:spAutoFit/>
          </a:bodyPr>
          <a:lstStyle/>
          <a:p>
            <a:r>
              <a:rPr lang="en-US" sz="1600" b="1" dirty="0">
                <a:latin typeface="Meiryo UI" panose="020B0604030504040204" pitchFamily="34" charset="-128"/>
                <a:ea typeface="Meiryo UI" panose="020B0604030504040204" pitchFamily="34" charset="-128"/>
              </a:rPr>
              <a:t>Disclaimer</a:t>
            </a:r>
          </a:p>
          <a:p>
            <a:endParaRPr lang="en-US" sz="1200" b="1" dirty="0">
              <a:latin typeface="Meiryo UI" panose="020B0604030504040204" pitchFamily="34" charset="-128"/>
              <a:ea typeface="Meiryo UI" panose="020B0604030504040204" pitchFamily="34" charset="-128"/>
            </a:endParaRPr>
          </a:p>
          <a:p>
            <a:r>
              <a:rPr lang="en-US" sz="1200" dirty="0">
                <a:latin typeface="Meiryo UI" panose="020B0604030504040204" pitchFamily="34" charset="-128"/>
                <a:ea typeface="Meiryo UI" panose="020B0604030504040204" pitchFamily="34" charset="-128"/>
              </a:rPr>
              <a:t>Information on this document has been carefully prepared and managed; however, the Company does not guarantee the accuracy, usefulness, completeness, etc., of that information. The Company bears no responsibility for any damages incurred from using or viewing that information.</a:t>
            </a:r>
            <a:br>
              <a:rPr lang="en-US" sz="1200" dirty="0">
                <a:latin typeface="Meiryo UI" panose="020B0604030504040204" pitchFamily="34" charset="-128"/>
                <a:ea typeface="Meiryo UI" panose="020B0604030504040204" pitchFamily="34" charset="-128"/>
              </a:rPr>
            </a:br>
            <a:r>
              <a:rPr lang="en-US" sz="1200" dirty="0">
                <a:latin typeface="Meiryo UI" panose="020B0604030504040204" pitchFamily="34" charset="-128"/>
                <a:ea typeface="Meiryo UI" panose="020B0604030504040204" pitchFamily="34" charset="-128"/>
              </a:rPr>
              <a:t>The Company may alter the information of this document without prior notice. Furthermore, the Company bears no responsibility for any damages incurred from documents that mimic this document.</a:t>
            </a:r>
          </a:p>
          <a:p>
            <a:endParaRPr lang="en-US" altLang="ja-JP" sz="998" dirty="0">
              <a:latin typeface="+mn-ea"/>
            </a:endParaRPr>
          </a:p>
          <a:p>
            <a:endParaRPr lang="en-US" altLang="ja-JP" sz="998" dirty="0">
              <a:latin typeface="+mn-ea"/>
            </a:endParaRPr>
          </a:p>
          <a:p>
            <a:endParaRPr lang="ja-JP" altLang="en-US" sz="998">
              <a:latin typeface="+mn-ea"/>
            </a:endParaRPr>
          </a:p>
        </p:txBody>
      </p:sp>
    </p:spTree>
    <p:extLst>
      <p:ext uri="{BB962C8B-B14F-4D97-AF65-F5344CB8AC3E}">
        <p14:creationId xmlns:p14="http://schemas.microsoft.com/office/powerpoint/2010/main" val="2384902721"/>
      </p:ext>
    </p:extLst>
  </p:cSld>
  <p:clrMapOvr>
    <a:masterClrMapping/>
  </p:clrMapOvr>
</p:sld>
</file>

<file path=ppt/slides/slide9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D4C00D12-F3DF-F753-ED15-3CA302542977}"/>
              </a:ext>
            </a:extLst>
          </p:cNvPr>
          <p:cNvSpPr>
            <a:spLocks noGrp="1"/>
          </p:cNvSpPr>
          <p:nvPr>
            <p:ph type="title"/>
          </p:nvPr>
        </p:nvSpPr>
        <p:spPr>
          <a:xfrm>
            <a:off x="263353" y="115890"/>
            <a:ext cx="10441160" cy="490537"/>
          </a:xfrm>
        </p:spPr>
        <p:txBody>
          <a:bodyPr>
            <a:normAutofit fontScale="90000"/>
          </a:bodyPr>
          <a:lstStyle/>
          <a:p>
            <a:r>
              <a:rPr lang="en-US" altLang="ja-JP" sz="2800" dirty="0">
                <a:solidFill>
                  <a:schemeClr val="tx1"/>
                </a:solidFill>
                <a:latin typeface="Meiryo UI" panose="020B0604030504040204" pitchFamily="34" charset="-128"/>
                <a:ea typeface="Meiryo UI" panose="020B0604030504040204" pitchFamily="34" charset="-128"/>
              </a:rPr>
              <a:t>INTLOOP Strategy Inc. All rights reserved</a:t>
            </a:r>
            <a:endParaRPr lang="ja-JP" altLang="en-US" sz="2800">
              <a:solidFill>
                <a:schemeClr val="tx1"/>
              </a:solidFill>
              <a:latin typeface="Meiryo UI" panose="020B0604030504040204" pitchFamily="34" charset="-128"/>
              <a:ea typeface="Meiryo UI" panose="020B0604030504040204" pitchFamily="34" charset="-128"/>
            </a:endParaRPr>
          </a:p>
        </p:txBody>
      </p:sp>
      <p:pic>
        <p:nvPicPr>
          <p:cNvPr id="21" name="図 20">
            <a:extLst>
              <a:ext uri="{FF2B5EF4-FFF2-40B4-BE49-F238E27FC236}">
                <a16:creationId xmlns:a16="http://schemas.microsoft.com/office/drawing/2014/main" id="{8635F100-FC1C-5FB1-86E6-42FF0BE5E3A0}"/>
              </a:ext>
            </a:extLst>
          </p:cNvPr>
          <p:cNvPicPr>
            <a:picLocks noChangeAspect="1"/>
          </p:cNvPicPr>
          <p:nvPr/>
        </p:nvPicPr>
        <p:blipFill>
          <a:blip r:embed="rId2"/>
          <a:stretch>
            <a:fillRect/>
          </a:stretch>
        </p:blipFill>
        <p:spPr>
          <a:xfrm>
            <a:off x="46893" y="6643606"/>
            <a:ext cx="4250305" cy="202671"/>
          </a:xfrm>
          <a:prstGeom prst="rect">
            <a:avLst/>
          </a:prstGeom>
        </p:spPr>
      </p:pic>
      <p:sp>
        <p:nvSpPr>
          <p:cNvPr id="2" name="正方形/長方形 1">
            <a:extLst>
              <a:ext uri="{FF2B5EF4-FFF2-40B4-BE49-F238E27FC236}">
                <a16:creationId xmlns:a16="http://schemas.microsoft.com/office/drawing/2014/main" id="{168C1CAD-EBD9-73E8-11A3-2D4B6350939E}"/>
              </a:ext>
            </a:extLst>
          </p:cNvPr>
          <p:cNvSpPr/>
          <p:nvPr/>
        </p:nvSpPr>
        <p:spPr>
          <a:xfrm>
            <a:off x="1012962" y="1757473"/>
            <a:ext cx="4847549" cy="1631216"/>
          </a:xfrm>
          <a:prstGeom prst="rect">
            <a:avLst/>
          </a:prstGeom>
        </p:spPr>
        <p:txBody>
          <a:bodyPr>
            <a:spAutoFit/>
          </a:bodyPr>
          <a:lstStyle/>
          <a:p>
            <a:r>
              <a:rPr lang="ja-JP" altLang="en-US" sz="1600" b="1">
                <a:latin typeface="Meiryo UI" panose="020B0604030504040204" pitchFamily="34" charset="-128"/>
                <a:ea typeface="Meiryo UI" panose="020B0604030504040204" pitchFamily="34" charset="-128"/>
              </a:rPr>
              <a:t>著作権</a:t>
            </a:r>
            <a:endParaRPr lang="en-US" altLang="ja-JP" sz="1600" b="1" dirty="0">
              <a:latin typeface="Meiryo UI" panose="020B0604030504040204" pitchFamily="34" charset="-128"/>
              <a:ea typeface="Meiryo UI" panose="020B0604030504040204" pitchFamily="34" charset="-128"/>
            </a:endParaRPr>
          </a:p>
          <a:p>
            <a:endParaRPr lang="en-US" altLang="ja-JP" sz="1200" b="1" dirty="0">
              <a:latin typeface="Meiryo UI" panose="020B0604030504040204" pitchFamily="34" charset="-128"/>
              <a:ea typeface="Meiryo UI" panose="020B0604030504040204" pitchFamily="34" charset="-128"/>
            </a:endParaRPr>
          </a:p>
          <a:p>
            <a:r>
              <a:rPr lang="ja-JP" altLang="en-US" sz="1200">
                <a:latin typeface="Meiryo UI" panose="020B0604030504040204" pitchFamily="34" charset="-128"/>
                <a:ea typeface="Meiryo UI" panose="020B0604030504040204" pitchFamily="34" charset="-128"/>
              </a:rPr>
              <a:t>当文書を構成するすべての情報（データ、記事、コメント、画像等）の著作権は、当社に帰属します。当文書の会員・利用者は、当社が特段の事情があると判断した場合を除き、本文書のすべての情報を他のサイト、雑誌、広告等に転載できません。</a:t>
            </a:r>
            <a:br>
              <a:rPr lang="ja-JP" altLang="en-US" sz="1200">
                <a:latin typeface="Meiryo UI" panose="020B0604030504040204" pitchFamily="34" charset="-128"/>
                <a:ea typeface="Meiryo UI" panose="020B0604030504040204" pitchFamily="34" charset="-128"/>
              </a:rPr>
            </a:br>
            <a:r>
              <a:rPr lang="ja-JP" altLang="en-US" sz="1200">
                <a:latin typeface="Meiryo UI" panose="020B0604030504040204" pitchFamily="34" charset="-128"/>
                <a:ea typeface="Meiryo UI" panose="020B0604030504040204" pitchFamily="34" charset="-128"/>
              </a:rPr>
              <a:t>上記に違反して当文書に掲載の情報等を無断で転載した場合、当社は、同違反者に対し、著作権法に基づく措置を行うことがあります。</a:t>
            </a:r>
            <a:endParaRPr lang="en-US" altLang="ja-JP" sz="998" dirty="0">
              <a:latin typeface="Meiryo UI" panose="020B0604030504040204" pitchFamily="34" charset="-128"/>
              <a:ea typeface="Meiryo UI" panose="020B0604030504040204" pitchFamily="34" charset="-128"/>
            </a:endParaRPr>
          </a:p>
        </p:txBody>
      </p:sp>
      <p:sp>
        <p:nvSpPr>
          <p:cNvPr id="4" name="正方形/長方形 3">
            <a:extLst>
              <a:ext uri="{FF2B5EF4-FFF2-40B4-BE49-F238E27FC236}">
                <a16:creationId xmlns:a16="http://schemas.microsoft.com/office/drawing/2014/main" id="{D7C0DE79-5743-873D-7418-5AE19565DBED}"/>
              </a:ext>
            </a:extLst>
          </p:cNvPr>
          <p:cNvSpPr/>
          <p:nvPr/>
        </p:nvSpPr>
        <p:spPr>
          <a:xfrm>
            <a:off x="6331490" y="1757473"/>
            <a:ext cx="4533712" cy="2738570"/>
          </a:xfrm>
          <a:prstGeom prst="rect">
            <a:avLst/>
          </a:prstGeom>
        </p:spPr>
        <p:txBody>
          <a:bodyPr wrap="square">
            <a:spAutoFit/>
          </a:bodyPr>
          <a:lstStyle/>
          <a:p>
            <a:r>
              <a:rPr lang="en-US" altLang="ja-JP" sz="1600" b="1" dirty="0">
                <a:latin typeface="Meiryo UI" panose="020B0604030504040204" pitchFamily="34" charset="-128"/>
                <a:ea typeface="Meiryo UI" panose="020B0604030504040204" pitchFamily="34" charset="-128"/>
              </a:rPr>
              <a:t>Copyright</a:t>
            </a:r>
          </a:p>
          <a:p>
            <a:endParaRPr lang="en-US" altLang="ja-JP" sz="1200" b="1" dirty="0">
              <a:latin typeface="Meiryo UI" panose="020B0604030504040204" pitchFamily="34" charset="-128"/>
              <a:ea typeface="Meiryo UI" panose="020B0604030504040204" pitchFamily="34" charset="-128"/>
            </a:endParaRPr>
          </a:p>
          <a:p>
            <a:r>
              <a:rPr lang="en-US" altLang="ja-JP" sz="1200" dirty="0">
                <a:latin typeface="Meiryo UI" panose="020B0604030504040204" pitchFamily="34" charset="-128"/>
                <a:ea typeface="Meiryo UI" panose="020B0604030504040204" pitchFamily="34" charset="-128"/>
              </a:rPr>
              <a:t>The Company owns the copyright for the entirety of the information (data, articles, comments, images, etc.) on this document. Members and users of this document may not reproduce any of the content in other websites, journals, advertisements, etc., unless INTLOOP Strategy judges there to be special reasons for doing so.</a:t>
            </a:r>
            <a:br>
              <a:rPr lang="en-US" altLang="ja-JP" sz="1200" dirty="0">
                <a:latin typeface="Meiryo UI" panose="020B0604030504040204" pitchFamily="34" charset="-128"/>
                <a:ea typeface="Meiryo UI" panose="020B0604030504040204" pitchFamily="34" charset="-128"/>
              </a:rPr>
            </a:br>
            <a:r>
              <a:rPr lang="en-US" altLang="ja-JP" sz="1200" dirty="0">
                <a:latin typeface="Meiryo UI" panose="020B0604030504040204" pitchFamily="34" charset="-128"/>
                <a:ea typeface="Meiryo UI" panose="020B0604030504040204" pitchFamily="34" charset="-128"/>
              </a:rPr>
              <a:t>In the event that content on this document is reproduced without permission in breach of the above, the Company may take measures against the perpetuator pursuant to the provisions of the Copyright Act.</a:t>
            </a:r>
          </a:p>
          <a:p>
            <a:endParaRPr lang="en-US" altLang="ja-JP" sz="998" dirty="0">
              <a:latin typeface="+mn-ea"/>
            </a:endParaRPr>
          </a:p>
          <a:p>
            <a:endParaRPr lang="ja-JP" altLang="en-US" sz="998">
              <a:latin typeface="+mn-ea"/>
            </a:endParaRPr>
          </a:p>
        </p:txBody>
      </p:sp>
    </p:spTree>
    <p:extLst>
      <p:ext uri="{BB962C8B-B14F-4D97-AF65-F5344CB8AC3E}">
        <p14:creationId xmlns:p14="http://schemas.microsoft.com/office/powerpoint/2010/main" val="3068524802"/>
      </p:ext>
    </p:extLst>
  </p:cSld>
  <p:clrMapOvr>
    <a:masterClrMapping/>
  </p:clrMapOvr>
</p:sld>
</file>

<file path=ppt/theme/theme1.xml><?xml version="1.0" encoding="utf-8"?>
<a:theme xmlns:a="http://schemas.openxmlformats.org/drawingml/2006/main" name="1_Strategy_ver1.0">
  <a:themeElements>
    <a:clrScheme name="INTLOOP colors">
      <a:dk1>
        <a:srgbClr val="000000"/>
      </a:dk1>
      <a:lt1>
        <a:srgbClr val="FFFFFF"/>
      </a:lt1>
      <a:dk2>
        <a:srgbClr val="033865"/>
      </a:dk2>
      <a:lt2>
        <a:srgbClr val="7F7F7F"/>
      </a:lt2>
      <a:accent1>
        <a:srgbClr val="0099CC"/>
      </a:accent1>
      <a:accent2>
        <a:srgbClr val="0087C5"/>
      </a:accent2>
      <a:accent3>
        <a:srgbClr val="6666FF"/>
      </a:accent3>
      <a:accent4>
        <a:srgbClr val="C00000"/>
      </a:accent4>
      <a:accent5>
        <a:srgbClr val="FF9900"/>
      </a:accent5>
      <a:accent6>
        <a:srgbClr val="FFC000"/>
      </a:accent6>
      <a:hlink>
        <a:srgbClr val="2D2D8A"/>
      </a:hlink>
      <a:folHlink>
        <a:srgbClr val="99CC00"/>
      </a:folHlink>
    </a:clrScheme>
    <a:fontScheme name="ユーザー定義 1">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3175">
          <a:solidFill>
            <a:schemeClr val="tx1"/>
          </a:solidFill>
        </a:ln>
      </a:spPr>
      <a:bodyPr wrap="none" lIns="36000" tIns="36000" rIns="36000" bIns="36000" rtlCol="0" anchor="ctr">
        <a:noAutofit/>
      </a:bodyPr>
      <a:lstStyle>
        <a:defPPr algn="l">
          <a:defRPr sz="1800" dirty="0" smtClean="0">
            <a:solidFill>
              <a:schemeClr val="tx1"/>
            </a:solidFill>
            <a:latin typeface="Meiryo UI" panose="020B0604030504040204" pitchFamily="50" charset="-128"/>
            <a:ea typeface="Meiryo UI" panose="020B0604030504040204" pitchFamily="50" charset="-128"/>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5000"/>
          </a:spcBef>
          <a:spcAft>
            <a:spcPct val="0"/>
          </a:spcAft>
          <a:buClrTx/>
          <a:buSzPct val="50000"/>
          <a:buFontTx/>
          <a:buChar char="•"/>
          <a:tabLst/>
          <a:defRPr kumimoji="1" lang="ja-JP" sz="1000" b="0" i="0" u="none" strike="noStrike" cap="none" normalizeH="0" baseline="0" smtClean="0">
            <a:ln>
              <a:noFill/>
            </a:ln>
            <a:solidFill>
              <a:schemeClr val="tx1"/>
            </a:solidFill>
            <a:effectLst/>
            <a:latin typeface="HGS創英角ｺﾞｼｯｸUB" pitchFamily="50" charset="-128"/>
            <a:ea typeface="HGS創英角ｺﾞｼｯｸUB" pitchFamily="50" charset="-128"/>
          </a:defRPr>
        </a:defPPr>
      </a:lstStyle>
    </a:lnDef>
    <a:txDef>
      <a:spPr>
        <a:noFill/>
      </a:spPr>
      <a:bodyPr wrap="square" rtlCol="0" anchor="t" anchorCtr="0">
        <a:noAutofit/>
      </a:bodyPr>
      <a:lstStyle>
        <a:defPPr algn="l">
          <a:spcBef>
            <a:spcPts val="600"/>
          </a:spcBef>
          <a:spcAft>
            <a:spcPts val="600"/>
          </a:spcAft>
          <a:buSzPct val="100000"/>
          <a:defRPr sz="1800" dirty="0" smtClean="0">
            <a:solidFill>
              <a:schemeClr val="tx1"/>
            </a:solidFill>
            <a:latin typeface="Meiryo UI" panose="020B0604030504040204" pitchFamily="50" charset="-128"/>
            <a:ea typeface="Meiryo UI" panose="020B0604030504040204" pitchFamily="50" charset="-128"/>
          </a:defRPr>
        </a:defPPr>
      </a:lstStyle>
    </a:txDef>
  </a:objectDefaults>
  <a:extraClrSchemeLst>
    <a:extraClrScheme>
      <a:clrScheme name="2_デザインの設定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デザインの設定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デザインの設定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デザインの設定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デザインの設定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デザインの設定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デザインの設定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デザインの設定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デザインの設定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デザインの設定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デザインの設定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デザインの設定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INTSパワーポイントテンプレート_ver2" id="{595A56E1-E10C-4657-A908-1D7C61ED7D91}" vid="{B4235D12-C5A0-48E9-A7EB-3F28742A5C2F}"/>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fa6f723-344b-49ca-ac78-9c57a5f057b4">
      <Terms xmlns="http://schemas.microsoft.com/office/infopath/2007/PartnerControls"/>
    </lcf76f155ced4ddcb4097134ff3c332f>
    <TaxCatchAll xmlns="459e6a3c-5902-4435-87ab-2bdedd1f794f" xsi:nil="true"/>
    <_x53c2__x8003__x8cc7__x6599_ xmlns="efa6f723-344b-49ca-ac78-9c57a5f057b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F05D17238A6C3647A0677513C8FB4157" ma:contentTypeVersion="16" ma:contentTypeDescription="新しいドキュメントを作成します。" ma:contentTypeScope="" ma:versionID="e7ec7c0408f413ddb779ded87750bd33">
  <xsd:schema xmlns:xsd="http://www.w3.org/2001/XMLSchema" xmlns:xs="http://www.w3.org/2001/XMLSchema" xmlns:p="http://schemas.microsoft.com/office/2006/metadata/properties" xmlns:ns2="efa6f723-344b-49ca-ac78-9c57a5f057b4" xmlns:ns3="459e6a3c-5902-4435-87ab-2bdedd1f794f" targetNamespace="http://schemas.microsoft.com/office/2006/metadata/properties" ma:root="true" ma:fieldsID="cc4911dbe4d61fa5dd18730f2f9bf771" ns2:_="" ns3:_="">
    <xsd:import namespace="efa6f723-344b-49ca-ac78-9c57a5f057b4"/>
    <xsd:import namespace="459e6a3c-5902-4435-87ab-2bdedd1f794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LengthInSeconds" minOccurs="0"/>
                <xsd:element ref="ns2:_x53c2__x8003__x8cc7__x6599_"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a6f723-344b-49ca-ac78-9c57a5f057b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画像タグ" ma:readOnly="false" ma:fieldId="{5cf76f15-5ced-4ddc-b409-7134ff3c332f}" ma:taxonomyMulti="true" ma:sspId="3a51758a-f41d-49cd-b39d-03773b5dfc99"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element name="_x53c2__x8003__x8cc7__x6599_" ma:index="22" nillable="true" ma:displayName="参考資料" ma:format="Dropdown" ma:internalName="_x53c2__x8003__x8cc7__x6599_">
      <xsd:simpleType>
        <xsd:restriction base="dms:Text">
          <xsd:maxLength value="255"/>
        </xsd:restrictio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59e6a3c-5902-4435-87ab-2bdedd1f794f" elementFormDefault="qualified">
    <xsd:import namespace="http://schemas.microsoft.com/office/2006/documentManagement/types"/>
    <xsd:import namespace="http://schemas.microsoft.com/office/infopath/2007/PartnerControls"/>
    <xsd:element name="SharedWithUsers" ma:index="12"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共有相手の詳細情報" ma:internalName="SharedWithDetails" ma:readOnly="true">
      <xsd:simpleType>
        <xsd:restriction base="dms:Note">
          <xsd:maxLength value="255"/>
        </xsd:restriction>
      </xsd:simpleType>
    </xsd:element>
    <xsd:element name="TaxCatchAll" ma:index="16" nillable="true" ma:displayName="Taxonomy Catch All Column" ma:hidden="true" ma:list="{9480a837-5776-4f2a-bf51-11d0156b7e34}" ma:internalName="TaxCatchAll" ma:showField="CatchAllData" ma:web="459e6a3c-5902-4435-87ab-2bdedd1f794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67AEB18-29AC-4CC9-BBF1-018A23B053B0}">
  <ds:schemaRefs>
    <ds:schemaRef ds:uri="http://schemas.microsoft.com/sharepoint/v3/contenttype/forms"/>
  </ds:schemaRefs>
</ds:datastoreItem>
</file>

<file path=customXml/itemProps2.xml><?xml version="1.0" encoding="utf-8"?>
<ds:datastoreItem xmlns:ds="http://schemas.openxmlformats.org/officeDocument/2006/customXml" ds:itemID="{FA35348A-BAA2-439C-8E75-CD8A749B8E73}">
  <ds:schemaRefs>
    <ds:schemaRef ds:uri="http://purl.org/dc/elements/1.1/"/>
    <ds:schemaRef ds:uri="http://schemas.microsoft.com/office/2006/metadata/properties"/>
    <ds:schemaRef ds:uri="http://purl.org/dc/dcmitype/"/>
    <ds:schemaRef ds:uri="http://schemas.microsoft.com/office/2006/documentManagement/types"/>
    <ds:schemaRef ds:uri="http://purl.org/dc/terms/"/>
    <ds:schemaRef ds:uri="459e6a3c-5902-4435-87ab-2bdedd1f794f"/>
    <ds:schemaRef ds:uri="http://schemas.openxmlformats.org/package/2006/metadata/core-properties"/>
    <ds:schemaRef ds:uri="http://schemas.microsoft.com/office/infopath/2007/PartnerControls"/>
    <ds:schemaRef ds:uri="efa6f723-344b-49ca-ac78-9c57a5f057b4"/>
    <ds:schemaRef ds:uri="http://www.w3.org/XML/1998/namespace"/>
  </ds:schemaRefs>
</ds:datastoreItem>
</file>

<file path=customXml/itemProps3.xml><?xml version="1.0" encoding="utf-8"?>
<ds:datastoreItem xmlns:ds="http://schemas.openxmlformats.org/officeDocument/2006/customXml" ds:itemID="{DA97C624-B4EC-45CB-BBA9-F245A51C6BF0}"/>
</file>

<file path=docProps/app.xml><?xml version="1.0" encoding="utf-8"?>
<Properties xmlns="http://schemas.openxmlformats.org/officeDocument/2006/extended-properties" xmlns:vt="http://schemas.openxmlformats.org/officeDocument/2006/docPropsVTypes">
  <Template/>
  <TotalTime>261</TotalTime>
  <Words>376</Words>
  <Application>Microsoft Office PowerPoint</Application>
  <PresentationFormat>ワイド画面</PresentationFormat>
  <Paragraphs>20</Paragraphs>
  <Slides>7</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7</vt:i4>
      </vt:variant>
    </vt:vector>
  </HeadingPairs>
  <TitlesOfParts>
    <vt:vector size="13" baseType="lpstr">
      <vt:lpstr>HGS創英角ｺﾞｼｯｸUB</vt:lpstr>
      <vt:lpstr>Meiryo UI</vt:lpstr>
      <vt:lpstr>游ゴシック</vt:lpstr>
      <vt:lpstr>Arial</vt:lpstr>
      <vt:lpstr>Wingdings</vt:lpstr>
      <vt:lpstr>1_Strategy_ver1.0</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免責事項/Disclaimer</vt:lpstr>
      <vt:lpstr>INTLOOP Strategy Inc. All rights reserved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浅野 一奈</dc:creator>
  <cp:lastModifiedBy>玉井 俊行</cp:lastModifiedBy>
  <cp:revision>4</cp:revision>
  <dcterms:created xsi:type="dcterms:W3CDTF">2025-01-23T08:58:30Z</dcterms:created>
  <dcterms:modified xsi:type="dcterms:W3CDTF">2026-04-13T05:54:26Z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0x010100F05D17238A6C3647A0677513C8FB4157</vt:lpwstr>
  </property>
  <property fmtid="{D5CDD505-2E9C-101B-9397-08002B2CF9AE}" pid="3" name="MediaServiceImageTags">
    <vt:lpwstr/>
  </property>
</Properties>
</file>